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  <p:sldMasterId id="2147483690" r:id="rId5"/>
    <p:sldMasterId id="2147483704" r:id="rId6"/>
    <p:sldMasterId id="2147483718" r:id="rId7"/>
    <p:sldMasterId id="2147483732" r:id="rId8"/>
    <p:sldMasterId id="2147483746" r:id="rId9"/>
  </p:sldMasterIdLst>
  <p:notesMasterIdLst>
    <p:notesMasterId r:id="rId121"/>
  </p:notesMasterIdLst>
  <p:sldIdLst>
    <p:sldId id="356" r:id="rId10"/>
    <p:sldId id="257" r:id="rId11"/>
    <p:sldId id="288" r:id="rId12"/>
    <p:sldId id="289" r:id="rId13"/>
    <p:sldId id="290" r:id="rId14"/>
    <p:sldId id="293" r:id="rId15"/>
    <p:sldId id="291" r:id="rId16"/>
    <p:sldId id="292" r:id="rId17"/>
    <p:sldId id="294" r:id="rId18"/>
    <p:sldId id="295" r:id="rId19"/>
    <p:sldId id="296" r:id="rId20"/>
    <p:sldId id="297" r:id="rId21"/>
    <p:sldId id="298" r:id="rId22"/>
    <p:sldId id="389" r:id="rId23"/>
    <p:sldId id="299" r:id="rId24"/>
    <p:sldId id="391" r:id="rId25"/>
    <p:sldId id="300" r:id="rId26"/>
    <p:sldId id="378" r:id="rId27"/>
    <p:sldId id="380" r:id="rId28"/>
    <p:sldId id="381" r:id="rId29"/>
    <p:sldId id="302" r:id="rId30"/>
    <p:sldId id="304" r:id="rId31"/>
    <p:sldId id="306" r:id="rId32"/>
    <p:sldId id="375" r:id="rId33"/>
    <p:sldId id="307" r:id="rId34"/>
    <p:sldId id="392" r:id="rId35"/>
    <p:sldId id="374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76" r:id="rId47"/>
    <p:sldId id="360" r:id="rId48"/>
    <p:sldId id="361" r:id="rId49"/>
    <p:sldId id="362" r:id="rId50"/>
    <p:sldId id="363" r:id="rId51"/>
    <p:sldId id="364" r:id="rId52"/>
    <p:sldId id="359" r:id="rId53"/>
    <p:sldId id="365" r:id="rId54"/>
    <p:sldId id="366" r:id="rId55"/>
    <p:sldId id="367" r:id="rId56"/>
    <p:sldId id="377" r:id="rId57"/>
    <p:sldId id="320" r:id="rId58"/>
    <p:sldId id="393" r:id="rId59"/>
    <p:sldId id="321" r:id="rId60"/>
    <p:sldId id="398" r:id="rId61"/>
    <p:sldId id="322" r:id="rId62"/>
    <p:sldId id="323" r:id="rId63"/>
    <p:sldId id="337" r:id="rId64"/>
    <p:sldId id="394" r:id="rId65"/>
    <p:sldId id="397" r:id="rId66"/>
    <p:sldId id="399" r:id="rId67"/>
    <p:sldId id="379" r:id="rId68"/>
    <p:sldId id="382" r:id="rId69"/>
    <p:sldId id="384" r:id="rId70"/>
    <p:sldId id="383" r:id="rId71"/>
    <p:sldId id="385" r:id="rId72"/>
    <p:sldId id="386" r:id="rId73"/>
    <p:sldId id="38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70" r:id="rId84"/>
    <p:sldId id="339" r:id="rId85"/>
    <p:sldId id="403" r:id="rId86"/>
    <p:sldId id="404" r:id="rId87"/>
    <p:sldId id="405" r:id="rId88"/>
    <p:sldId id="338" r:id="rId89"/>
    <p:sldId id="340" r:id="rId90"/>
    <p:sldId id="406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72" r:id="rId101"/>
    <p:sldId id="352" r:id="rId102"/>
    <p:sldId id="353" r:id="rId103"/>
    <p:sldId id="354" r:id="rId104"/>
    <p:sldId id="355" r:id="rId105"/>
    <p:sldId id="407" r:id="rId106"/>
    <p:sldId id="388" r:id="rId107"/>
    <p:sldId id="408" r:id="rId108"/>
    <p:sldId id="409" r:id="rId109"/>
    <p:sldId id="410" r:id="rId110"/>
    <p:sldId id="412" r:id="rId111"/>
    <p:sldId id="413" r:id="rId112"/>
    <p:sldId id="414" r:id="rId113"/>
    <p:sldId id="416" r:id="rId114"/>
    <p:sldId id="421" r:id="rId115"/>
    <p:sldId id="417" r:id="rId116"/>
    <p:sldId id="418" r:id="rId117"/>
    <p:sldId id="419" r:id="rId118"/>
    <p:sldId id="420" r:id="rId119"/>
    <p:sldId id="415" r:id="rId12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EBBC39"/>
    <a:srgbClr val="CD8321"/>
    <a:srgbClr val="FF8409"/>
    <a:srgbClr val="FF3300"/>
    <a:srgbClr val="0000FF"/>
    <a:srgbClr val="FFCC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1124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0.xml"/><Relationship Id="rId98" Type="http://schemas.openxmlformats.org/officeDocument/2006/relationships/slide" Target="slides/slide89.xml"/><Relationship Id="rId97" Type="http://schemas.openxmlformats.org/officeDocument/2006/relationships/slide" Target="slides/slide88.xml"/><Relationship Id="rId96" Type="http://schemas.openxmlformats.org/officeDocument/2006/relationships/slide" Target="slides/slide87.xml"/><Relationship Id="rId95" Type="http://schemas.openxmlformats.org/officeDocument/2006/relationships/slide" Target="slides/slide86.xml"/><Relationship Id="rId94" Type="http://schemas.openxmlformats.org/officeDocument/2006/relationships/slide" Target="slides/slide85.xml"/><Relationship Id="rId93" Type="http://schemas.openxmlformats.org/officeDocument/2006/relationships/slide" Target="slides/slide84.xml"/><Relationship Id="rId92" Type="http://schemas.openxmlformats.org/officeDocument/2006/relationships/slide" Target="slides/slide83.xml"/><Relationship Id="rId91" Type="http://schemas.openxmlformats.org/officeDocument/2006/relationships/slide" Target="slides/slide82.xml"/><Relationship Id="rId90" Type="http://schemas.openxmlformats.org/officeDocument/2006/relationships/slide" Target="slides/slide81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80.xml"/><Relationship Id="rId88" Type="http://schemas.openxmlformats.org/officeDocument/2006/relationships/slide" Target="slides/slide79.xml"/><Relationship Id="rId87" Type="http://schemas.openxmlformats.org/officeDocument/2006/relationships/slide" Target="slides/slide78.xml"/><Relationship Id="rId86" Type="http://schemas.openxmlformats.org/officeDocument/2006/relationships/slide" Target="slides/slide77.xml"/><Relationship Id="rId85" Type="http://schemas.openxmlformats.org/officeDocument/2006/relationships/slide" Target="slides/slide76.xml"/><Relationship Id="rId84" Type="http://schemas.openxmlformats.org/officeDocument/2006/relationships/slide" Target="slides/slide75.xml"/><Relationship Id="rId83" Type="http://schemas.openxmlformats.org/officeDocument/2006/relationships/slide" Target="slides/slide74.xml"/><Relationship Id="rId82" Type="http://schemas.openxmlformats.org/officeDocument/2006/relationships/slide" Target="slides/slide73.xml"/><Relationship Id="rId81" Type="http://schemas.openxmlformats.org/officeDocument/2006/relationships/slide" Target="slides/slide72.xml"/><Relationship Id="rId80" Type="http://schemas.openxmlformats.org/officeDocument/2006/relationships/slide" Target="slides/slide71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70.xml"/><Relationship Id="rId78" Type="http://schemas.openxmlformats.org/officeDocument/2006/relationships/slide" Target="slides/slide69.xml"/><Relationship Id="rId77" Type="http://schemas.openxmlformats.org/officeDocument/2006/relationships/slide" Target="slides/slide68.xml"/><Relationship Id="rId76" Type="http://schemas.openxmlformats.org/officeDocument/2006/relationships/slide" Target="slides/slide67.xml"/><Relationship Id="rId75" Type="http://schemas.openxmlformats.org/officeDocument/2006/relationships/slide" Target="slides/slide66.xml"/><Relationship Id="rId74" Type="http://schemas.openxmlformats.org/officeDocument/2006/relationships/slide" Target="slides/slide6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60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4" Type="http://schemas.openxmlformats.org/officeDocument/2006/relationships/tableStyles" Target="tableStyles.xml"/><Relationship Id="rId123" Type="http://schemas.openxmlformats.org/officeDocument/2006/relationships/viewProps" Target="viewProps.xml"/><Relationship Id="rId122" Type="http://schemas.openxmlformats.org/officeDocument/2006/relationships/presProps" Target="presProps.xml"/><Relationship Id="rId121" Type="http://schemas.openxmlformats.org/officeDocument/2006/relationships/notesMaster" Target="notesMasters/notesMaster1.xml"/><Relationship Id="rId120" Type="http://schemas.openxmlformats.org/officeDocument/2006/relationships/slide" Target="slides/slide111.xml"/><Relationship Id="rId12" Type="http://schemas.openxmlformats.org/officeDocument/2006/relationships/slide" Target="slides/slide3.xml"/><Relationship Id="rId119" Type="http://schemas.openxmlformats.org/officeDocument/2006/relationships/slide" Target="slides/slide110.xml"/><Relationship Id="rId118" Type="http://schemas.openxmlformats.org/officeDocument/2006/relationships/slide" Target="slides/slide109.xml"/><Relationship Id="rId117" Type="http://schemas.openxmlformats.org/officeDocument/2006/relationships/slide" Target="slides/slide108.xml"/><Relationship Id="rId116" Type="http://schemas.openxmlformats.org/officeDocument/2006/relationships/slide" Target="slides/slide107.xml"/><Relationship Id="rId115" Type="http://schemas.openxmlformats.org/officeDocument/2006/relationships/slide" Target="slides/slide106.xml"/><Relationship Id="rId114" Type="http://schemas.openxmlformats.org/officeDocument/2006/relationships/slide" Target="slides/slide105.xml"/><Relationship Id="rId113" Type="http://schemas.openxmlformats.org/officeDocument/2006/relationships/slide" Target="slides/slide104.xml"/><Relationship Id="rId112" Type="http://schemas.openxmlformats.org/officeDocument/2006/relationships/slide" Target="slides/slide103.xml"/><Relationship Id="rId111" Type="http://schemas.openxmlformats.org/officeDocument/2006/relationships/slide" Target="slides/slide102.xml"/><Relationship Id="rId110" Type="http://schemas.openxmlformats.org/officeDocument/2006/relationships/slide" Target="slides/slide101.xml"/><Relationship Id="rId11" Type="http://schemas.openxmlformats.org/officeDocument/2006/relationships/slide" Target="slides/slide2.xml"/><Relationship Id="rId109" Type="http://schemas.openxmlformats.org/officeDocument/2006/relationships/slide" Target="slides/slide100.xml"/><Relationship Id="rId108" Type="http://schemas.openxmlformats.org/officeDocument/2006/relationships/slide" Target="slides/slide99.xml"/><Relationship Id="rId107" Type="http://schemas.openxmlformats.org/officeDocument/2006/relationships/slide" Target="slides/slide98.xml"/><Relationship Id="rId106" Type="http://schemas.openxmlformats.org/officeDocument/2006/relationships/slide" Target="slides/slide97.xml"/><Relationship Id="rId105" Type="http://schemas.openxmlformats.org/officeDocument/2006/relationships/slide" Target="slides/slide96.xml"/><Relationship Id="rId104" Type="http://schemas.openxmlformats.org/officeDocument/2006/relationships/slide" Target="slides/slide95.xml"/><Relationship Id="rId103" Type="http://schemas.openxmlformats.org/officeDocument/2006/relationships/slide" Target="slides/slide94.xml"/><Relationship Id="rId102" Type="http://schemas.openxmlformats.org/officeDocument/2006/relationships/slide" Target="slides/slide93.xml"/><Relationship Id="rId101" Type="http://schemas.openxmlformats.org/officeDocument/2006/relationships/slide" Target="slides/slide92.xml"/><Relationship Id="rId100" Type="http://schemas.openxmlformats.org/officeDocument/2006/relationships/slide" Target="slides/slide91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45.emf"/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50.emf"/><Relationship Id="rId4" Type="http://schemas.openxmlformats.org/officeDocument/2006/relationships/image" Target="../media/image49.e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28.vml.rels><?xml version="1.0" encoding="UTF-8" standalone="yes"?>
<Relationships xmlns="http://schemas.openxmlformats.org/package/2006/relationships"><Relationship Id="rId5" Type="http://schemas.openxmlformats.org/officeDocument/2006/relationships/image" Target="../media/image81.emf"/><Relationship Id="rId4" Type="http://schemas.openxmlformats.org/officeDocument/2006/relationships/image" Target="../media/image80.emf"/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wmf"/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0" Type="http://schemas.openxmlformats.org/officeDocument/2006/relationships/image" Target="../media/image93.wmf"/><Relationship Id="rId1" Type="http://schemas.openxmlformats.org/officeDocument/2006/relationships/image" Target="../media/image84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image" Target="../media/image94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wmf"/></Relationships>
</file>

<file path=ppt/drawings/_rels/vmlDrawing3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wmf"/><Relationship Id="rId8" Type="http://schemas.openxmlformats.org/officeDocument/2006/relationships/image" Target="../media/image126.wmf"/><Relationship Id="rId7" Type="http://schemas.openxmlformats.org/officeDocument/2006/relationships/image" Target="../media/image125.wmf"/><Relationship Id="rId6" Type="http://schemas.openxmlformats.org/officeDocument/2006/relationships/image" Target="../media/image124.wmf"/><Relationship Id="rId5" Type="http://schemas.openxmlformats.org/officeDocument/2006/relationships/image" Target="../media/image123.emf"/><Relationship Id="rId4" Type="http://schemas.openxmlformats.org/officeDocument/2006/relationships/image" Target="../media/image122.wmf"/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0" Type="http://schemas.openxmlformats.org/officeDocument/2006/relationships/image" Target="../media/image128.wmf"/><Relationship Id="rId1" Type="http://schemas.openxmlformats.org/officeDocument/2006/relationships/image" Target="../media/image119.wmf"/></Relationships>
</file>

<file path=ppt/drawings/_rels/vmlDrawing4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7" Type="http://schemas.openxmlformats.org/officeDocument/2006/relationships/image" Target="../media/image140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7" Type="http://schemas.openxmlformats.org/officeDocument/2006/relationships/image" Target="../media/image148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/Relationships>
</file>

<file path=ppt/drawings/_rels/vmlDrawing4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4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5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83.wmf"/><Relationship Id="rId5" Type="http://schemas.openxmlformats.org/officeDocument/2006/relationships/image" Target="../media/image182.wmf"/><Relationship Id="rId4" Type="http://schemas.openxmlformats.org/officeDocument/2006/relationships/image" Target="../media/image181.emf"/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" Type="http://schemas.openxmlformats.org/officeDocument/2006/relationships/image" Target="../media/image178.emf"/></Relationships>
</file>

<file path=ppt/drawings/_rels/vmlDrawing5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wmf"/><Relationship Id="rId8" Type="http://schemas.openxmlformats.org/officeDocument/2006/relationships/image" Target="../media/image191.wmf"/><Relationship Id="rId7" Type="http://schemas.openxmlformats.org/officeDocument/2006/relationships/image" Target="../media/image190.e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3" Type="http://schemas.openxmlformats.org/officeDocument/2006/relationships/image" Target="../media/image186.wmf"/><Relationship Id="rId2" Type="http://schemas.openxmlformats.org/officeDocument/2006/relationships/image" Target="../media/image185.emf"/><Relationship Id="rId1" Type="http://schemas.openxmlformats.org/officeDocument/2006/relationships/image" Target="../media/image184.emf"/></Relationships>
</file>

<file path=ppt/drawings/_rels/vmlDrawing5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6.wmf"/><Relationship Id="rId3" Type="http://schemas.openxmlformats.org/officeDocument/2006/relationships/image" Target="../media/image195.emf"/><Relationship Id="rId2" Type="http://schemas.openxmlformats.org/officeDocument/2006/relationships/image" Target="../media/image194.wmf"/><Relationship Id="rId1" Type="http://schemas.openxmlformats.org/officeDocument/2006/relationships/image" Target="../media/image193.emf"/></Relationships>
</file>

<file path=ppt/drawings/_rels/vmlDrawing5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1.emf"/><Relationship Id="rId4" Type="http://schemas.openxmlformats.org/officeDocument/2006/relationships/image" Target="../media/image200.emf"/><Relationship Id="rId3" Type="http://schemas.openxmlformats.org/officeDocument/2006/relationships/image" Target="../media/image199.emf"/><Relationship Id="rId2" Type="http://schemas.openxmlformats.org/officeDocument/2006/relationships/image" Target="../media/image198.emf"/><Relationship Id="rId1" Type="http://schemas.openxmlformats.org/officeDocument/2006/relationships/image" Target="../media/image197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e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e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/Relationships>
</file>

<file path=ppt/drawings/_rels/vmlDrawing5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1.emf"/><Relationship Id="rId3" Type="http://schemas.openxmlformats.org/officeDocument/2006/relationships/image" Target="../media/image210.e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e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wmf"/><Relationship Id="rId1" Type="http://schemas.openxmlformats.org/officeDocument/2006/relationships/image" Target="../media/image215.e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emf"/><Relationship Id="rId2" Type="http://schemas.openxmlformats.org/officeDocument/2006/relationships/image" Target="../media/image217.emf"/><Relationship Id="rId1" Type="http://schemas.openxmlformats.org/officeDocument/2006/relationships/image" Target="../media/image215.e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wmf"/><Relationship Id="rId1" Type="http://schemas.openxmlformats.org/officeDocument/2006/relationships/image" Target="../media/image175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w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1030" name="未知"/>
            <p:cNvSpPr/>
            <p:nvPr/>
          </p:nvSpPr>
          <p:spPr>
            <a:xfrm>
              <a:off x="1812" y="2811"/>
              <a:ext cx="3946" cy="1505"/>
            </a:xfrm>
            <a:custGeom>
              <a:avLst/>
              <a:gdLst/>
              <a:ahLst/>
              <a:cxnLst>
                <a:cxn ang="0">
                  <a:pos x="149" y="1505"/>
                </a:cxn>
                <a:cxn ang="0">
                  <a:pos x="689" y="1331"/>
                </a:cxn>
                <a:cxn ang="0">
                  <a:pos x="1217" y="1157"/>
                </a:cxn>
                <a:cxn ang="0">
                  <a:pos x="1733" y="977"/>
                </a:cxn>
                <a:cxn ang="0">
                  <a:pos x="2225" y="792"/>
                </a:cxn>
                <a:cxn ang="0">
                  <a:pos x="2464" y="696"/>
                </a:cxn>
                <a:cxn ang="0">
                  <a:pos x="2698" y="606"/>
                </a:cxn>
                <a:cxn ang="0">
                  <a:pos x="2927" y="510"/>
                </a:cxn>
                <a:cxn ang="0">
                  <a:pos x="3149" y="420"/>
                </a:cxn>
                <a:cxn ang="0">
                  <a:pos x="3358" y="324"/>
                </a:cxn>
                <a:cxn ang="0">
                  <a:pos x="3562" y="234"/>
                </a:cxn>
                <a:cxn ang="0">
                  <a:pos x="3760" y="138"/>
                </a:cxn>
                <a:cxn ang="0">
                  <a:pos x="3946" y="48"/>
                </a:cxn>
                <a:cxn ang="0">
                  <a:pos x="3946" y="0"/>
                </a:cxn>
                <a:cxn ang="0">
                  <a:pos x="3754" y="96"/>
                </a:cxn>
                <a:cxn ang="0">
                  <a:pos x="3550" y="192"/>
                </a:cxn>
                <a:cxn ang="0">
                  <a:pos x="3340" y="288"/>
                </a:cxn>
                <a:cxn ang="0">
                  <a:pos x="3125" y="384"/>
                </a:cxn>
                <a:cxn ang="0">
                  <a:pos x="2897" y="480"/>
                </a:cxn>
                <a:cxn ang="0">
                  <a:pos x="2662" y="576"/>
                </a:cxn>
                <a:cxn ang="0">
                  <a:pos x="2416" y="672"/>
                </a:cxn>
                <a:cxn ang="0">
                  <a:pos x="2171" y="768"/>
                </a:cxn>
                <a:cxn ang="0">
                  <a:pos x="1913" y="864"/>
                </a:cxn>
                <a:cxn ang="0">
                  <a:pos x="1655" y="960"/>
                </a:cxn>
                <a:cxn ang="0">
                  <a:pos x="1115" y="1145"/>
                </a:cxn>
                <a:cxn ang="0">
                  <a:pos x="564" y="1331"/>
                </a:cxn>
                <a:cxn ang="0">
                  <a:pos x="0" y="1505"/>
                </a:cxn>
                <a:cxn ang="0">
                  <a:pos x="149" y="1505"/>
                </a:cxn>
                <a:cxn ang="0">
                  <a:pos x="149" y="1505"/>
                </a:cxn>
              </a:cxnLst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未知"/>
            <p:cNvSpPr/>
            <p:nvPr/>
          </p:nvSpPr>
          <p:spPr>
            <a:xfrm>
              <a:off x="4025" y="3627"/>
              <a:ext cx="1733" cy="689"/>
            </a:xfrm>
            <a:custGeom>
              <a:avLst/>
              <a:gdLst/>
              <a:ahLst/>
              <a:cxnLst>
                <a:cxn ang="0">
                  <a:pos x="132" y="689"/>
                </a:cxn>
                <a:cxn ang="0">
                  <a:pos x="552" y="527"/>
                </a:cxn>
                <a:cxn ang="0">
                  <a:pos x="966" y="365"/>
                </a:cxn>
                <a:cxn ang="0">
                  <a:pos x="1163" y="287"/>
                </a:cxn>
                <a:cxn ang="0">
                  <a:pos x="1361" y="203"/>
                </a:cxn>
                <a:cxn ang="0">
                  <a:pos x="1553" y="126"/>
                </a:cxn>
                <a:cxn ang="0">
                  <a:pos x="1733" y="48"/>
                </a:cxn>
                <a:cxn ang="0">
                  <a:pos x="1733" y="0"/>
                </a:cxn>
                <a:cxn ang="0">
                  <a:pos x="1535" y="84"/>
                </a:cxn>
                <a:cxn ang="0">
                  <a:pos x="1331" y="167"/>
                </a:cxn>
                <a:cxn ang="0">
                  <a:pos x="1121" y="257"/>
                </a:cxn>
                <a:cxn ang="0">
                  <a:pos x="906" y="341"/>
                </a:cxn>
                <a:cxn ang="0">
                  <a:pos x="455" y="515"/>
                </a:cxn>
                <a:cxn ang="0">
                  <a:pos x="0" y="689"/>
                </a:cxn>
                <a:cxn ang="0">
                  <a:pos x="132" y="689"/>
                </a:cxn>
                <a:cxn ang="0">
                  <a:pos x="132" y="689"/>
                </a:cxn>
              </a:cxnLst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未知"/>
            <p:cNvSpPr/>
            <p:nvPr/>
          </p:nvSpPr>
          <p:spPr>
            <a:xfrm>
              <a:off x="0" y="0"/>
              <a:ext cx="5578" cy="3447"/>
            </a:xfrm>
            <a:custGeom>
              <a:avLst/>
              <a:gdLst/>
              <a:ahLst/>
              <a:cxnLst>
                <a:cxn ang="0">
                  <a:pos x="5578" y="929"/>
                </a:cxn>
                <a:cxn ang="0">
                  <a:pos x="5554" y="773"/>
                </a:cxn>
                <a:cxn ang="0">
                  <a:pos x="5470" y="629"/>
                </a:cxn>
                <a:cxn ang="0">
                  <a:pos x="5343" y="492"/>
                </a:cxn>
                <a:cxn ang="0">
                  <a:pos x="5164" y="366"/>
                </a:cxn>
                <a:cxn ang="0">
                  <a:pos x="4936" y="252"/>
                </a:cxn>
                <a:cxn ang="0">
                  <a:pos x="4666" y="144"/>
                </a:cxn>
                <a:cxn ang="0">
                  <a:pos x="4354" y="48"/>
                </a:cxn>
                <a:cxn ang="0">
                  <a:pos x="4012" y="0"/>
                </a:cxn>
                <a:cxn ang="0">
                  <a:pos x="4372" y="90"/>
                </a:cxn>
                <a:cxn ang="0">
                  <a:pos x="4684" y="192"/>
                </a:cxn>
                <a:cxn ang="0">
                  <a:pos x="4948" y="306"/>
                </a:cxn>
                <a:cxn ang="0">
                  <a:pos x="5164" y="426"/>
                </a:cxn>
                <a:cxn ang="0">
                  <a:pos x="5331" y="557"/>
                </a:cxn>
                <a:cxn ang="0">
                  <a:pos x="5446" y="701"/>
                </a:cxn>
                <a:cxn ang="0">
                  <a:pos x="5506" y="851"/>
                </a:cxn>
                <a:cxn ang="0">
                  <a:pos x="5506" y="1013"/>
                </a:cxn>
                <a:cxn ang="0">
                  <a:pos x="5458" y="1163"/>
                </a:cxn>
                <a:cxn ang="0">
                  <a:pos x="5361" y="1319"/>
                </a:cxn>
                <a:cxn ang="0">
                  <a:pos x="5218" y="1475"/>
                </a:cxn>
                <a:cxn ang="0">
                  <a:pos x="5032" y="1630"/>
                </a:cxn>
                <a:cxn ang="0">
                  <a:pos x="4804" y="1786"/>
                </a:cxn>
                <a:cxn ang="0">
                  <a:pos x="4540" y="1948"/>
                </a:cxn>
                <a:cxn ang="0">
                  <a:pos x="4228" y="2104"/>
                </a:cxn>
                <a:cxn ang="0">
                  <a:pos x="3887" y="2260"/>
                </a:cxn>
                <a:cxn ang="0">
                  <a:pos x="3509" y="2416"/>
                </a:cxn>
                <a:cxn ang="0">
                  <a:pos x="3094" y="2566"/>
                </a:cxn>
                <a:cxn ang="0">
                  <a:pos x="2651" y="2715"/>
                </a:cxn>
                <a:cxn ang="0">
                  <a:pos x="2171" y="2865"/>
                </a:cxn>
                <a:cxn ang="0">
                  <a:pos x="1667" y="3009"/>
                </a:cxn>
                <a:cxn ang="0">
                  <a:pos x="1139" y="3147"/>
                </a:cxn>
                <a:cxn ang="0">
                  <a:pos x="582" y="3279"/>
                </a:cxn>
                <a:cxn ang="0">
                  <a:pos x="0" y="3447"/>
                </a:cxn>
                <a:cxn ang="0">
                  <a:pos x="870" y="3249"/>
                </a:cxn>
                <a:cxn ang="0">
                  <a:pos x="1421" y="3105"/>
                </a:cxn>
                <a:cxn ang="0">
                  <a:pos x="1943" y="2961"/>
                </a:cxn>
                <a:cxn ang="0">
                  <a:pos x="2441" y="2817"/>
                </a:cxn>
                <a:cxn ang="0">
                  <a:pos x="2909" y="2668"/>
                </a:cxn>
                <a:cxn ang="0">
                  <a:pos x="3340" y="2512"/>
                </a:cxn>
                <a:cxn ang="0">
                  <a:pos x="3742" y="2356"/>
                </a:cxn>
                <a:cxn ang="0">
                  <a:pos x="4109" y="2200"/>
                </a:cxn>
                <a:cxn ang="0">
                  <a:pos x="4439" y="2038"/>
                </a:cxn>
                <a:cxn ang="0">
                  <a:pos x="4732" y="1876"/>
                </a:cxn>
                <a:cxn ang="0">
                  <a:pos x="4984" y="1720"/>
                </a:cxn>
                <a:cxn ang="0">
                  <a:pos x="5194" y="1559"/>
                </a:cxn>
                <a:cxn ang="0">
                  <a:pos x="5355" y="1397"/>
                </a:cxn>
                <a:cxn ang="0">
                  <a:pos x="5476" y="1241"/>
                </a:cxn>
                <a:cxn ang="0">
                  <a:pos x="5554" y="1085"/>
                </a:cxn>
                <a:cxn ang="0">
                  <a:pos x="5572" y="1007"/>
                </a:cxn>
              </a:cxnLst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未知"/>
            <p:cNvSpPr/>
            <p:nvPr/>
          </p:nvSpPr>
          <p:spPr bwMode="auto">
            <a:xfrm>
              <a:off x="4942" y="0"/>
              <a:ext cx="816" cy="276"/>
            </a:xfrm>
            <a:custGeom>
              <a:avLst/>
              <a:gdLst>
                <a:gd name="T0" fmla="*/ 813 w 813"/>
                <a:gd name="T1" fmla="*/ 222 h 276"/>
                <a:gd name="T2" fmla="*/ 670 w 813"/>
                <a:gd name="T3" fmla="*/ 162 h 276"/>
                <a:gd name="T4" fmla="*/ 514 w 813"/>
                <a:gd name="T5" fmla="*/ 108 h 276"/>
                <a:gd name="T6" fmla="*/ 347 w 813"/>
                <a:gd name="T7" fmla="*/ 54 h 276"/>
                <a:gd name="T8" fmla="*/ 167 w 813"/>
                <a:gd name="T9" fmla="*/ 0 h 276"/>
                <a:gd name="T10" fmla="*/ 0 w 813"/>
                <a:gd name="T11" fmla="*/ 0 h 276"/>
                <a:gd name="T12" fmla="*/ 227 w 813"/>
                <a:gd name="T13" fmla="*/ 60 h 276"/>
                <a:gd name="T14" fmla="*/ 442 w 813"/>
                <a:gd name="T15" fmla="*/ 132 h 276"/>
                <a:gd name="T16" fmla="*/ 634 w 813"/>
                <a:gd name="T17" fmla="*/ 204 h 276"/>
                <a:gd name="T18" fmla="*/ 813 w 813"/>
                <a:gd name="T19" fmla="*/ 276 h 276"/>
                <a:gd name="T20" fmla="*/ 813 w 813"/>
                <a:gd name="T21" fmla="*/ 222 h 276"/>
                <a:gd name="T22" fmla="*/ 813 w 813"/>
                <a:gd name="T23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未知"/>
            <p:cNvSpPr/>
            <p:nvPr/>
          </p:nvSpPr>
          <p:spPr>
            <a:xfrm>
              <a:off x="0" y="1984"/>
              <a:ext cx="5758" cy="2098"/>
            </a:xfrm>
            <a:custGeom>
              <a:avLst/>
              <a:gdLst/>
              <a:ahLst/>
              <a:cxnLst>
                <a:cxn ang="0">
                  <a:pos x="5758" y="0"/>
                </a:cxn>
                <a:cxn ang="0">
                  <a:pos x="5656" y="72"/>
                </a:cxn>
                <a:cxn ang="0">
                  <a:pos x="5554" y="138"/>
                </a:cxn>
                <a:cxn ang="0">
                  <a:pos x="5440" y="210"/>
                </a:cxn>
                <a:cxn ang="0">
                  <a:pos x="5321" y="276"/>
                </a:cxn>
                <a:cxn ang="0">
                  <a:pos x="5068" y="414"/>
                </a:cxn>
                <a:cxn ang="0">
                  <a:pos x="4792" y="552"/>
                </a:cxn>
                <a:cxn ang="0">
                  <a:pos x="4492" y="690"/>
                </a:cxn>
                <a:cxn ang="0">
                  <a:pos x="4175" y="827"/>
                </a:cxn>
                <a:cxn ang="0">
                  <a:pos x="3839" y="959"/>
                </a:cxn>
                <a:cxn ang="0">
                  <a:pos x="3479" y="1091"/>
                </a:cxn>
                <a:cxn ang="0">
                  <a:pos x="3101" y="1223"/>
                </a:cxn>
                <a:cxn ang="0">
                  <a:pos x="2705" y="1355"/>
                </a:cxn>
                <a:cxn ang="0">
                  <a:pos x="2291" y="1481"/>
                </a:cxn>
                <a:cxn ang="0">
                  <a:pos x="1866" y="1601"/>
                </a:cxn>
                <a:cxn ang="0">
                  <a:pos x="1421" y="1721"/>
                </a:cxn>
                <a:cxn ang="0">
                  <a:pos x="960" y="1834"/>
                </a:cxn>
                <a:cxn ang="0">
                  <a:pos x="486" y="1948"/>
                </a:cxn>
                <a:cxn ang="0">
                  <a:pos x="0" y="2056"/>
                </a:cxn>
                <a:cxn ang="0">
                  <a:pos x="0" y="2098"/>
                </a:cxn>
                <a:cxn ang="0">
                  <a:pos x="479" y="1990"/>
                </a:cxn>
                <a:cxn ang="0">
                  <a:pos x="954" y="1882"/>
                </a:cxn>
                <a:cxn ang="0">
                  <a:pos x="1409" y="1763"/>
                </a:cxn>
                <a:cxn ang="0">
                  <a:pos x="1848" y="1649"/>
                </a:cxn>
                <a:cxn ang="0">
                  <a:pos x="2273" y="1523"/>
                </a:cxn>
                <a:cxn ang="0">
                  <a:pos x="2687" y="1397"/>
                </a:cxn>
                <a:cxn ang="0">
                  <a:pos x="3077" y="1271"/>
                </a:cxn>
                <a:cxn ang="0">
                  <a:pos x="3455" y="1139"/>
                </a:cxn>
                <a:cxn ang="0">
                  <a:pos x="3815" y="1007"/>
                </a:cxn>
                <a:cxn ang="0">
                  <a:pos x="4151" y="875"/>
                </a:cxn>
                <a:cxn ang="0">
                  <a:pos x="4474" y="737"/>
                </a:cxn>
                <a:cxn ang="0">
                  <a:pos x="4774" y="600"/>
                </a:cxn>
                <a:cxn ang="0">
                  <a:pos x="5056" y="462"/>
                </a:cxn>
                <a:cxn ang="0">
                  <a:pos x="5309" y="324"/>
                </a:cxn>
                <a:cxn ang="0">
                  <a:pos x="5548" y="186"/>
                </a:cxn>
                <a:cxn ang="0">
                  <a:pos x="5758" y="48"/>
                </a:cxn>
                <a:cxn ang="0">
                  <a:pos x="5758" y="0"/>
                </a:cxn>
                <a:cxn ang="0">
                  <a:pos x="5758" y="0"/>
                </a:cxn>
              </a:cxnLst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未知"/>
            <p:cNvSpPr/>
            <p:nvPr/>
          </p:nvSpPr>
          <p:spPr>
            <a:xfrm>
              <a:off x="0" y="102"/>
              <a:ext cx="1961" cy="1265"/>
            </a:xfrm>
            <a:custGeom>
              <a:avLst/>
              <a:gdLst/>
              <a:ahLst/>
              <a:cxnLst>
                <a:cxn ang="0">
                  <a:pos x="1961" y="485"/>
                </a:cxn>
                <a:cxn ang="0">
                  <a:pos x="1907" y="390"/>
                </a:cxn>
                <a:cxn ang="0">
                  <a:pos x="1775" y="306"/>
                </a:cxn>
                <a:cxn ang="0">
                  <a:pos x="1584" y="228"/>
                </a:cxn>
                <a:cxn ang="0">
                  <a:pos x="1331" y="162"/>
                </a:cxn>
                <a:cxn ang="0">
                  <a:pos x="1013" y="102"/>
                </a:cxn>
                <a:cxn ang="0">
                  <a:pos x="648" y="54"/>
                </a:cxn>
                <a:cxn ang="0">
                  <a:pos x="228" y="18"/>
                </a:cxn>
                <a:cxn ang="0">
                  <a:pos x="0" y="12"/>
                </a:cxn>
                <a:cxn ang="0">
                  <a:pos x="432" y="48"/>
                </a:cxn>
                <a:cxn ang="0">
                  <a:pos x="815" y="90"/>
                </a:cxn>
                <a:cxn ang="0">
                  <a:pos x="1152" y="144"/>
                </a:cxn>
                <a:cxn ang="0">
                  <a:pos x="1427" y="204"/>
                </a:cxn>
                <a:cxn ang="0">
                  <a:pos x="1643" y="276"/>
                </a:cxn>
                <a:cxn ang="0">
                  <a:pos x="1800" y="360"/>
                </a:cxn>
                <a:cxn ang="0">
                  <a:pos x="1889" y="443"/>
                </a:cxn>
                <a:cxn ang="0">
                  <a:pos x="1907" y="539"/>
                </a:cxn>
                <a:cxn ang="0">
                  <a:pos x="1860" y="629"/>
                </a:cxn>
                <a:cxn ang="0">
                  <a:pos x="1751" y="719"/>
                </a:cxn>
                <a:cxn ang="0">
                  <a:pos x="1584" y="809"/>
                </a:cxn>
                <a:cxn ang="0">
                  <a:pos x="1361" y="899"/>
                </a:cxn>
                <a:cxn ang="0">
                  <a:pos x="1091" y="989"/>
                </a:cxn>
                <a:cxn ang="0">
                  <a:pos x="767" y="1073"/>
                </a:cxn>
                <a:cxn ang="0">
                  <a:pos x="408" y="1157"/>
                </a:cxn>
                <a:cxn ang="0">
                  <a:pos x="0" y="1241"/>
                </a:cxn>
                <a:cxn ang="0">
                  <a:pos x="216" y="1223"/>
                </a:cxn>
                <a:cxn ang="0">
                  <a:pos x="612" y="1139"/>
                </a:cxn>
                <a:cxn ang="0">
                  <a:pos x="960" y="1049"/>
                </a:cxn>
                <a:cxn ang="0">
                  <a:pos x="1266" y="959"/>
                </a:cxn>
                <a:cxn ang="0">
                  <a:pos x="1518" y="863"/>
                </a:cxn>
                <a:cxn ang="0">
                  <a:pos x="1721" y="767"/>
                </a:cxn>
                <a:cxn ang="0">
                  <a:pos x="1866" y="677"/>
                </a:cxn>
                <a:cxn ang="0">
                  <a:pos x="1943" y="581"/>
                </a:cxn>
                <a:cxn ang="0">
                  <a:pos x="1961" y="533"/>
                </a:cxn>
              </a:cxnLst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未知"/>
            <p:cNvSpPr/>
            <p:nvPr/>
          </p:nvSpPr>
          <p:spPr>
            <a:xfrm>
              <a:off x="0" y="0"/>
              <a:ext cx="4709" cy="2901"/>
            </a:xfrm>
            <a:custGeom>
              <a:avLst/>
              <a:gdLst/>
              <a:ahLst/>
              <a:cxnLst>
                <a:cxn ang="0">
                  <a:pos x="4709" y="797"/>
                </a:cxn>
                <a:cxn ang="0">
                  <a:pos x="4679" y="665"/>
                </a:cxn>
                <a:cxn ang="0">
                  <a:pos x="4601" y="540"/>
                </a:cxn>
                <a:cxn ang="0">
                  <a:pos x="4480" y="426"/>
                </a:cxn>
                <a:cxn ang="0">
                  <a:pos x="4313" y="312"/>
                </a:cxn>
                <a:cxn ang="0">
                  <a:pos x="4097" y="216"/>
                </a:cxn>
                <a:cxn ang="0">
                  <a:pos x="3845" y="120"/>
                </a:cxn>
                <a:cxn ang="0">
                  <a:pos x="3551" y="36"/>
                </a:cxn>
                <a:cxn ang="0">
                  <a:pos x="3215" y="0"/>
                </a:cxn>
                <a:cxn ang="0">
                  <a:pos x="3551" y="78"/>
                </a:cxn>
                <a:cxn ang="0">
                  <a:pos x="3845" y="162"/>
                </a:cxn>
                <a:cxn ang="0">
                  <a:pos x="4097" y="258"/>
                </a:cxn>
                <a:cxn ang="0">
                  <a:pos x="4301" y="366"/>
                </a:cxn>
                <a:cxn ang="0">
                  <a:pos x="4457" y="480"/>
                </a:cxn>
                <a:cxn ang="0">
                  <a:pos x="4565" y="605"/>
                </a:cxn>
                <a:cxn ang="0">
                  <a:pos x="4625" y="737"/>
                </a:cxn>
                <a:cxn ang="0">
                  <a:pos x="4625" y="875"/>
                </a:cxn>
                <a:cxn ang="0">
                  <a:pos x="4583" y="1001"/>
                </a:cxn>
                <a:cxn ang="0">
                  <a:pos x="4504" y="1127"/>
                </a:cxn>
                <a:cxn ang="0">
                  <a:pos x="4385" y="1259"/>
                </a:cxn>
                <a:cxn ang="0">
                  <a:pos x="4228" y="1385"/>
                </a:cxn>
                <a:cxn ang="0">
                  <a:pos x="4037" y="1517"/>
                </a:cxn>
                <a:cxn ang="0">
                  <a:pos x="3815" y="1648"/>
                </a:cxn>
                <a:cxn ang="0">
                  <a:pos x="3557" y="1774"/>
                </a:cxn>
                <a:cxn ang="0">
                  <a:pos x="3269" y="1906"/>
                </a:cxn>
                <a:cxn ang="0">
                  <a:pos x="2951" y="2032"/>
                </a:cxn>
                <a:cxn ang="0">
                  <a:pos x="2603" y="2164"/>
                </a:cxn>
                <a:cxn ang="0">
                  <a:pos x="2231" y="2284"/>
                </a:cxn>
                <a:cxn ang="0">
                  <a:pos x="1830" y="2410"/>
                </a:cxn>
                <a:cxn ang="0">
                  <a:pos x="1403" y="2530"/>
                </a:cxn>
                <a:cxn ang="0">
                  <a:pos x="486" y="2757"/>
                </a:cxn>
                <a:cxn ang="0">
                  <a:pos x="0" y="2901"/>
                </a:cxn>
                <a:cxn ang="0">
                  <a:pos x="972" y="2674"/>
                </a:cxn>
                <a:cxn ang="0">
                  <a:pos x="1643" y="2494"/>
                </a:cxn>
                <a:cxn ang="0">
                  <a:pos x="2064" y="2374"/>
                </a:cxn>
                <a:cxn ang="0">
                  <a:pos x="2459" y="2248"/>
                </a:cxn>
                <a:cxn ang="0">
                  <a:pos x="2825" y="2116"/>
                </a:cxn>
                <a:cxn ang="0">
                  <a:pos x="3161" y="1984"/>
                </a:cxn>
                <a:cxn ang="0">
                  <a:pos x="3473" y="1858"/>
                </a:cxn>
                <a:cxn ang="0">
                  <a:pos x="3749" y="1720"/>
                </a:cxn>
                <a:cxn ang="0">
                  <a:pos x="3995" y="1589"/>
                </a:cxn>
                <a:cxn ang="0">
                  <a:pos x="4204" y="1457"/>
                </a:cxn>
                <a:cxn ang="0">
                  <a:pos x="4385" y="1325"/>
                </a:cxn>
                <a:cxn ang="0">
                  <a:pos x="4522" y="1193"/>
                </a:cxn>
                <a:cxn ang="0">
                  <a:pos x="4625" y="1061"/>
                </a:cxn>
                <a:cxn ang="0">
                  <a:pos x="4685" y="935"/>
                </a:cxn>
                <a:cxn ang="0">
                  <a:pos x="4703" y="869"/>
                </a:cxn>
              </a:cxnLst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未知"/>
            <p:cNvSpPr/>
            <p:nvPr/>
          </p:nvSpPr>
          <p:spPr>
            <a:xfrm>
              <a:off x="0" y="0"/>
              <a:ext cx="3773" cy="2356"/>
            </a:xfrm>
            <a:custGeom>
              <a:avLst/>
              <a:gdLst/>
              <a:ahLst/>
              <a:cxnLst>
                <a:cxn ang="0">
                  <a:pos x="3773" y="719"/>
                </a:cxn>
                <a:cxn ang="0">
                  <a:pos x="3743" y="599"/>
                </a:cxn>
                <a:cxn ang="0">
                  <a:pos x="3665" y="486"/>
                </a:cxn>
                <a:cxn ang="0">
                  <a:pos x="3533" y="378"/>
                </a:cxn>
                <a:cxn ang="0">
                  <a:pos x="3359" y="282"/>
                </a:cxn>
                <a:cxn ang="0">
                  <a:pos x="3137" y="192"/>
                </a:cxn>
                <a:cxn ang="0">
                  <a:pos x="2873" y="108"/>
                </a:cxn>
                <a:cxn ang="0">
                  <a:pos x="2567" y="36"/>
                </a:cxn>
                <a:cxn ang="0">
                  <a:pos x="2237" y="0"/>
                </a:cxn>
                <a:cxn ang="0">
                  <a:pos x="2585" y="72"/>
                </a:cxn>
                <a:cxn ang="0">
                  <a:pos x="2885" y="150"/>
                </a:cxn>
                <a:cxn ang="0">
                  <a:pos x="3149" y="234"/>
                </a:cxn>
                <a:cxn ang="0">
                  <a:pos x="3359" y="330"/>
                </a:cxn>
                <a:cxn ang="0">
                  <a:pos x="3527" y="432"/>
                </a:cxn>
                <a:cxn ang="0">
                  <a:pos x="3635" y="545"/>
                </a:cxn>
                <a:cxn ang="0">
                  <a:pos x="3695" y="665"/>
                </a:cxn>
                <a:cxn ang="0">
                  <a:pos x="3701" y="791"/>
                </a:cxn>
                <a:cxn ang="0">
                  <a:pos x="3665" y="887"/>
                </a:cxn>
                <a:cxn ang="0">
                  <a:pos x="3604" y="989"/>
                </a:cxn>
                <a:cxn ang="0">
                  <a:pos x="3509" y="1091"/>
                </a:cxn>
                <a:cxn ang="0">
                  <a:pos x="3383" y="1187"/>
                </a:cxn>
                <a:cxn ang="0">
                  <a:pos x="3233" y="1289"/>
                </a:cxn>
                <a:cxn ang="0">
                  <a:pos x="3053" y="1391"/>
                </a:cxn>
                <a:cxn ang="0">
                  <a:pos x="2843" y="1493"/>
                </a:cxn>
                <a:cxn ang="0">
                  <a:pos x="2615" y="1589"/>
                </a:cxn>
                <a:cxn ang="0">
                  <a:pos x="2082" y="1786"/>
                </a:cxn>
                <a:cxn ang="0">
                  <a:pos x="1464" y="1972"/>
                </a:cxn>
                <a:cxn ang="0">
                  <a:pos x="767" y="2158"/>
                </a:cxn>
                <a:cxn ang="0">
                  <a:pos x="0" y="2326"/>
                </a:cxn>
                <a:cxn ang="0">
                  <a:pos x="402" y="2272"/>
                </a:cxn>
                <a:cxn ang="0">
                  <a:pos x="1146" y="2092"/>
                </a:cxn>
                <a:cxn ang="0">
                  <a:pos x="1818" y="1900"/>
                </a:cxn>
                <a:cxn ang="0">
                  <a:pos x="2400" y="1702"/>
                </a:cxn>
                <a:cxn ang="0">
                  <a:pos x="2657" y="1607"/>
                </a:cxn>
                <a:cxn ang="0">
                  <a:pos x="2891" y="1505"/>
                </a:cxn>
                <a:cxn ang="0">
                  <a:pos x="3101" y="1403"/>
                </a:cxn>
                <a:cxn ang="0">
                  <a:pos x="3287" y="1301"/>
                </a:cxn>
                <a:cxn ang="0">
                  <a:pos x="3443" y="1193"/>
                </a:cxn>
                <a:cxn ang="0">
                  <a:pos x="3569" y="1091"/>
                </a:cxn>
                <a:cxn ang="0">
                  <a:pos x="3665" y="989"/>
                </a:cxn>
                <a:cxn ang="0">
                  <a:pos x="3731" y="887"/>
                </a:cxn>
                <a:cxn ang="0">
                  <a:pos x="3767" y="785"/>
                </a:cxn>
              </a:cxnLst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未知"/>
            <p:cNvSpPr/>
            <p:nvPr/>
          </p:nvSpPr>
          <p:spPr>
            <a:xfrm>
              <a:off x="0" y="0"/>
              <a:ext cx="2933" cy="1846"/>
            </a:xfrm>
            <a:custGeom>
              <a:avLst/>
              <a:gdLst/>
              <a:ahLst/>
              <a:cxnLst>
                <a:cxn ang="0">
                  <a:pos x="2933" y="647"/>
                </a:cxn>
                <a:cxn ang="0">
                  <a:pos x="2885" y="528"/>
                </a:cxn>
                <a:cxn ang="0">
                  <a:pos x="2758" y="414"/>
                </a:cxn>
                <a:cxn ang="0">
                  <a:pos x="2567" y="318"/>
                </a:cxn>
                <a:cxn ang="0">
                  <a:pos x="2309" y="228"/>
                </a:cxn>
                <a:cxn ang="0">
                  <a:pos x="1991" y="150"/>
                </a:cxn>
                <a:cxn ang="0">
                  <a:pos x="1613" y="78"/>
                </a:cxn>
                <a:cxn ang="0">
                  <a:pos x="1182" y="24"/>
                </a:cxn>
                <a:cxn ang="0">
                  <a:pos x="696" y="0"/>
                </a:cxn>
                <a:cxn ang="0">
                  <a:pos x="1194" y="48"/>
                </a:cxn>
                <a:cxn ang="0">
                  <a:pos x="1631" y="108"/>
                </a:cxn>
                <a:cxn ang="0">
                  <a:pos x="2015" y="180"/>
                </a:cxn>
                <a:cxn ang="0">
                  <a:pos x="2333" y="264"/>
                </a:cxn>
                <a:cxn ang="0">
                  <a:pos x="2579" y="360"/>
                </a:cxn>
                <a:cxn ang="0">
                  <a:pos x="2758" y="468"/>
                </a:cxn>
                <a:cxn ang="0">
                  <a:pos x="2855" y="587"/>
                </a:cxn>
                <a:cxn ang="0">
                  <a:pos x="2873" y="713"/>
                </a:cxn>
                <a:cxn ang="0">
                  <a:pos x="2849" y="785"/>
                </a:cxn>
                <a:cxn ang="0">
                  <a:pos x="2801" y="857"/>
                </a:cxn>
                <a:cxn ang="0">
                  <a:pos x="2633" y="1001"/>
                </a:cxn>
                <a:cxn ang="0">
                  <a:pos x="2375" y="1145"/>
                </a:cxn>
                <a:cxn ang="0">
                  <a:pos x="2039" y="1289"/>
                </a:cxn>
                <a:cxn ang="0">
                  <a:pos x="1631" y="1433"/>
                </a:cxn>
                <a:cxn ang="0">
                  <a:pos x="1146" y="1571"/>
                </a:cxn>
                <a:cxn ang="0">
                  <a:pos x="606" y="1702"/>
                </a:cxn>
                <a:cxn ang="0">
                  <a:pos x="0" y="1828"/>
                </a:cxn>
                <a:cxn ang="0">
                  <a:pos x="312" y="1780"/>
                </a:cxn>
                <a:cxn ang="0">
                  <a:pos x="900" y="1648"/>
                </a:cxn>
                <a:cxn ang="0">
                  <a:pos x="1421" y="1511"/>
                </a:cxn>
                <a:cxn ang="0">
                  <a:pos x="1877" y="1367"/>
                </a:cxn>
                <a:cxn ang="0">
                  <a:pos x="2261" y="1223"/>
                </a:cxn>
                <a:cxn ang="0">
                  <a:pos x="2567" y="1079"/>
                </a:cxn>
                <a:cxn ang="0">
                  <a:pos x="2783" y="929"/>
                </a:cxn>
                <a:cxn ang="0">
                  <a:pos x="2885" y="815"/>
                </a:cxn>
                <a:cxn ang="0">
                  <a:pos x="2921" y="743"/>
                </a:cxn>
                <a:cxn ang="0">
                  <a:pos x="2933" y="707"/>
                </a:cxn>
              </a:cxnLst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未知"/>
            <p:cNvSpPr/>
            <p:nvPr/>
          </p:nvSpPr>
          <p:spPr>
            <a:xfrm>
              <a:off x="114" y="2847"/>
              <a:ext cx="1493" cy="204"/>
            </a:xfrm>
            <a:custGeom>
              <a:avLst/>
              <a:gdLst/>
              <a:ahLst/>
              <a:cxnLst>
                <a:cxn ang="0">
                  <a:pos x="1404" y="204"/>
                </a:cxn>
                <a:cxn ang="0">
                  <a:pos x="0" y="18"/>
                </a:cxn>
                <a:cxn ang="0">
                  <a:pos x="77" y="0"/>
                </a:cxn>
                <a:cxn ang="0">
                  <a:pos x="1493" y="186"/>
                </a:cxn>
                <a:cxn ang="0">
                  <a:pos x="1404" y="204"/>
                </a:cxn>
                <a:cxn ang="0">
                  <a:pos x="1404" y="204"/>
                </a:cxn>
              </a:cxnLst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1" name="Rectangle 14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2" name="Group 15"/>
            <p:cNvGrpSpPr/>
            <p:nvPr/>
          </p:nvGrpSpPr>
          <p:grpSpPr>
            <a:xfrm>
              <a:off x="192" y="2284"/>
              <a:ext cx="1254" cy="923"/>
              <a:chOff x="0" y="0"/>
              <a:chExt cx="1254" cy="923"/>
            </a:xfrm>
          </p:grpSpPr>
          <p:sp>
            <p:nvSpPr>
              <p:cNvPr id="1043" name="未知"/>
              <p:cNvSpPr/>
              <p:nvPr/>
            </p:nvSpPr>
            <p:spPr>
              <a:xfrm>
                <a:off x="216" y="725"/>
                <a:ext cx="47" cy="6"/>
              </a:xfrm>
              <a:custGeom>
                <a:avLst/>
                <a:gdLst/>
                <a:ahLst/>
                <a:cxnLst>
                  <a:cxn ang="0">
                    <a:pos x="4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7" y="6"/>
                  </a:cxn>
                  <a:cxn ang="0">
                    <a:pos x="47" y="6"/>
                  </a:cxn>
                  <a:cxn ang="0">
                    <a:pos x="47" y="6"/>
                  </a:cxn>
                </a:cxnLst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4" name="未知"/>
              <p:cNvSpPr/>
              <p:nvPr/>
            </p:nvSpPr>
            <p:spPr>
              <a:xfrm>
                <a:off x="720" y="0"/>
                <a:ext cx="324" cy="162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24"/>
                  </a:cxn>
                  <a:cxn ang="0">
                    <a:pos x="12" y="18"/>
                  </a:cxn>
                  <a:cxn ang="0">
                    <a:pos x="48" y="6"/>
                  </a:cxn>
                  <a:cxn ang="0">
                    <a:pos x="101" y="0"/>
                  </a:cxn>
                  <a:cxn ang="0">
                    <a:pos x="137" y="6"/>
                  </a:cxn>
                  <a:cxn ang="0">
                    <a:pos x="174" y="18"/>
                  </a:cxn>
                  <a:cxn ang="0">
                    <a:pos x="240" y="54"/>
                  </a:cxn>
                  <a:cxn ang="0">
                    <a:pos x="288" y="90"/>
                  </a:cxn>
                  <a:cxn ang="0">
                    <a:pos x="318" y="114"/>
                  </a:cxn>
                  <a:cxn ang="0">
                    <a:pos x="324" y="126"/>
                  </a:cxn>
                  <a:cxn ang="0">
                    <a:pos x="324" y="126"/>
                  </a:cxn>
                  <a:cxn ang="0">
                    <a:pos x="222" y="162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5" name="未知"/>
              <p:cNvSpPr>
                <a:spLocks noEditPoints="1"/>
              </p:cNvSpPr>
              <p:nvPr/>
            </p:nvSpPr>
            <p:spPr>
              <a:xfrm>
                <a:off x="0" y="0"/>
                <a:ext cx="1254" cy="923"/>
              </a:xfrm>
              <a:custGeom>
                <a:avLst/>
                <a:gdLst/>
                <a:ahLst/>
                <a:cxnLst>
                  <a:cxn ang="0">
                    <a:pos x="1170" y="641"/>
                  </a:cxn>
                  <a:cxn ang="0">
                    <a:pos x="1170" y="473"/>
                  </a:cxn>
                  <a:cxn ang="0">
                    <a:pos x="1140" y="384"/>
                  </a:cxn>
                  <a:cxn ang="0">
                    <a:pos x="1116" y="288"/>
                  </a:cxn>
                  <a:cxn ang="0">
                    <a:pos x="1056" y="174"/>
                  </a:cxn>
                  <a:cxn ang="0">
                    <a:pos x="984" y="96"/>
                  </a:cxn>
                  <a:cxn ang="0">
                    <a:pos x="966" y="72"/>
                  </a:cxn>
                  <a:cxn ang="0">
                    <a:pos x="894" y="18"/>
                  </a:cxn>
                  <a:cxn ang="0">
                    <a:pos x="822" y="6"/>
                  </a:cxn>
                  <a:cxn ang="0">
                    <a:pos x="714" y="24"/>
                  </a:cxn>
                  <a:cxn ang="0">
                    <a:pos x="666" y="42"/>
                  </a:cxn>
                  <a:cxn ang="0">
                    <a:pos x="570" y="120"/>
                  </a:cxn>
                  <a:cxn ang="0">
                    <a:pos x="534" y="228"/>
                  </a:cxn>
                  <a:cxn ang="0">
                    <a:pos x="511" y="348"/>
                  </a:cxn>
                  <a:cxn ang="0">
                    <a:pos x="432" y="479"/>
                  </a:cxn>
                  <a:cxn ang="0">
                    <a:pos x="414" y="539"/>
                  </a:cxn>
                  <a:cxn ang="0">
                    <a:pos x="354" y="599"/>
                  </a:cxn>
                  <a:cxn ang="0">
                    <a:pos x="306" y="629"/>
                  </a:cxn>
                  <a:cxn ang="0">
                    <a:pos x="294" y="635"/>
                  </a:cxn>
                  <a:cxn ang="0">
                    <a:pos x="258" y="677"/>
                  </a:cxn>
                  <a:cxn ang="0">
                    <a:pos x="150" y="797"/>
                  </a:cxn>
                  <a:cxn ang="0">
                    <a:pos x="54" y="839"/>
                  </a:cxn>
                  <a:cxn ang="0">
                    <a:pos x="156" y="905"/>
                  </a:cxn>
                  <a:cxn ang="0">
                    <a:pos x="241" y="869"/>
                  </a:cxn>
                  <a:cxn ang="0">
                    <a:pos x="642" y="827"/>
                  </a:cxn>
                  <a:cxn ang="0">
                    <a:pos x="702" y="725"/>
                  </a:cxn>
                  <a:cxn ang="0">
                    <a:pos x="696" y="611"/>
                  </a:cxn>
                  <a:cxn ang="0">
                    <a:pos x="780" y="551"/>
                  </a:cxn>
                  <a:cxn ang="0">
                    <a:pos x="882" y="449"/>
                  </a:cxn>
                  <a:cxn ang="0">
                    <a:pos x="912" y="414"/>
                  </a:cxn>
                  <a:cxn ang="0">
                    <a:pos x="978" y="318"/>
                  </a:cxn>
                  <a:cxn ang="0">
                    <a:pos x="1026" y="336"/>
                  </a:cxn>
                  <a:cxn ang="0">
                    <a:pos x="1122" y="617"/>
                  </a:cxn>
                  <a:cxn ang="0">
                    <a:pos x="1116" y="689"/>
                  </a:cxn>
                  <a:cxn ang="0">
                    <a:pos x="1152" y="749"/>
                  </a:cxn>
                  <a:cxn ang="0">
                    <a:pos x="1206" y="713"/>
                  </a:cxn>
                  <a:cxn ang="0">
                    <a:pos x="1242" y="749"/>
                  </a:cxn>
                  <a:cxn ang="0">
                    <a:pos x="1254" y="743"/>
                  </a:cxn>
                  <a:cxn ang="0">
                    <a:pos x="696" y="264"/>
                  </a:cxn>
                  <a:cxn ang="0">
                    <a:pos x="787" y="372"/>
                  </a:cxn>
                  <a:cxn ang="0">
                    <a:pos x="768" y="443"/>
                  </a:cxn>
                  <a:cxn ang="0">
                    <a:pos x="708" y="515"/>
                  </a:cxn>
                  <a:cxn ang="0">
                    <a:pos x="660" y="569"/>
                  </a:cxn>
                  <a:cxn ang="0">
                    <a:pos x="618" y="593"/>
                  </a:cxn>
                  <a:cxn ang="0">
                    <a:pos x="576" y="617"/>
                  </a:cxn>
                  <a:cxn ang="0">
                    <a:pos x="564" y="707"/>
                  </a:cxn>
                  <a:cxn ang="0">
                    <a:pos x="354" y="755"/>
                  </a:cxn>
                  <a:cxn ang="0">
                    <a:pos x="390" y="641"/>
                  </a:cxn>
                  <a:cxn ang="0">
                    <a:pos x="426" y="647"/>
                  </a:cxn>
                  <a:cxn ang="0">
                    <a:pos x="444" y="617"/>
                  </a:cxn>
                  <a:cxn ang="0">
                    <a:pos x="570" y="515"/>
                  </a:cxn>
                  <a:cxn ang="0">
                    <a:pos x="618" y="473"/>
                  </a:cxn>
                  <a:cxn ang="0">
                    <a:pos x="642" y="396"/>
                  </a:cxn>
                  <a:cxn ang="0">
                    <a:pos x="642" y="378"/>
                  </a:cxn>
                  <a:cxn ang="0">
                    <a:pos x="666" y="270"/>
                  </a:cxn>
                  <a:cxn ang="0">
                    <a:pos x="684" y="192"/>
                  </a:cxn>
                  <a:cxn ang="0">
                    <a:pos x="696" y="264"/>
                  </a:cxn>
                  <a:cxn ang="0">
                    <a:pos x="534" y="455"/>
                  </a:cxn>
                  <a:cxn ang="0">
                    <a:pos x="636" y="803"/>
                  </a:cxn>
                </a:cxnLst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6" name="未知"/>
              <p:cNvSpPr/>
              <p:nvPr/>
            </p:nvSpPr>
            <p:spPr>
              <a:xfrm>
                <a:off x="492" y="425"/>
                <a:ext cx="47" cy="7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18" y="60"/>
                  </a:cxn>
                  <a:cxn ang="0">
                    <a:pos x="24" y="54"/>
                  </a:cxn>
                  <a:cxn ang="0">
                    <a:pos x="47" y="0"/>
                  </a:cxn>
                  <a:cxn ang="0">
                    <a:pos x="0" y="78"/>
                  </a:cxn>
                  <a:cxn ang="0">
                    <a:pos x="12" y="72"/>
                  </a:cxn>
                  <a:cxn ang="0">
                    <a:pos x="12" y="72"/>
                  </a:cxn>
                </a:cxnLst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7" name="未知"/>
              <p:cNvSpPr/>
              <p:nvPr/>
            </p:nvSpPr>
            <p:spPr>
              <a:xfrm>
                <a:off x="1092" y="288"/>
                <a:ext cx="149" cy="419"/>
              </a:xfrm>
              <a:custGeom>
                <a:avLst/>
                <a:gdLst/>
                <a:ahLst/>
                <a:cxnLst>
                  <a:cxn ang="0">
                    <a:pos x="29" y="96"/>
                  </a:cxn>
                  <a:cxn ang="0">
                    <a:pos x="41" y="126"/>
                  </a:cxn>
                  <a:cxn ang="0">
                    <a:pos x="29" y="161"/>
                  </a:cxn>
                  <a:cxn ang="0">
                    <a:pos x="47" y="149"/>
                  </a:cxn>
                  <a:cxn ang="0">
                    <a:pos x="53" y="347"/>
                  </a:cxn>
                  <a:cxn ang="0">
                    <a:pos x="65" y="371"/>
                  </a:cxn>
                  <a:cxn ang="0">
                    <a:pos x="65" y="377"/>
                  </a:cxn>
                  <a:cxn ang="0">
                    <a:pos x="65" y="389"/>
                  </a:cxn>
                  <a:cxn ang="0">
                    <a:pos x="77" y="395"/>
                  </a:cxn>
                  <a:cxn ang="0">
                    <a:pos x="101" y="407"/>
                  </a:cxn>
                  <a:cxn ang="0">
                    <a:pos x="125" y="413"/>
                  </a:cxn>
                  <a:cxn ang="0">
                    <a:pos x="149" y="419"/>
                  </a:cxn>
                  <a:cxn ang="0">
                    <a:pos x="125" y="395"/>
                  </a:cxn>
                  <a:cxn ang="0">
                    <a:pos x="77" y="365"/>
                  </a:cxn>
                  <a:cxn ang="0">
                    <a:pos x="77" y="365"/>
                  </a:cxn>
                  <a:cxn ang="0">
                    <a:pos x="77" y="353"/>
                  </a:cxn>
                  <a:cxn ang="0">
                    <a:pos x="83" y="329"/>
                  </a:cxn>
                  <a:cxn ang="0">
                    <a:pos x="83" y="293"/>
                  </a:cxn>
                  <a:cxn ang="0">
                    <a:pos x="83" y="257"/>
                  </a:cxn>
                  <a:cxn ang="0">
                    <a:pos x="83" y="221"/>
                  </a:cxn>
                  <a:cxn ang="0">
                    <a:pos x="77" y="185"/>
                  </a:cxn>
                  <a:cxn ang="0">
                    <a:pos x="65" y="155"/>
                  </a:cxn>
                  <a:cxn ang="0">
                    <a:pos x="59" y="143"/>
                  </a:cxn>
                  <a:cxn ang="0">
                    <a:pos x="53" y="137"/>
                  </a:cxn>
                  <a:cxn ang="0">
                    <a:pos x="53" y="120"/>
                  </a:cxn>
                  <a:cxn ang="0">
                    <a:pos x="53" y="108"/>
                  </a:cxn>
                  <a:cxn ang="0">
                    <a:pos x="47" y="90"/>
                  </a:cxn>
                  <a:cxn ang="0">
                    <a:pos x="35" y="54"/>
                  </a:cxn>
                  <a:cxn ang="0">
                    <a:pos x="23" y="18"/>
                  </a:cxn>
                  <a:cxn ang="0">
                    <a:pos x="17" y="6"/>
                  </a:cxn>
                  <a:cxn ang="0">
                    <a:pos x="17" y="0"/>
                  </a:cxn>
                  <a:cxn ang="0">
                    <a:pos x="0" y="6"/>
                  </a:cxn>
                  <a:cxn ang="0">
                    <a:pos x="6" y="114"/>
                  </a:cxn>
                  <a:cxn ang="0">
                    <a:pos x="29" y="96"/>
                  </a:cxn>
                  <a:cxn ang="0">
                    <a:pos x="29" y="96"/>
                  </a:cxn>
                </a:cxnLst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8" name="未知"/>
              <p:cNvSpPr/>
              <p:nvPr/>
            </p:nvSpPr>
            <p:spPr>
              <a:xfrm>
                <a:off x="948" y="150"/>
                <a:ext cx="167" cy="138"/>
              </a:xfrm>
              <a:custGeom>
                <a:avLst/>
                <a:gdLst/>
                <a:ahLst/>
                <a:cxnLst>
                  <a:cxn ang="0">
                    <a:pos x="102" y="18"/>
                  </a:cxn>
                  <a:cxn ang="0">
                    <a:pos x="96" y="12"/>
                  </a:cxn>
                  <a:cxn ang="0">
                    <a:pos x="90" y="0"/>
                  </a:cxn>
                  <a:cxn ang="0">
                    <a:pos x="78" y="0"/>
                  </a:cxn>
                  <a:cxn ang="0">
                    <a:pos x="66" y="0"/>
                  </a:cxn>
                  <a:cxn ang="0">
                    <a:pos x="60" y="0"/>
                  </a:cxn>
                  <a:cxn ang="0">
                    <a:pos x="48" y="6"/>
                  </a:cxn>
                  <a:cxn ang="0">
                    <a:pos x="36" y="12"/>
                  </a:cxn>
                  <a:cxn ang="0">
                    <a:pos x="30" y="12"/>
                  </a:cxn>
                  <a:cxn ang="0">
                    <a:pos x="24" y="24"/>
                  </a:cxn>
                  <a:cxn ang="0">
                    <a:pos x="18" y="42"/>
                  </a:cxn>
                  <a:cxn ang="0">
                    <a:pos x="6" y="66"/>
                  </a:cxn>
                  <a:cxn ang="0">
                    <a:pos x="0" y="72"/>
                  </a:cxn>
                  <a:cxn ang="0">
                    <a:pos x="42" y="30"/>
                  </a:cxn>
                  <a:cxn ang="0">
                    <a:pos x="30" y="66"/>
                  </a:cxn>
                  <a:cxn ang="0">
                    <a:pos x="96" y="36"/>
                  </a:cxn>
                  <a:cxn ang="0">
                    <a:pos x="120" y="78"/>
                  </a:cxn>
                  <a:cxn ang="0">
                    <a:pos x="120" y="54"/>
                  </a:cxn>
                  <a:cxn ang="0">
                    <a:pos x="167" y="138"/>
                  </a:cxn>
                  <a:cxn ang="0">
                    <a:pos x="167" y="120"/>
                  </a:cxn>
                  <a:cxn ang="0">
                    <a:pos x="161" y="102"/>
                  </a:cxn>
                  <a:cxn ang="0">
                    <a:pos x="138" y="60"/>
                  </a:cxn>
                  <a:cxn ang="0">
                    <a:pos x="114" y="30"/>
                  </a:cxn>
                  <a:cxn ang="0">
                    <a:pos x="108" y="24"/>
                  </a:cxn>
                  <a:cxn ang="0">
                    <a:pos x="102" y="18"/>
                  </a:cxn>
                  <a:cxn ang="0">
                    <a:pos x="102" y="18"/>
                  </a:cxn>
                </a:cxnLst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9" name="未知"/>
              <p:cNvSpPr/>
              <p:nvPr/>
            </p:nvSpPr>
            <p:spPr>
              <a:xfrm>
                <a:off x="756" y="30"/>
                <a:ext cx="113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24" y="6"/>
                  </a:cxn>
                  <a:cxn ang="0">
                    <a:pos x="48" y="18"/>
                  </a:cxn>
                  <a:cxn ang="0">
                    <a:pos x="71" y="36"/>
                  </a:cxn>
                  <a:cxn ang="0">
                    <a:pos x="83" y="48"/>
                  </a:cxn>
                  <a:cxn ang="0">
                    <a:pos x="95" y="66"/>
                  </a:cxn>
                  <a:cxn ang="0">
                    <a:pos x="107" y="90"/>
                  </a:cxn>
                  <a:cxn ang="0">
                    <a:pos x="113" y="114"/>
                  </a:cxn>
                  <a:cxn ang="0">
                    <a:pos x="83" y="66"/>
                  </a:cxn>
                  <a:cxn ang="0">
                    <a:pos x="60" y="78"/>
                  </a:cxn>
                  <a:cxn ang="0">
                    <a:pos x="71" y="54"/>
                  </a:cxn>
                  <a:cxn ang="0">
                    <a:pos x="12" y="78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4" y="30"/>
                  </a:cxn>
                  <a:cxn ang="0">
                    <a:pos x="36" y="1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未知"/>
              <p:cNvSpPr/>
              <p:nvPr/>
            </p:nvSpPr>
            <p:spPr>
              <a:xfrm>
                <a:off x="930" y="294"/>
                <a:ext cx="66" cy="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42" y="18"/>
                  </a:cxn>
                  <a:cxn ang="0">
                    <a:pos x="36" y="6"/>
                  </a:cxn>
                  <a:cxn ang="0">
                    <a:pos x="24" y="30"/>
                  </a:cxn>
                  <a:cxn ang="0">
                    <a:pos x="18" y="36"/>
                  </a:cxn>
                  <a:cxn ang="0">
                    <a:pos x="6" y="48"/>
                  </a:cxn>
                  <a:cxn ang="0">
                    <a:pos x="0" y="60"/>
                  </a:cxn>
                  <a:cxn ang="0">
                    <a:pos x="12" y="54"/>
                  </a:cxn>
                  <a:cxn ang="0">
                    <a:pos x="30" y="36"/>
                  </a:cxn>
                  <a:cxn ang="0">
                    <a:pos x="54" y="18"/>
                  </a:cxn>
                  <a:cxn ang="0">
                    <a:pos x="66" y="6"/>
                  </a:cxn>
                  <a:cxn ang="0">
                    <a:pos x="54" y="0"/>
                  </a:cxn>
                  <a:cxn ang="0">
                    <a:pos x="54" y="0"/>
                  </a:cxn>
                </a:cxnLst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未知"/>
              <p:cNvSpPr/>
              <p:nvPr/>
            </p:nvSpPr>
            <p:spPr>
              <a:xfrm>
                <a:off x="750" y="390"/>
                <a:ext cx="161" cy="179"/>
              </a:xfrm>
              <a:custGeom>
                <a:avLst/>
                <a:gdLst/>
                <a:ahLst/>
                <a:cxnLst>
                  <a:cxn ang="0">
                    <a:pos x="131" y="53"/>
                  </a:cxn>
                  <a:cxn ang="0">
                    <a:pos x="137" y="53"/>
                  </a:cxn>
                  <a:cxn ang="0">
                    <a:pos x="143" y="41"/>
                  </a:cxn>
                  <a:cxn ang="0">
                    <a:pos x="155" y="35"/>
                  </a:cxn>
                  <a:cxn ang="0">
                    <a:pos x="161" y="24"/>
                  </a:cxn>
                  <a:cxn ang="0">
                    <a:pos x="161" y="12"/>
                  </a:cxn>
                  <a:cxn ang="0">
                    <a:pos x="161" y="0"/>
                  </a:cxn>
                  <a:cxn ang="0">
                    <a:pos x="149" y="24"/>
                  </a:cxn>
                  <a:cxn ang="0">
                    <a:pos x="143" y="35"/>
                  </a:cxn>
                  <a:cxn ang="0">
                    <a:pos x="131" y="35"/>
                  </a:cxn>
                  <a:cxn ang="0">
                    <a:pos x="119" y="41"/>
                  </a:cxn>
                  <a:cxn ang="0">
                    <a:pos x="125" y="53"/>
                  </a:cxn>
                  <a:cxn ang="0">
                    <a:pos x="95" y="95"/>
                  </a:cxn>
                  <a:cxn ang="0">
                    <a:pos x="0" y="137"/>
                  </a:cxn>
                  <a:cxn ang="0">
                    <a:pos x="60" y="119"/>
                  </a:cxn>
                  <a:cxn ang="0">
                    <a:pos x="54" y="125"/>
                  </a:cxn>
                  <a:cxn ang="0">
                    <a:pos x="48" y="131"/>
                  </a:cxn>
                  <a:cxn ang="0">
                    <a:pos x="24" y="155"/>
                  </a:cxn>
                  <a:cxn ang="0">
                    <a:pos x="12" y="167"/>
                  </a:cxn>
                  <a:cxn ang="0">
                    <a:pos x="0" y="173"/>
                  </a:cxn>
                  <a:cxn ang="0">
                    <a:pos x="0" y="179"/>
                  </a:cxn>
                  <a:cxn ang="0">
                    <a:pos x="6" y="173"/>
                  </a:cxn>
                  <a:cxn ang="0">
                    <a:pos x="30" y="155"/>
                  </a:cxn>
                  <a:cxn ang="0">
                    <a:pos x="48" y="143"/>
                  </a:cxn>
                  <a:cxn ang="0">
                    <a:pos x="71" y="125"/>
                  </a:cxn>
                  <a:cxn ang="0">
                    <a:pos x="95" y="107"/>
                  </a:cxn>
                  <a:cxn ang="0">
                    <a:pos x="119" y="77"/>
                  </a:cxn>
                  <a:cxn ang="0">
                    <a:pos x="131" y="59"/>
                  </a:cxn>
                  <a:cxn ang="0">
                    <a:pos x="131" y="53"/>
                  </a:cxn>
                  <a:cxn ang="0">
                    <a:pos x="131" y="53"/>
                  </a:cxn>
                </a:cxnLst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2" name="未知"/>
              <p:cNvSpPr/>
              <p:nvPr/>
            </p:nvSpPr>
            <p:spPr>
              <a:xfrm>
                <a:off x="545" y="479"/>
                <a:ext cx="73" cy="54"/>
              </a:xfrm>
              <a:custGeom>
                <a:avLst/>
                <a:gdLst/>
                <a:ahLst/>
                <a:cxnLst>
                  <a:cxn ang="0">
                    <a:pos x="24" y="36"/>
                  </a:cxn>
                  <a:cxn ang="0">
                    <a:pos x="49" y="24"/>
                  </a:cxn>
                  <a:cxn ang="0">
                    <a:pos x="61" y="12"/>
                  </a:cxn>
                  <a:cxn ang="0">
                    <a:pos x="67" y="6"/>
                  </a:cxn>
                  <a:cxn ang="0">
                    <a:pos x="73" y="0"/>
                  </a:cxn>
                  <a:cxn ang="0">
                    <a:pos x="43" y="18"/>
                  </a:cxn>
                  <a:cxn ang="0">
                    <a:pos x="30" y="24"/>
                  </a:cxn>
                  <a:cxn ang="0">
                    <a:pos x="24" y="24"/>
                  </a:cxn>
                  <a:cxn ang="0">
                    <a:pos x="18" y="18"/>
                  </a:cxn>
                  <a:cxn ang="0">
                    <a:pos x="12" y="12"/>
                  </a:cxn>
                  <a:cxn ang="0">
                    <a:pos x="0" y="54"/>
                  </a:cxn>
                  <a:cxn ang="0">
                    <a:pos x="12" y="42"/>
                  </a:cxn>
                  <a:cxn ang="0">
                    <a:pos x="24" y="36"/>
                  </a:cxn>
                  <a:cxn ang="0">
                    <a:pos x="24" y="36"/>
                  </a:cxn>
                </a:cxnLst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3" name="未知"/>
              <p:cNvSpPr/>
              <p:nvPr/>
            </p:nvSpPr>
            <p:spPr>
              <a:xfrm>
                <a:off x="432" y="605"/>
                <a:ext cx="12" cy="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6" y="54"/>
                  </a:cxn>
                  <a:cxn ang="0">
                    <a:pos x="12" y="36"/>
                  </a:cxn>
                  <a:cxn ang="0">
                    <a:pos x="12" y="18"/>
                  </a:cxn>
                  <a:cxn ang="0">
                    <a:pos x="12" y="6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4" name="未知"/>
              <p:cNvSpPr/>
              <p:nvPr/>
            </p:nvSpPr>
            <p:spPr>
              <a:xfrm>
                <a:off x="300" y="737"/>
                <a:ext cx="48" cy="72"/>
              </a:xfrm>
              <a:custGeom>
                <a:avLst/>
                <a:gdLst/>
                <a:ahLst/>
                <a:cxnLst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6" y="0"/>
                  </a:cxn>
                  <a:cxn ang="0">
                    <a:pos x="42" y="12"/>
                  </a:cxn>
                  <a:cxn ang="0">
                    <a:pos x="42" y="12"/>
                  </a:cxn>
                  <a:cxn ang="0">
                    <a:pos x="0" y="72"/>
                  </a:cxn>
                  <a:cxn ang="0">
                    <a:pos x="18" y="54"/>
                  </a:cxn>
                  <a:cxn ang="0">
                    <a:pos x="18" y="6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</a:cxnLst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5" name="未知"/>
              <p:cNvSpPr/>
              <p:nvPr/>
            </p:nvSpPr>
            <p:spPr>
              <a:xfrm>
                <a:off x="245" y="743"/>
                <a:ext cx="288" cy="84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84"/>
                  </a:cxn>
                  <a:cxn ang="0">
                    <a:pos x="169" y="36"/>
                  </a:cxn>
                  <a:cxn ang="0">
                    <a:pos x="114" y="60"/>
                  </a:cxn>
                  <a:cxn ang="0">
                    <a:pos x="277" y="18"/>
                  </a:cxn>
                  <a:cxn ang="0">
                    <a:pos x="288" y="0"/>
                  </a:cxn>
                  <a:cxn ang="0">
                    <a:pos x="288" y="0"/>
                  </a:cxn>
                </a:cxnLst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6" name="未知"/>
              <p:cNvSpPr/>
              <p:nvPr/>
            </p:nvSpPr>
            <p:spPr>
              <a:xfrm>
                <a:off x="636" y="719"/>
                <a:ext cx="66" cy="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6" y="6"/>
                  </a:cxn>
                  <a:cxn ang="0">
                    <a:pos x="0" y="84"/>
                  </a:cxn>
                  <a:cxn ang="0">
                    <a:pos x="54" y="24"/>
                  </a:cxn>
                  <a:cxn ang="0">
                    <a:pos x="6" y="108"/>
                  </a:cxn>
                  <a:cxn ang="0">
                    <a:pos x="66" y="6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7" name="未知"/>
              <p:cNvSpPr/>
              <p:nvPr/>
            </p:nvSpPr>
            <p:spPr>
              <a:xfrm>
                <a:off x="174" y="827"/>
                <a:ext cx="77" cy="42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0"/>
                  </a:cxn>
                  <a:cxn ang="0">
                    <a:pos x="60" y="6"/>
                  </a:cxn>
                  <a:cxn ang="0">
                    <a:pos x="48" y="6"/>
                  </a:cxn>
                  <a:cxn ang="0">
                    <a:pos x="42" y="6"/>
                  </a:cxn>
                  <a:cxn ang="0">
                    <a:pos x="60" y="6"/>
                  </a:cxn>
                  <a:cxn ang="0">
                    <a:pos x="0" y="24"/>
                  </a:cxn>
                  <a:cxn ang="0">
                    <a:pos x="71" y="6"/>
                  </a:cxn>
                  <a:cxn ang="0">
                    <a:pos x="66" y="42"/>
                  </a:cxn>
                  <a:cxn ang="0">
                    <a:pos x="77" y="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8" name="未知"/>
              <p:cNvSpPr/>
              <p:nvPr/>
            </p:nvSpPr>
            <p:spPr>
              <a:xfrm>
                <a:off x="306" y="881"/>
                <a:ext cx="66" cy="30"/>
              </a:xfrm>
              <a:custGeom>
                <a:avLst/>
                <a:gdLst/>
                <a:ahLst/>
                <a:cxnLst>
                  <a:cxn ang="0">
                    <a:pos x="66" y="6"/>
                  </a:cxn>
                  <a:cxn ang="0">
                    <a:pos x="0" y="0"/>
                  </a:cxn>
                  <a:cxn ang="0">
                    <a:pos x="54" y="6"/>
                  </a:cxn>
                  <a:cxn ang="0">
                    <a:pos x="18" y="18"/>
                  </a:cxn>
                  <a:cxn ang="0">
                    <a:pos x="60" y="12"/>
                  </a:cxn>
                  <a:cxn ang="0">
                    <a:pos x="60" y="30"/>
                  </a:cxn>
                  <a:cxn ang="0">
                    <a:pos x="60" y="30"/>
                  </a:cxn>
                  <a:cxn ang="0">
                    <a:pos x="66" y="6"/>
                  </a:cxn>
                  <a:cxn ang="0">
                    <a:pos x="66" y="6"/>
                  </a:cxn>
                </a:cxnLst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9" name="未知"/>
              <p:cNvSpPr/>
              <p:nvPr/>
            </p:nvSpPr>
            <p:spPr>
              <a:xfrm>
                <a:off x="648" y="635"/>
                <a:ext cx="18" cy="6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24"/>
                  </a:cxn>
                  <a:cxn ang="0">
                    <a:pos x="12" y="60"/>
                  </a:cxn>
                  <a:cxn ang="0">
                    <a:pos x="18" y="18"/>
                  </a:cxn>
                  <a:cxn ang="0">
                    <a:pos x="18" y="18"/>
                  </a:cxn>
                  <a:cxn ang="0">
                    <a:pos x="18" y="0"/>
                  </a:cxn>
                  <a:cxn ang="0">
                    <a:pos x="12" y="18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0" name="未知"/>
              <p:cNvSpPr/>
              <p:nvPr/>
            </p:nvSpPr>
            <p:spPr>
              <a:xfrm>
                <a:off x="354" y="737"/>
                <a:ext cx="6" cy="1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8"/>
                  </a:cxn>
                  <a:cxn ang="0">
                    <a:pos x="6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1" name="未知"/>
              <p:cNvSpPr/>
              <p:nvPr/>
            </p:nvSpPr>
            <p:spPr>
              <a:xfrm>
                <a:off x="342" y="659"/>
                <a:ext cx="30" cy="78"/>
              </a:xfrm>
              <a:custGeom>
                <a:avLst/>
                <a:gdLst/>
                <a:ahLst/>
                <a:cxnLst>
                  <a:cxn ang="0">
                    <a:pos x="24" y="6"/>
                  </a:cxn>
                  <a:cxn ang="0">
                    <a:pos x="18" y="24"/>
                  </a:cxn>
                  <a:cxn ang="0">
                    <a:pos x="0" y="18"/>
                  </a:cxn>
                  <a:cxn ang="0">
                    <a:pos x="12" y="30"/>
                  </a:cxn>
                  <a:cxn ang="0">
                    <a:pos x="6" y="42"/>
                  </a:cxn>
                  <a:cxn ang="0">
                    <a:pos x="18" y="78"/>
                  </a:cxn>
                  <a:cxn ang="0">
                    <a:pos x="18" y="24"/>
                  </a:cxn>
                  <a:cxn ang="0">
                    <a:pos x="24" y="12"/>
                  </a:cxn>
                  <a:cxn ang="0">
                    <a:pos x="30" y="6"/>
                  </a:cxn>
                  <a:cxn ang="0">
                    <a:pos x="30" y="6"/>
                  </a:cxn>
                  <a:cxn ang="0">
                    <a:pos x="12" y="0"/>
                  </a:cxn>
                  <a:cxn ang="0">
                    <a:pos x="24" y="6"/>
                  </a:cxn>
                  <a:cxn ang="0">
                    <a:pos x="24" y="6"/>
                  </a:cxn>
                </a:cxnLst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2" name="未知"/>
              <p:cNvSpPr/>
              <p:nvPr/>
            </p:nvSpPr>
            <p:spPr>
              <a:xfrm>
                <a:off x="348" y="755"/>
                <a:ext cx="24" cy="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24" y="24"/>
                  </a:cxn>
                  <a:cxn ang="0">
                    <a:pos x="24" y="18"/>
                  </a:cxn>
                  <a:cxn ang="0">
                    <a:pos x="18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未知"/>
              <p:cNvSpPr/>
              <p:nvPr/>
            </p:nvSpPr>
            <p:spPr>
              <a:xfrm>
                <a:off x="609" y="397"/>
                <a:ext cx="215" cy="216"/>
              </a:xfrm>
              <a:custGeom>
                <a:avLst/>
                <a:gdLst/>
                <a:ahLst/>
                <a:cxnLst>
                  <a:cxn ang="0">
                    <a:pos x="215" y="0"/>
                  </a:cxn>
                  <a:cxn ang="0">
                    <a:pos x="147" y="36"/>
                  </a:cxn>
                  <a:cxn ang="0">
                    <a:pos x="132" y="49"/>
                  </a:cxn>
                  <a:cxn ang="0">
                    <a:pos x="104" y="79"/>
                  </a:cxn>
                  <a:cxn ang="0">
                    <a:pos x="87" y="114"/>
                  </a:cxn>
                  <a:cxn ang="0">
                    <a:pos x="48" y="156"/>
                  </a:cxn>
                  <a:cxn ang="0">
                    <a:pos x="42" y="166"/>
                  </a:cxn>
                  <a:cxn ang="0">
                    <a:pos x="29" y="177"/>
                  </a:cxn>
                  <a:cxn ang="0">
                    <a:pos x="0" y="208"/>
                  </a:cxn>
                  <a:cxn ang="0">
                    <a:pos x="48" y="216"/>
                  </a:cxn>
                  <a:cxn ang="0">
                    <a:pos x="215" y="0"/>
                  </a:cxn>
                </a:cxnLst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未知"/>
              <p:cNvSpPr/>
              <p:nvPr/>
            </p:nvSpPr>
            <p:spPr>
              <a:xfrm>
                <a:off x="344" y="426"/>
                <a:ext cx="212" cy="179"/>
              </a:xfrm>
              <a:custGeom>
                <a:avLst/>
                <a:gdLst/>
                <a:ahLst/>
                <a:cxnLst>
                  <a:cxn ang="0">
                    <a:pos x="212" y="0"/>
                  </a:cxn>
                  <a:cxn ang="0">
                    <a:pos x="144" y="36"/>
                  </a:cxn>
                  <a:cxn ang="0">
                    <a:pos x="0" y="179"/>
                  </a:cxn>
                  <a:cxn ang="0">
                    <a:pos x="177" y="85"/>
                  </a:cxn>
                  <a:cxn ang="0">
                    <a:pos x="212" y="0"/>
                  </a:cxn>
                </a:cxnLst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未知"/>
              <p:cNvSpPr/>
              <p:nvPr/>
            </p:nvSpPr>
            <p:spPr>
              <a:xfrm>
                <a:off x="845" y="325"/>
                <a:ext cx="64" cy="79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4" y="79"/>
                  </a:cxn>
                  <a:cxn ang="0">
                    <a:pos x="60" y="0"/>
                  </a:cxn>
                  <a:cxn ang="0">
                    <a:pos x="0" y="22"/>
                  </a:cxn>
                </a:cxnLst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6" name="未知"/>
              <p:cNvSpPr/>
              <p:nvPr userDrawn="1"/>
            </p:nvSpPr>
            <p:spPr>
              <a:xfrm>
                <a:off x="675" y="187"/>
                <a:ext cx="137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87"/>
                  </a:cxn>
                  <a:cxn ang="0">
                    <a:pos x="69" y="154"/>
                  </a:cxn>
                  <a:cxn ang="0">
                    <a:pos x="137" y="207"/>
                  </a:cxn>
                  <a:cxn ang="0">
                    <a:pos x="0" y="0"/>
                  </a:cxn>
                </a:cxnLst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7" name="未知"/>
              <p:cNvSpPr/>
              <p:nvPr userDrawn="1"/>
            </p:nvSpPr>
            <p:spPr>
              <a:xfrm>
                <a:off x="625" y="223"/>
                <a:ext cx="65" cy="222"/>
              </a:xfrm>
              <a:custGeom>
                <a:avLst/>
                <a:gdLst/>
                <a:ahLst/>
                <a:cxnLst>
                  <a:cxn ang="0">
                    <a:pos x="0" y="222"/>
                  </a:cxn>
                  <a:cxn ang="0">
                    <a:pos x="40" y="142"/>
                  </a:cxn>
                  <a:cxn ang="0">
                    <a:pos x="65" y="72"/>
                  </a:cxn>
                  <a:cxn ang="0">
                    <a:pos x="7" y="0"/>
                  </a:cxn>
                  <a:cxn ang="0">
                    <a:pos x="0" y="222"/>
                  </a:cxn>
                </a:cxnLst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89" name="Rectangle 41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47800"/>
            <a:ext cx="7772400" cy="1470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090" name="Rectangle 4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203575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1" name="Rectangle 4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fld id="{9A0DB2DC-4C9A-4742-B13C-FB6460FD3503}" type="slidenum">
              <a:rPr lang="en-US" altLang="zh-CN" sz="1000" b="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</a:fld>
            <a:endParaRPr lang="en-US" altLang="zh-CN" sz="1000" b="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1030" name="未知"/>
            <p:cNvSpPr/>
            <p:nvPr/>
          </p:nvSpPr>
          <p:spPr>
            <a:xfrm>
              <a:off x="1812" y="2811"/>
              <a:ext cx="3946" cy="1505"/>
            </a:xfrm>
            <a:custGeom>
              <a:avLst/>
              <a:gdLst/>
              <a:ahLst/>
              <a:cxnLst>
                <a:cxn ang="0">
                  <a:pos x="149" y="1505"/>
                </a:cxn>
                <a:cxn ang="0">
                  <a:pos x="689" y="1331"/>
                </a:cxn>
                <a:cxn ang="0">
                  <a:pos x="1217" y="1157"/>
                </a:cxn>
                <a:cxn ang="0">
                  <a:pos x="1733" y="977"/>
                </a:cxn>
                <a:cxn ang="0">
                  <a:pos x="2225" y="792"/>
                </a:cxn>
                <a:cxn ang="0">
                  <a:pos x="2464" y="696"/>
                </a:cxn>
                <a:cxn ang="0">
                  <a:pos x="2698" y="606"/>
                </a:cxn>
                <a:cxn ang="0">
                  <a:pos x="2927" y="510"/>
                </a:cxn>
                <a:cxn ang="0">
                  <a:pos x="3149" y="420"/>
                </a:cxn>
                <a:cxn ang="0">
                  <a:pos x="3358" y="324"/>
                </a:cxn>
                <a:cxn ang="0">
                  <a:pos x="3562" y="234"/>
                </a:cxn>
                <a:cxn ang="0">
                  <a:pos x="3760" y="138"/>
                </a:cxn>
                <a:cxn ang="0">
                  <a:pos x="3946" y="48"/>
                </a:cxn>
                <a:cxn ang="0">
                  <a:pos x="3946" y="0"/>
                </a:cxn>
                <a:cxn ang="0">
                  <a:pos x="3754" y="96"/>
                </a:cxn>
                <a:cxn ang="0">
                  <a:pos x="3550" y="192"/>
                </a:cxn>
                <a:cxn ang="0">
                  <a:pos x="3340" y="288"/>
                </a:cxn>
                <a:cxn ang="0">
                  <a:pos x="3125" y="384"/>
                </a:cxn>
                <a:cxn ang="0">
                  <a:pos x="2897" y="480"/>
                </a:cxn>
                <a:cxn ang="0">
                  <a:pos x="2662" y="576"/>
                </a:cxn>
                <a:cxn ang="0">
                  <a:pos x="2416" y="672"/>
                </a:cxn>
                <a:cxn ang="0">
                  <a:pos x="2171" y="768"/>
                </a:cxn>
                <a:cxn ang="0">
                  <a:pos x="1913" y="864"/>
                </a:cxn>
                <a:cxn ang="0">
                  <a:pos x="1655" y="960"/>
                </a:cxn>
                <a:cxn ang="0">
                  <a:pos x="1115" y="1145"/>
                </a:cxn>
                <a:cxn ang="0">
                  <a:pos x="564" y="1331"/>
                </a:cxn>
                <a:cxn ang="0">
                  <a:pos x="0" y="1505"/>
                </a:cxn>
                <a:cxn ang="0">
                  <a:pos x="149" y="1505"/>
                </a:cxn>
                <a:cxn ang="0">
                  <a:pos x="149" y="1505"/>
                </a:cxn>
              </a:cxnLst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未知"/>
            <p:cNvSpPr/>
            <p:nvPr/>
          </p:nvSpPr>
          <p:spPr>
            <a:xfrm>
              <a:off x="4025" y="3627"/>
              <a:ext cx="1733" cy="689"/>
            </a:xfrm>
            <a:custGeom>
              <a:avLst/>
              <a:gdLst/>
              <a:ahLst/>
              <a:cxnLst>
                <a:cxn ang="0">
                  <a:pos x="132" y="689"/>
                </a:cxn>
                <a:cxn ang="0">
                  <a:pos x="552" y="527"/>
                </a:cxn>
                <a:cxn ang="0">
                  <a:pos x="966" y="365"/>
                </a:cxn>
                <a:cxn ang="0">
                  <a:pos x="1163" y="287"/>
                </a:cxn>
                <a:cxn ang="0">
                  <a:pos x="1361" y="203"/>
                </a:cxn>
                <a:cxn ang="0">
                  <a:pos x="1553" y="126"/>
                </a:cxn>
                <a:cxn ang="0">
                  <a:pos x="1733" y="48"/>
                </a:cxn>
                <a:cxn ang="0">
                  <a:pos x="1733" y="0"/>
                </a:cxn>
                <a:cxn ang="0">
                  <a:pos x="1535" y="84"/>
                </a:cxn>
                <a:cxn ang="0">
                  <a:pos x="1331" y="167"/>
                </a:cxn>
                <a:cxn ang="0">
                  <a:pos x="1121" y="257"/>
                </a:cxn>
                <a:cxn ang="0">
                  <a:pos x="906" y="341"/>
                </a:cxn>
                <a:cxn ang="0">
                  <a:pos x="455" y="515"/>
                </a:cxn>
                <a:cxn ang="0">
                  <a:pos x="0" y="689"/>
                </a:cxn>
                <a:cxn ang="0">
                  <a:pos x="132" y="689"/>
                </a:cxn>
                <a:cxn ang="0">
                  <a:pos x="132" y="689"/>
                </a:cxn>
              </a:cxnLst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未知"/>
            <p:cNvSpPr/>
            <p:nvPr/>
          </p:nvSpPr>
          <p:spPr>
            <a:xfrm>
              <a:off x="0" y="0"/>
              <a:ext cx="5578" cy="3447"/>
            </a:xfrm>
            <a:custGeom>
              <a:avLst/>
              <a:gdLst/>
              <a:ahLst/>
              <a:cxnLst>
                <a:cxn ang="0">
                  <a:pos x="5578" y="929"/>
                </a:cxn>
                <a:cxn ang="0">
                  <a:pos x="5554" y="773"/>
                </a:cxn>
                <a:cxn ang="0">
                  <a:pos x="5470" y="629"/>
                </a:cxn>
                <a:cxn ang="0">
                  <a:pos x="5343" y="492"/>
                </a:cxn>
                <a:cxn ang="0">
                  <a:pos x="5164" y="366"/>
                </a:cxn>
                <a:cxn ang="0">
                  <a:pos x="4936" y="252"/>
                </a:cxn>
                <a:cxn ang="0">
                  <a:pos x="4666" y="144"/>
                </a:cxn>
                <a:cxn ang="0">
                  <a:pos x="4354" y="48"/>
                </a:cxn>
                <a:cxn ang="0">
                  <a:pos x="4012" y="0"/>
                </a:cxn>
                <a:cxn ang="0">
                  <a:pos x="4372" y="90"/>
                </a:cxn>
                <a:cxn ang="0">
                  <a:pos x="4684" y="192"/>
                </a:cxn>
                <a:cxn ang="0">
                  <a:pos x="4948" y="306"/>
                </a:cxn>
                <a:cxn ang="0">
                  <a:pos x="5164" y="426"/>
                </a:cxn>
                <a:cxn ang="0">
                  <a:pos x="5331" y="557"/>
                </a:cxn>
                <a:cxn ang="0">
                  <a:pos x="5446" y="701"/>
                </a:cxn>
                <a:cxn ang="0">
                  <a:pos x="5506" y="851"/>
                </a:cxn>
                <a:cxn ang="0">
                  <a:pos x="5506" y="1013"/>
                </a:cxn>
                <a:cxn ang="0">
                  <a:pos x="5458" y="1163"/>
                </a:cxn>
                <a:cxn ang="0">
                  <a:pos x="5361" y="1319"/>
                </a:cxn>
                <a:cxn ang="0">
                  <a:pos x="5218" y="1475"/>
                </a:cxn>
                <a:cxn ang="0">
                  <a:pos x="5032" y="1630"/>
                </a:cxn>
                <a:cxn ang="0">
                  <a:pos x="4804" y="1786"/>
                </a:cxn>
                <a:cxn ang="0">
                  <a:pos x="4540" y="1948"/>
                </a:cxn>
                <a:cxn ang="0">
                  <a:pos x="4228" y="2104"/>
                </a:cxn>
                <a:cxn ang="0">
                  <a:pos x="3887" y="2260"/>
                </a:cxn>
                <a:cxn ang="0">
                  <a:pos x="3509" y="2416"/>
                </a:cxn>
                <a:cxn ang="0">
                  <a:pos x="3094" y="2566"/>
                </a:cxn>
                <a:cxn ang="0">
                  <a:pos x="2651" y="2715"/>
                </a:cxn>
                <a:cxn ang="0">
                  <a:pos x="2171" y="2865"/>
                </a:cxn>
                <a:cxn ang="0">
                  <a:pos x="1667" y="3009"/>
                </a:cxn>
                <a:cxn ang="0">
                  <a:pos x="1139" y="3147"/>
                </a:cxn>
                <a:cxn ang="0">
                  <a:pos x="582" y="3279"/>
                </a:cxn>
                <a:cxn ang="0">
                  <a:pos x="0" y="3447"/>
                </a:cxn>
                <a:cxn ang="0">
                  <a:pos x="870" y="3249"/>
                </a:cxn>
                <a:cxn ang="0">
                  <a:pos x="1421" y="3105"/>
                </a:cxn>
                <a:cxn ang="0">
                  <a:pos x="1943" y="2961"/>
                </a:cxn>
                <a:cxn ang="0">
                  <a:pos x="2441" y="2817"/>
                </a:cxn>
                <a:cxn ang="0">
                  <a:pos x="2909" y="2668"/>
                </a:cxn>
                <a:cxn ang="0">
                  <a:pos x="3340" y="2512"/>
                </a:cxn>
                <a:cxn ang="0">
                  <a:pos x="3742" y="2356"/>
                </a:cxn>
                <a:cxn ang="0">
                  <a:pos x="4109" y="2200"/>
                </a:cxn>
                <a:cxn ang="0">
                  <a:pos x="4439" y="2038"/>
                </a:cxn>
                <a:cxn ang="0">
                  <a:pos x="4732" y="1876"/>
                </a:cxn>
                <a:cxn ang="0">
                  <a:pos x="4984" y="1720"/>
                </a:cxn>
                <a:cxn ang="0">
                  <a:pos x="5194" y="1559"/>
                </a:cxn>
                <a:cxn ang="0">
                  <a:pos x="5355" y="1397"/>
                </a:cxn>
                <a:cxn ang="0">
                  <a:pos x="5476" y="1241"/>
                </a:cxn>
                <a:cxn ang="0">
                  <a:pos x="5554" y="1085"/>
                </a:cxn>
                <a:cxn ang="0">
                  <a:pos x="5572" y="1007"/>
                </a:cxn>
              </a:cxnLst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未知"/>
            <p:cNvSpPr/>
            <p:nvPr/>
          </p:nvSpPr>
          <p:spPr bwMode="auto">
            <a:xfrm>
              <a:off x="4942" y="0"/>
              <a:ext cx="816" cy="276"/>
            </a:xfrm>
            <a:custGeom>
              <a:avLst/>
              <a:gdLst>
                <a:gd name="T0" fmla="*/ 813 w 813"/>
                <a:gd name="T1" fmla="*/ 222 h 276"/>
                <a:gd name="T2" fmla="*/ 670 w 813"/>
                <a:gd name="T3" fmla="*/ 162 h 276"/>
                <a:gd name="T4" fmla="*/ 514 w 813"/>
                <a:gd name="T5" fmla="*/ 108 h 276"/>
                <a:gd name="T6" fmla="*/ 347 w 813"/>
                <a:gd name="T7" fmla="*/ 54 h 276"/>
                <a:gd name="T8" fmla="*/ 167 w 813"/>
                <a:gd name="T9" fmla="*/ 0 h 276"/>
                <a:gd name="T10" fmla="*/ 0 w 813"/>
                <a:gd name="T11" fmla="*/ 0 h 276"/>
                <a:gd name="T12" fmla="*/ 227 w 813"/>
                <a:gd name="T13" fmla="*/ 60 h 276"/>
                <a:gd name="T14" fmla="*/ 442 w 813"/>
                <a:gd name="T15" fmla="*/ 132 h 276"/>
                <a:gd name="T16" fmla="*/ 634 w 813"/>
                <a:gd name="T17" fmla="*/ 204 h 276"/>
                <a:gd name="T18" fmla="*/ 813 w 813"/>
                <a:gd name="T19" fmla="*/ 276 h 276"/>
                <a:gd name="T20" fmla="*/ 813 w 813"/>
                <a:gd name="T21" fmla="*/ 222 h 276"/>
                <a:gd name="T22" fmla="*/ 813 w 813"/>
                <a:gd name="T23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未知"/>
            <p:cNvSpPr/>
            <p:nvPr/>
          </p:nvSpPr>
          <p:spPr>
            <a:xfrm>
              <a:off x="0" y="1984"/>
              <a:ext cx="5758" cy="2098"/>
            </a:xfrm>
            <a:custGeom>
              <a:avLst/>
              <a:gdLst/>
              <a:ahLst/>
              <a:cxnLst>
                <a:cxn ang="0">
                  <a:pos x="5758" y="0"/>
                </a:cxn>
                <a:cxn ang="0">
                  <a:pos x="5656" y="72"/>
                </a:cxn>
                <a:cxn ang="0">
                  <a:pos x="5554" y="138"/>
                </a:cxn>
                <a:cxn ang="0">
                  <a:pos x="5440" y="210"/>
                </a:cxn>
                <a:cxn ang="0">
                  <a:pos x="5321" y="276"/>
                </a:cxn>
                <a:cxn ang="0">
                  <a:pos x="5068" y="414"/>
                </a:cxn>
                <a:cxn ang="0">
                  <a:pos x="4792" y="552"/>
                </a:cxn>
                <a:cxn ang="0">
                  <a:pos x="4492" y="690"/>
                </a:cxn>
                <a:cxn ang="0">
                  <a:pos x="4175" y="827"/>
                </a:cxn>
                <a:cxn ang="0">
                  <a:pos x="3839" y="959"/>
                </a:cxn>
                <a:cxn ang="0">
                  <a:pos x="3479" y="1091"/>
                </a:cxn>
                <a:cxn ang="0">
                  <a:pos x="3101" y="1223"/>
                </a:cxn>
                <a:cxn ang="0">
                  <a:pos x="2705" y="1355"/>
                </a:cxn>
                <a:cxn ang="0">
                  <a:pos x="2291" y="1481"/>
                </a:cxn>
                <a:cxn ang="0">
                  <a:pos x="1866" y="1601"/>
                </a:cxn>
                <a:cxn ang="0">
                  <a:pos x="1421" y="1721"/>
                </a:cxn>
                <a:cxn ang="0">
                  <a:pos x="960" y="1834"/>
                </a:cxn>
                <a:cxn ang="0">
                  <a:pos x="486" y="1948"/>
                </a:cxn>
                <a:cxn ang="0">
                  <a:pos x="0" y="2056"/>
                </a:cxn>
                <a:cxn ang="0">
                  <a:pos x="0" y="2098"/>
                </a:cxn>
                <a:cxn ang="0">
                  <a:pos x="479" y="1990"/>
                </a:cxn>
                <a:cxn ang="0">
                  <a:pos x="954" y="1882"/>
                </a:cxn>
                <a:cxn ang="0">
                  <a:pos x="1409" y="1763"/>
                </a:cxn>
                <a:cxn ang="0">
                  <a:pos x="1848" y="1649"/>
                </a:cxn>
                <a:cxn ang="0">
                  <a:pos x="2273" y="1523"/>
                </a:cxn>
                <a:cxn ang="0">
                  <a:pos x="2687" y="1397"/>
                </a:cxn>
                <a:cxn ang="0">
                  <a:pos x="3077" y="1271"/>
                </a:cxn>
                <a:cxn ang="0">
                  <a:pos x="3455" y="1139"/>
                </a:cxn>
                <a:cxn ang="0">
                  <a:pos x="3815" y="1007"/>
                </a:cxn>
                <a:cxn ang="0">
                  <a:pos x="4151" y="875"/>
                </a:cxn>
                <a:cxn ang="0">
                  <a:pos x="4474" y="737"/>
                </a:cxn>
                <a:cxn ang="0">
                  <a:pos x="4774" y="600"/>
                </a:cxn>
                <a:cxn ang="0">
                  <a:pos x="5056" y="462"/>
                </a:cxn>
                <a:cxn ang="0">
                  <a:pos x="5309" y="324"/>
                </a:cxn>
                <a:cxn ang="0">
                  <a:pos x="5548" y="186"/>
                </a:cxn>
                <a:cxn ang="0">
                  <a:pos x="5758" y="48"/>
                </a:cxn>
                <a:cxn ang="0">
                  <a:pos x="5758" y="0"/>
                </a:cxn>
                <a:cxn ang="0">
                  <a:pos x="5758" y="0"/>
                </a:cxn>
              </a:cxnLst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未知"/>
            <p:cNvSpPr/>
            <p:nvPr/>
          </p:nvSpPr>
          <p:spPr>
            <a:xfrm>
              <a:off x="0" y="102"/>
              <a:ext cx="1961" cy="1265"/>
            </a:xfrm>
            <a:custGeom>
              <a:avLst/>
              <a:gdLst/>
              <a:ahLst/>
              <a:cxnLst>
                <a:cxn ang="0">
                  <a:pos x="1961" y="485"/>
                </a:cxn>
                <a:cxn ang="0">
                  <a:pos x="1907" y="390"/>
                </a:cxn>
                <a:cxn ang="0">
                  <a:pos x="1775" y="306"/>
                </a:cxn>
                <a:cxn ang="0">
                  <a:pos x="1584" y="228"/>
                </a:cxn>
                <a:cxn ang="0">
                  <a:pos x="1331" y="162"/>
                </a:cxn>
                <a:cxn ang="0">
                  <a:pos x="1013" y="102"/>
                </a:cxn>
                <a:cxn ang="0">
                  <a:pos x="648" y="54"/>
                </a:cxn>
                <a:cxn ang="0">
                  <a:pos x="228" y="18"/>
                </a:cxn>
                <a:cxn ang="0">
                  <a:pos x="0" y="12"/>
                </a:cxn>
                <a:cxn ang="0">
                  <a:pos x="432" y="48"/>
                </a:cxn>
                <a:cxn ang="0">
                  <a:pos x="815" y="90"/>
                </a:cxn>
                <a:cxn ang="0">
                  <a:pos x="1152" y="144"/>
                </a:cxn>
                <a:cxn ang="0">
                  <a:pos x="1427" y="204"/>
                </a:cxn>
                <a:cxn ang="0">
                  <a:pos x="1643" y="276"/>
                </a:cxn>
                <a:cxn ang="0">
                  <a:pos x="1800" y="360"/>
                </a:cxn>
                <a:cxn ang="0">
                  <a:pos x="1889" y="443"/>
                </a:cxn>
                <a:cxn ang="0">
                  <a:pos x="1907" y="539"/>
                </a:cxn>
                <a:cxn ang="0">
                  <a:pos x="1860" y="629"/>
                </a:cxn>
                <a:cxn ang="0">
                  <a:pos x="1751" y="719"/>
                </a:cxn>
                <a:cxn ang="0">
                  <a:pos x="1584" y="809"/>
                </a:cxn>
                <a:cxn ang="0">
                  <a:pos x="1361" y="899"/>
                </a:cxn>
                <a:cxn ang="0">
                  <a:pos x="1091" y="989"/>
                </a:cxn>
                <a:cxn ang="0">
                  <a:pos x="767" y="1073"/>
                </a:cxn>
                <a:cxn ang="0">
                  <a:pos x="408" y="1157"/>
                </a:cxn>
                <a:cxn ang="0">
                  <a:pos x="0" y="1241"/>
                </a:cxn>
                <a:cxn ang="0">
                  <a:pos x="216" y="1223"/>
                </a:cxn>
                <a:cxn ang="0">
                  <a:pos x="612" y="1139"/>
                </a:cxn>
                <a:cxn ang="0">
                  <a:pos x="960" y="1049"/>
                </a:cxn>
                <a:cxn ang="0">
                  <a:pos x="1266" y="959"/>
                </a:cxn>
                <a:cxn ang="0">
                  <a:pos x="1518" y="863"/>
                </a:cxn>
                <a:cxn ang="0">
                  <a:pos x="1721" y="767"/>
                </a:cxn>
                <a:cxn ang="0">
                  <a:pos x="1866" y="677"/>
                </a:cxn>
                <a:cxn ang="0">
                  <a:pos x="1943" y="581"/>
                </a:cxn>
                <a:cxn ang="0">
                  <a:pos x="1961" y="533"/>
                </a:cxn>
              </a:cxnLst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未知"/>
            <p:cNvSpPr/>
            <p:nvPr/>
          </p:nvSpPr>
          <p:spPr>
            <a:xfrm>
              <a:off x="0" y="0"/>
              <a:ext cx="4709" cy="2901"/>
            </a:xfrm>
            <a:custGeom>
              <a:avLst/>
              <a:gdLst/>
              <a:ahLst/>
              <a:cxnLst>
                <a:cxn ang="0">
                  <a:pos x="4709" y="797"/>
                </a:cxn>
                <a:cxn ang="0">
                  <a:pos x="4679" y="665"/>
                </a:cxn>
                <a:cxn ang="0">
                  <a:pos x="4601" y="540"/>
                </a:cxn>
                <a:cxn ang="0">
                  <a:pos x="4480" y="426"/>
                </a:cxn>
                <a:cxn ang="0">
                  <a:pos x="4313" y="312"/>
                </a:cxn>
                <a:cxn ang="0">
                  <a:pos x="4097" y="216"/>
                </a:cxn>
                <a:cxn ang="0">
                  <a:pos x="3845" y="120"/>
                </a:cxn>
                <a:cxn ang="0">
                  <a:pos x="3551" y="36"/>
                </a:cxn>
                <a:cxn ang="0">
                  <a:pos x="3215" y="0"/>
                </a:cxn>
                <a:cxn ang="0">
                  <a:pos x="3551" y="78"/>
                </a:cxn>
                <a:cxn ang="0">
                  <a:pos x="3845" y="162"/>
                </a:cxn>
                <a:cxn ang="0">
                  <a:pos x="4097" y="258"/>
                </a:cxn>
                <a:cxn ang="0">
                  <a:pos x="4301" y="366"/>
                </a:cxn>
                <a:cxn ang="0">
                  <a:pos x="4457" y="480"/>
                </a:cxn>
                <a:cxn ang="0">
                  <a:pos x="4565" y="605"/>
                </a:cxn>
                <a:cxn ang="0">
                  <a:pos x="4625" y="737"/>
                </a:cxn>
                <a:cxn ang="0">
                  <a:pos x="4625" y="875"/>
                </a:cxn>
                <a:cxn ang="0">
                  <a:pos x="4583" y="1001"/>
                </a:cxn>
                <a:cxn ang="0">
                  <a:pos x="4504" y="1127"/>
                </a:cxn>
                <a:cxn ang="0">
                  <a:pos x="4385" y="1259"/>
                </a:cxn>
                <a:cxn ang="0">
                  <a:pos x="4228" y="1385"/>
                </a:cxn>
                <a:cxn ang="0">
                  <a:pos x="4037" y="1517"/>
                </a:cxn>
                <a:cxn ang="0">
                  <a:pos x="3815" y="1648"/>
                </a:cxn>
                <a:cxn ang="0">
                  <a:pos x="3557" y="1774"/>
                </a:cxn>
                <a:cxn ang="0">
                  <a:pos x="3269" y="1906"/>
                </a:cxn>
                <a:cxn ang="0">
                  <a:pos x="2951" y="2032"/>
                </a:cxn>
                <a:cxn ang="0">
                  <a:pos x="2603" y="2164"/>
                </a:cxn>
                <a:cxn ang="0">
                  <a:pos x="2231" y="2284"/>
                </a:cxn>
                <a:cxn ang="0">
                  <a:pos x="1830" y="2410"/>
                </a:cxn>
                <a:cxn ang="0">
                  <a:pos x="1403" y="2530"/>
                </a:cxn>
                <a:cxn ang="0">
                  <a:pos x="486" y="2757"/>
                </a:cxn>
                <a:cxn ang="0">
                  <a:pos x="0" y="2901"/>
                </a:cxn>
                <a:cxn ang="0">
                  <a:pos x="972" y="2674"/>
                </a:cxn>
                <a:cxn ang="0">
                  <a:pos x="1643" y="2494"/>
                </a:cxn>
                <a:cxn ang="0">
                  <a:pos x="2064" y="2374"/>
                </a:cxn>
                <a:cxn ang="0">
                  <a:pos x="2459" y="2248"/>
                </a:cxn>
                <a:cxn ang="0">
                  <a:pos x="2825" y="2116"/>
                </a:cxn>
                <a:cxn ang="0">
                  <a:pos x="3161" y="1984"/>
                </a:cxn>
                <a:cxn ang="0">
                  <a:pos x="3473" y="1858"/>
                </a:cxn>
                <a:cxn ang="0">
                  <a:pos x="3749" y="1720"/>
                </a:cxn>
                <a:cxn ang="0">
                  <a:pos x="3995" y="1589"/>
                </a:cxn>
                <a:cxn ang="0">
                  <a:pos x="4204" y="1457"/>
                </a:cxn>
                <a:cxn ang="0">
                  <a:pos x="4385" y="1325"/>
                </a:cxn>
                <a:cxn ang="0">
                  <a:pos x="4522" y="1193"/>
                </a:cxn>
                <a:cxn ang="0">
                  <a:pos x="4625" y="1061"/>
                </a:cxn>
                <a:cxn ang="0">
                  <a:pos x="4685" y="935"/>
                </a:cxn>
                <a:cxn ang="0">
                  <a:pos x="4703" y="869"/>
                </a:cxn>
              </a:cxnLst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未知"/>
            <p:cNvSpPr/>
            <p:nvPr/>
          </p:nvSpPr>
          <p:spPr>
            <a:xfrm>
              <a:off x="0" y="0"/>
              <a:ext cx="3773" cy="2356"/>
            </a:xfrm>
            <a:custGeom>
              <a:avLst/>
              <a:gdLst/>
              <a:ahLst/>
              <a:cxnLst>
                <a:cxn ang="0">
                  <a:pos x="3773" y="719"/>
                </a:cxn>
                <a:cxn ang="0">
                  <a:pos x="3743" y="599"/>
                </a:cxn>
                <a:cxn ang="0">
                  <a:pos x="3665" y="486"/>
                </a:cxn>
                <a:cxn ang="0">
                  <a:pos x="3533" y="378"/>
                </a:cxn>
                <a:cxn ang="0">
                  <a:pos x="3359" y="282"/>
                </a:cxn>
                <a:cxn ang="0">
                  <a:pos x="3137" y="192"/>
                </a:cxn>
                <a:cxn ang="0">
                  <a:pos x="2873" y="108"/>
                </a:cxn>
                <a:cxn ang="0">
                  <a:pos x="2567" y="36"/>
                </a:cxn>
                <a:cxn ang="0">
                  <a:pos x="2237" y="0"/>
                </a:cxn>
                <a:cxn ang="0">
                  <a:pos x="2585" y="72"/>
                </a:cxn>
                <a:cxn ang="0">
                  <a:pos x="2885" y="150"/>
                </a:cxn>
                <a:cxn ang="0">
                  <a:pos x="3149" y="234"/>
                </a:cxn>
                <a:cxn ang="0">
                  <a:pos x="3359" y="330"/>
                </a:cxn>
                <a:cxn ang="0">
                  <a:pos x="3527" y="432"/>
                </a:cxn>
                <a:cxn ang="0">
                  <a:pos x="3635" y="545"/>
                </a:cxn>
                <a:cxn ang="0">
                  <a:pos x="3695" y="665"/>
                </a:cxn>
                <a:cxn ang="0">
                  <a:pos x="3701" y="791"/>
                </a:cxn>
                <a:cxn ang="0">
                  <a:pos x="3665" y="887"/>
                </a:cxn>
                <a:cxn ang="0">
                  <a:pos x="3604" y="989"/>
                </a:cxn>
                <a:cxn ang="0">
                  <a:pos x="3509" y="1091"/>
                </a:cxn>
                <a:cxn ang="0">
                  <a:pos x="3383" y="1187"/>
                </a:cxn>
                <a:cxn ang="0">
                  <a:pos x="3233" y="1289"/>
                </a:cxn>
                <a:cxn ang="0">
                  <a:pos x="3053" y="1391"/>
                </a:cxn>
                <a:cxn ang="0">
                  <a:pos x="2843" y="1493"/>
                </a:cxn>
                <a:cxn ang="0">
                  <a:pos x="2615" y="1589"/>
                </a:cxn>
                <a:cxn ang="0">
                  <a:pos x="2082" y="1786"/>
                </a:cxn>
                <a:cxn ang="0">
                  <a:pos x="1464" y="1972"/>
                </a:cxn>
                <a:cxn ang="0">
                  <a:pos x="767" y="2158"/>
                </a:cxn>
                <a:cxn ang="0">
                  <a:pos x="0" y="2326"/>
                </a:cxn>
                <a:cxn ang="0">
                  <a:pos x="402" y="2272"/>
                </a:cxn>
                <a:cxn ang="0">
                  <a:pos x="1146" y="2092"/>
                </a:cxn>
                <a:cxn ang="0">
                  <a:pos x="1818" y="1900"/>
                </a:cxn>
                <a:cxn ang="0">
                  <a:pos x="2400" y="1702"/>
                </a:cxn>
                <a:cxn ang="0">
                  <a:pos x="2657" y="1607"/>
                </a:cxn>
                <a:cxn ang="0">
                  <a:pos x="2891" y="1505"/>
                </a:cxn>
                <a:cxn ang="0">
                  <a:pos x="3101" y="1403"/>
                </a:cxn>
                <a:cxn ang="0">
                  <a:pos x="3287" y="1301"/>
                </a:cxn>
                <a:cxn ang="0">
                  <a:pos x="3443" y="1193"/>
                </a:cxn>
                <a:cxn ang="0">
                  <a:pos x="3569" y="1091"/>
                </a:cxn>
                <a:cxn ang="0">
                  <a:pos x="3665" y="989"/>
                </a:cxn>
                <a:cxn ang="0">
                  <a:pos x="3731" y="887"/>
                </a:cxn>
                <a:cxn ang="0">
                  <a:pos x="3767" y="785"/>
                </a:cxn>
              </a:cxnLst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未知"/>
            <p:cNvSpPr/>
            <p:nvPr/>
          </p:nvSpPr>
          <p:spPr>
            <a:xfrm>
              <a:off x="0" y="0"/>
              <a:ext cx="2933" cy="1846"/>
            </a:xfrm>
            <a:custGeom>
              <a:avLst/>
              <a:gdLst/>
              <a:ahLst/>
              <a:cxnLst>
                <a:cxn ang="0">
                  <a:pos x="2933" y="647"/>
                </a:cxn>
                <a:cxn ang="0">
                  <a:pos x="2885" y="528"/>
                </a:cxn>
                <a:cxn ang="0">
                  <a:pos x="2758" y="414"/>
                </a:cxn>
                <a:cxn ang="0">
                  <a:pos x="2567" y="318"/>
                </a:cxn>
                <a:cxn ang="0">
                  <a:pos x="2309" y="228"/>
                </a:cxn>
                <a:cxn ang="0">
                  <a:pos x="1991" y="150"/>
                </a:cxn>
                <a:cxn ang="0">
                  <a:pos x="1613" y="78"/>
                </a:cxn>
                <a:cxn ang="0">
                  <a:pos x="1182" y="24"/>
                </a:cxn>
                <a:cxn ang="0">
                  <a:pos x="696" y="0"/>
                </a:cxn>
                <a:cxn ang="0">
                  <a:pos x="1194" y="48"/>
                </a:cxn>
                <a:cxn ang="0">
                  <a:pos x="1631" y="108"/>
                </a:cxn>
                <a:cxn ang="0">
                  <a:pos x="2015" y="180"/>
                </a:cxn>
                <a:cxn ang="0">
                  <a:pos x="2333" y="264"/>
                </a:cxn>
                <a:cxn ang="0">
                  <a:pos x="2579" y="360"/>
                </a:cxn>
                <a:cxn ang="0">
                  <a:pos x="2758" y="468"/>
                </a:cxn>
                <a:cxn ang="0">
                  <a:pos x="2855" y="587"/>
                </a:cxn>
                <a:cxn ang="0">
                  <a:pos x="2873" y="713"/>
                </a:cxn>
                <a:cxn ang="0">
                  <a:pos x="2849" y="785"/>
                </a:cxn>
                <a:cxn ang="0">
                  <a:pos x="2801" y="857"/>
                </a:cxn>
                <a:cxn ang="0">
                  <a:pos x="2633" y="1001"/>
                </a:cxn>
                <a:cxn ang="0">
                  <a:pos x="2375" y="1145"/>
                </a:cxn>
                <a:cxn ang="0">
                  <a:pos x="2039" y="1289"/>
                </a:cxn>
                <a:cxn ang="0">
                  <a:pos x="1631" y="1433"/>
                </a:cxn>
                <a:cxn ang="0">
                  <a:pos x="1146" y="1571"/>
                </a:cxn>
                <a:cxn ang="0">
                  <a:pos x="606" y="1702"/>
                </a:cxn>
                <a:cxn ang="0">
                  <a:pos x="0" y="1828"/>
                </a:cxn>
                <a:cxn ang="0">
                  <a:pos x="312" y="1780"/>
                </a:cxn>
                <a:cxn ang="0">
                  <a:pos x="900" y="1648"/>
                </a:cxn>
                <a:cxn ang="0">
                  <a:pos x="1421" y="1511"/>
                </a:cxn>
                <a:cxn ang="0">
                  <a:pos x="1877" y="1367"/>
                </a:cxn>
                <a:cxn ang="0">
                  <a:pos x="2261" y="1223"/>
                </a:cxn>
                <a:cxn ang="0">
                  <a:pos x="2567" y="1079"/>
                </a:cxn>
                <a:cxn ang="0">
                  <a:pos x="2783" y="929"/>
                </a:cxn>
                <a:cxn ang="0">
                  <a:pos x="2885" y="815"/>
                </a:cxn>
                <a:cxn ang="0">
                  <a:pos x="2921" y="743"/>
                </a:cxn>
                <a:cxn ang="0">
                  <a:pos x="2933" y="707"/>
                </a:cxn>
              </a:cxnLst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未知"/>
            <p:cNvSpPr/>
            <p:nvPr/>
          </p:nvSpPr>
          <p:spPr>
            <a:xfrm>
              <a:off x="114" y="2847"/>
              <a:ext cx="1493" cy="204"/>
            </a:xfrm>
            <a:custGeom>
              <a:avLst/>
              <a:gdLst/>
              <a:ahLst/>
              <a:cxnLst>
                <a:cxn ang="0">
                  <a:pos x="1404" y="204"/>
                </a:cxn>
                <a:cxn ang="0">
                  <a:pos x="0" y="18"/>
                </a:cxn>
                <a:cxn ang="0">
                  <a:pos x="77" y="0"/>
                </a:cxn>
                <a:cxn ang="0">
                  <a:pos x="1493" y="186"/>
                </a:cxn>
                <a:cxn ang="0">
                  <a:pos x="1404" y="204"/>
                </a:cxn>
                <a:cxn ang="0">
                  <a:pos x="1404" y="204"/>
                </a:cxn>
              </a:cxnLst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1" name="Rectangle 14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2" name="Group 15"/>
            <p:cNvGrpSpPr/>
            <p:nvPr/>
          </p:nvGrpSpPr>
          <p:grpSpPr>
            <a:xfrm>
              <a:off x="192" y="2284"/>
              <a:ext cx="1254" cy="923"/>
              <a:chOff x="0" y="0"/>
              <a:chExt cx="1254" cy="923"/>
            </a:xfrm>
          </p:grpSpPr>
          <p:sp>
            <p:nvSpPr>
              <p:cNvPr id="1043" name="未知"/>
              <p:cNvSpPr/>
              <p:nvPr/>
            </p:nvSpPr>
            <p:spPr>
              <a:xfrm>
                <a:off x="216" y="725"/>
                <a:ext cx="47" cy="6"/>
              </a:xfrm>
              <a:custGeom>
                <a:avLst/>
                <a:gdLst/>
                <a:ahLst/>
                <a:cxnLst>
                  <a:cxn ang="0">
                    <a:pos x="4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7" y="6"/>
                  </a:cxn>
                  <a:cxn ang="0">
                    <a:pos x="47" y="6"/>
                  </a:cxn>
                  <a:cxn ang="0">
                    <a:pos x="47" y="6"/>
                  </a:cxn>
                </a:cxnLst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4" name="未知"/>
              <p:cNvSpPr/>
              <p:nvPr/>
            </p:nvSpPr>
            <p:spPr>
              <a:xfrm>
                <a:off x="720" y="0"/>
                <a:ext cx="324" cy="162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24"/>
                  </a:cxn>
                  <a:cxn ang="0">
                    <a:pos x="12" y="18"/>
                  </a:cxn>
                  <a:cxn ang="0">
                    <a:pos x="48" y="6"/>
                  </a:cxn>
                  <a:cxn ang="0">
                    <a:pos x="101" y="0"/>
                  </a:cxn>
                  <a:cxn ang="0">
                    <a:pos x="137" y="6"/>
                  </a:cxn>
                  <a:cxn ang="0">
                    <a:pos x="174" y="18"/>
                  </a:cxn>
                  <a:cxn ang="0">
                    <a:pos x="240" y="54"/>
                  </a:cxn>
                  <a:cxn ang="0">
                    <a:pos x="288" y="90"/>
                  </a:cxn>
                  <a:cxn ang="0">
                    <a:pos x="318" y="114"/>
                  </a:cxn>
                  <a:cxn ang="0">
                    <a:pos x="324" y="126"/>
                  </a:cxn>
                  <a:cxn ang="0">
                    <a:pos x="324" y="126"/>
                  </a:cxn>
                  <a:cxn ang="0">
                    <a:pos x="222" y="162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5" name="未知"/>
              <p:cNvSpPr>
                <a:spLocks noEditPoints="1"/>
              </p:cNvSpPr>
              <p:nvPr/>
            </p:nvSpPr>
            <p:spPr>
              <a:xfrm>
                <a:off x="0" y="0"/>
                <a:ext cx="1254" cy="923"/>
              </a:xfrm>
              <a:custGeom>
                <a:avLst/>
                <a:gdLst/>
                <a:ahLst/>
                <a:cxnLst>
                  <a:cxn ang="0">
                    <a:pos x="1170" y="641"/>
                  </a:cxn>
                  <a:cxn ang="0">
                    <a:pos x="1170" y="473"/>
                  </a:cxn>
                  <a:cxn ang="0">
                    <a:pos x="1140" y="384"/>
                  </a:cxn>
                  <a:cxn ang="0">
                    <a:pos x="1116" y="288"/>
                  </a:cxn>
                  <a:cxn ang="0">
                    <a:pos x="1056" y="174"/>
                  </a:cxn>
                  <a:cxn ang="0">
                    <a:pos x="984" y="96"/>
                  </a:cxn>
                  <a:cxn ang="0">
                    <a:pos x="966" y="72"/>
                  </a:cxn>
                  <a:cxn ang="0">
                    <a:pos x="894" y="18"/>
                  </a:cxn>
                  <a:cxn ang="0">
                    <a:pos x="822" y="6"/>
                  </a:cxn>
                  <a:cxn ang="0">
                    <a:pos x="714" y="24"/>
                  </a:cxn>
                  <a:cxn ang="0">
                    <a:pos x="666" y="42"/>
                  </a:cxn>
                  <a:cxn ang="0">
                    <a:pos x="570" y="120"/>
                  </a:cxn>
                  <a:cxn ang="0">
                    <a:pos x="534" y="228"/>
                  </a:cxn>
                  <a:cxn ang="0">
                    <a:pos x="511" y="348"/>
                  </a:cxn>
                  <a:cxn ang="0">
                    <a:pos x="432" y="479"/>
                  </a:cxn>
                  <a:cxn ang="0">
                    <a:pos x="414" y="539"/>
                  </a:cxn>
                  <a:cxn ang="0">
                    <a:pos x="354" y="599"/>
                  </a:cxn>
                  <a:cxn ang="0">
                    <a:pos x="306" y="629"/>
                  </a:cxn>
                  <a:cxn ang="0">
                    <a:pos x="294" y="635"/>
                  </a:cxn>
                  <a:cxn ang="0">
                    <a:pos x="258" y="677"/>
                  </a:cxn>
                  <a:cxn ang="0">
                    <a:pos x="150" y="797"/>
                  </a:cxn>
                  <a:cxn ang="0">
                    <a:pos x="54" y="839"/>
                  </a:cxn>
                  <a:cxn ang="0">
                    <a:pos x="156" y="905"/>
                  </a:cxn>
                  <a:cxn ang="0">
                    <a:pos x="241" y="869"/>
                  </a:cxn>
                  <a:cxn ang="0">
                    <a:pos x="642" y="827"/>
                  </a:cxn>
                  <a:cxn ang="0">
                    <a:pos x="702" y="725"/>
                  </a:cxn>
                  <a:cxn ang="0">
                    <a:pos x="696" y="611"/>
                  </a:cxn>
                  <a:cxn ang="0">
                    <a:pos x="780" y="551"/>
                  </a:cxn>
                  <a:cxn ang="0">
                    <a:pos x="882" y="449"/>
                  </a:cxn>
                  <a:cxn ang="0">
                    <a:pos x="912" y="414"/>
                  </a:cxn>
                  <a:cxn ang="0">
                    <a:pos x="978" y="318"/>
                  </a:cxn>
                  <a:cxn ang="0">
                    <a:pos x="1026" y="336"/>
                  </a:cxn>
                  <a:cxn ang="0">
                    <a:pos x="1122" y="617"/>
                  </a:cxn>
                  <a:cxn ang="0">
                    <a:pos x="1116" y="689"/>
                  </a:cxn>
                  <a:cxn ang="0">
                    <a:pos x="1152" y="749"/>
                  </a:cxn>
                  <a:cxn ang="0">
                    <a:pos x="1206" y="713"/>
                  </a:cxn>
                  <a:cxn ang="0">
                    <a:pos x="1242" y="749"/>
                  </a:cxn>
                  <a:cxn ang="0">
                    <a:pos x="1254" y="743"/>
                  </a:cxn>
                  <a:cxn ang="0">
                    <a:pos x="696" y="264"/>
                  </a:cxn>
                  <a:cxn ang="0">
                    <a:pos x="787" y="372"/>
                  </a:cxn>
                  <a:cxn ang="0">
                    <a:pos x="768" y="443"/>
                  </a:cxn>
                  <a:cxn ang="0">
                    <a:pos x="708" y="515"/>
                  </a:cxn>
                  <a:cxn ang="0">
                    <a:pos x="660" y="569"/>
                  </a:cxn>
                  <a:cxn ang="0">
                    <a:pos x="618" y="593"/>
                  </a:cxn>
                  <a:cxn ang="0">
                    <a:pos x="576" y="617"/>
                  </a:cxn>
                  <a:cxn ang="0">
                    <a:pos x="564" y="707"/>
                  </a:cxn>
                  <a:cxn ang="0">
                    <a:pos x="354" y="755"/>
                  </a:cxn>
                  <a:cxn ang="0">
                    <a:pos x="390" y="641"/>
                  </a:cxn>
                  <a:cxn ang="0">
                    <a:pos x="426" y="647"/>
                  </a:cxn>
                  <a:cxn ang="0">
                    <a:pos x="444" y="617"/>
                  </a:cxn>
                  <a:cxn ang="0">
                    <a:pos x="570" y="515"/>
                  </a:cxn>
                  <a:cxn ang="0">
                    <a:pos x="618" y="473"/>
                  </a:cxn>
                  <a:cxn ang="0">
                    <a:pos x="642" y="396"/>
                  </a:cxn>
                  <a:cxn ang="0">
                    <a:pos x="642" y="378"/>
                  </a:cxn>
                  <a:cxn ang="0">
                    <a:pos x="666" y="270"/>
                  </a:cxn>
                  <a:cxn ang="0">
                    <a:pos x="684" y="192"/>
                  </a:cxn>
                  <a:cxn ang="0">
                    <a:pos x="696" y="264"/>
                  </a:cxn>
                  <a:cxn ang="0">
                    <a:pos x="534" y="455"/>
                  </a:cxn>
                  <a:cxn ang="0">
                    <a:pos x="636" y="803"/>
                  </a:cxn>
                </a:cxnLst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6" name="未知"/>
              <p:cNvSpPr/>
              <p:nvPr/>
            </p:nvSpPr>
            <p:spPr>
              <a:xfrm>
                <a:off x="492" y="425"/>
                <a:ext cx="47" cy="7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18" y="60"/>
                  </a:cxn>
                  <a:cxn ang="0">
                    <a:pos x="24" y="54"/>
                  </a:cxn>
                  <a:cxn ang="0">
                    <a:pos x="47" y="0"/>
                  </a:cxn>
                  <a:cxn ang="0">
                    <a:pos x="0" y="78"/>
                  </a:cxn>
                  <a:cxn ang="0">
                    <a:pos x="12" y="72"/>
                  </a:cxn>
                  <a:cxn ang="0">
                    <a:pos x="12" y="72"/>
                  </a:cxn>
                </a:cxnLst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7" name="未知"/>
              <p:cNvSpPr/>
              <p:nvPr/>
            </p:nvSpPr>
            <p:spPr>
              <a:xfrm>
                <a:off x="1092" y="288"/>
                <a:ext cx="149" cy="419"/>
              </a:xfrm>
              <a:custGeom>
                <a:avLst/>
                <a:gdLst/>
                <a:ahLst/>
                <a:cxnLst>
                  <a:cxn ang="0">
                    <a:pos x="29" y="96"/>
                  </a:cxn>
                  <a:cxn ang="0">
                    <a:pos x="41" y="126"/>
                  </a:cxn>
                  <a:cxn ang="0">
                    <a:pos x="29" y="161"/>
                  </a:cxn>
                  <a:cxn ang="0">
                    <a:pos x="47" y="149"/>
                  </a:cxn>
                  <a:cxn ang="0">
                    <a:pos x="53" y="347"/>
                  </a:cxn>
                  <a:cxn ang="0">
                    <a:pos x="65" y="371"/>
                  </a:cxn>
                  <a:cxn ang="0">
                    <a:pos x="65" y="377"/>
                  </a:cxn>
                  <a:cxn ang="0">
                    <a:pos x="65" y="389"/>
                  </a:cxn>
                  <a:cxn ang="0">
                    <a:pos x="77" y="395"/>
                  </a:cxn>
                  <a:cxn ang="0">
                    <a:pos x="101" y="407"/>
                  </a:cxn>
                  <a:cxn ang="0">
                    <a:pos x="125" y="413"/>
                  </a:cxn>
                  <a:cxn ang="0">
                    <a:pos x="149" y="419"/>
                  </a:cxn>
                  <a:cxn ang="0">
                    <a:pos x="125" y="395"/>
                  </a:cxn>
                  <a:cxn ang="0">
                    <a:pos x="77" y="365"/>
                  </a:cxn>
                  <a:cxn ang="0">
                    <a:pos x="77" y="365"/>
                  </a:cxn>
                  <a:cxn ang="0">
                    <a:pos x="77" y="353"/>
                  </a:cxn>
                  <a:cxn ang="0">
                    <a:pos x="83" y="329"/>
                  </a:cxn>
                  <a:cxn ang="0">
                    <a:pos x="83" y="293"/>
                  </a:cxn>
                  <a:cxn ang="0">
                    <a:pos x="83" y="257"/>
                  </a:cxn>
                  <a:cxn ang="0">
                    <a:pos x="83" y="221"/>
                  </a:cxn>
                  <a:cxn ang="0">
                    <a:pos x="77" y="185"/>
                  </a:cxn>
                  <a:cxn ang="0">
                    <a:pos x="65" y="155"/>
                  </a:cxn>
                  <a:cxn ang="0">
                    <a:pos x="59" y="143"/>
                  </a:cxn>
                  <a:cxn ang="0">
                    <a:pos x="53" y="137"/>
                  </a:cxn>
                  <a:cxn ang="0">
                    <a:pos x="53" y="120"/>
                  </a:cxn>
                  <a:cxn ang="0">
                    <a:pos x="53" y="108"/>
                  </a:cxn>
                  <a:cxn ang="0">
                    <a:pos x="47" y="90"/>
                  </a:cxn>
                  <a:cxn ang="0">
                    <a:pos x="35" y="54"/>
                  </a:cxn>
                  <a:cxn ang="0">
                    <a:pos x="23" y="18"/>
                  </a:cxn>
                  <a:cxn ang="0">
                    <a:pos x="17" y="6"/>
                  </a:cxn>
                  <a:cxn ang="0">
                    <a:pos x="17" y="0"/>
                  </a:cxn>
                  <a:cxn ang="0">
                    <a:pos x="0" y="6"/>
                  </a:cxn>
                  <a:cxn ang="0">
                    <a:pos x="6" y="114"/>
                  </a:cxn>
                  <a:cxn ang="0">
                    <a:pos x="29" y="96"/>
                  </a:cxn>
                  <a:cxn ang="0">
                    <a:pos x="29" y="96"/>
                  </a:cxn>
                </a:cxnLst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8" name="未知"/>
              <p:cNvSpPr/>
              <p:nvPr/>
            </p:nvSpPr>
            <p:spPr>
              <a:xfrm>
                <a:off x="948" y="150"/>
                <a:ext cx="167" cy="138"/>
              </a:xfrm>
              <a:custGeom>
                <a:avLst/>
                <a:gdLst/>
                <a:ahLst/>
                <a:cxnLst>
                  <a:cxn ang="0">
                    <a:pos x="102" y="18"/>
                  </a:cxn>
                  <a:cxn ang="0">
                    <a:pos x="96" y="12"/>
                  </a:cxn>
                  <a:cxn ang="0">
                    <a:pos x="90" y="0"/>
                  </a:cxn>
                  <a:cxn ang="0">
                    <a:pos x="78" y="0"/>
                  </a:cxn>
                  <a:cxn ang="0">
                    <a:pos x="66" y="0"/>
                  </a:cxn>
                  <a:cxn ang="0">
                    <a:pos x="60" y="0"/>
                  </a:cxn>
                  <a:cxn ang="0">
                    <a:pos x="48" y="6"/>
                  </a:cxn>
                  <a:cxn ang="0">
                    <a:pos x="36" y="12"/>
                  </a:cxn>
                  <a:cxn ang="0">
                    <a:pos x="30" y="12"/>
                  </a:cxn>
                  <a:cxn ang="0">
                    <a:pos x="24" y="24"/>
                  </a:cxn>
                  <a:cxn ang="0">
                    <a:pos x="18" y="42"/>
                  </a:cxn>
                  <a:cxn ang="0">
                    <a:pos x="6" y="66"/>
                  </a:cxn>
                  <a:cxn ang="0">
                    <a:pos x="0" y="72"/>
                  </a:cxn>
                  <a:cxn ang="0">
                    <a:pos x="42" y="30"/>
                  </a:cxn>
                  <a:cxn ang="0">
                    <a:pos x="30" y="66"/>
                  </a:cxn>
                  <a:cxn ang="0">
                    <a:pos x="96" y="36"/>
                  </a:cxn>
                  <a:cxn ang="0">
                    <a:pos x="120" y="78"/>
                  </a:cxn>
                  <a:cxn ang="0">
                    <a:pos x="120" y="54"/>
                  </a:cxn>
                  <a:cxn ang="0">
                    <a:pos x="167" y="138"/>
                  </a:cxn>
                  <a:cxn ang="0">
                    <a:pos x="167" y="120"/>
                  </a:cxn>
                  <a:cxn ang="0">
                    <a:pos x="161" y="102"/>
                  </a:cxn>
                  <a:cxn ang="0">
                    <a:pos x="138" y="60"/>
                  </a:cxn>
                  <a:cxn ang="0">
                    <a:pos x="114" y="30"/>
                  </a:cxn>
                  <a:cxn ang="0">
                    <a:pos x="108" y="24"/>
                  </a:cxn>
                  <a:cxn ang="0">
                    <a:pos x="102" y="18"/>
                  </a:cxn>
                  <a:cxn ang="0">
                    <a:pos x="102" y="18"/>
                  </a:cxn>
                </a:cxnLst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9" name="未知"/>
              <p:cNvSpPr/>
              <p:nvPr/>
            </p:nvSpPr>
            <p:spPr>
              <a:xfrm>
                <a:off x="756" y="30"/>
                <a:ext cx="113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24" y="6"/>
                  </a:cxn>
                  <a:cxn ang="0">
                    <a:pos x="48" y="18"/>
                  </a:cxn>
                  <a:cxn ang="0">
                    <a:pos x="71" y="36"/>
                  </a:cxn>
                  <a:cxn ang="0">
                    <a:pos x="83" y="48"/>
                  </a:cxn>
                  <a:cxn ang="0">
                    <a:pos x="95" y="66"/>
                  </a:cxn>
                  <a:cxn ang="0">
                    <a:pos x="107" y="90"/>
                  </a:cxn>
                  <a:cxn ang="0">
                    <a:pos x="113" y="114"/>
                  </a:cxn>
                  <a:cxn ang="0">
                    <a:pos x="83" y="66"/>
                  </a:cxn>
                  <a:cxn ang="0">
                    <a:pos x="60" y="78"/>
                  </a:cxn>
                  <a:cxn ang="0">
                    <a:pos x="71" y="54"/>
                  </a:cxn>
                  <a:cxn ang="0">
                    <a:pos x="12" y="78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4" y="30"/>
                  </a:cxn>
                  <a:cxn ang="0">
                    <a:pos x="36" y="1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未知"/>
              <p:cNvSpPr/>
              <p:nvPr/>
            </p:nvSpPr>
            <p:spPr>
              <a:xfrm>
                <a:off x="930" y="294"/>
                <a:ext cx="66" cy="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42" y="18"/>
                  </a:cxn>
                  <a:cxn ang="0">
                    <a:pos x="36" y="6"/>
                  </a:cxn>
                  <a:cxn ang="0">
                    <a:pos x="24" y="30"/>
                  </a:cxn>
                  <a:cxn ang="0">
                    <a:pos x="18" y="36"/>
                  </a:cxn>
                  <a:cxn ang="0">
                    <a:pos x="6" y="48"/>
                  </a:cxn>
                  <a:cxn ang="0">
                    <a:pos x="0" y="60"/>
                  </a:cxn>
                  <a:cxn ang="0">
                    <a:pos x="12" y="54"/>
                  </a:cxn>
                  <a:cxn ang="0">
                    <a:pos x="30" y="36"/>
                  </a:cxn>
                  <a:cxn ang="0">
                    <a:pos x="54" y="18"/>
                  </a:cxn>
                  <a:cxn ang="0">
                    <a:pos x="66" y="6"/>
                  </a:cxn>
                  <a:cxn ang="0">
                    <a:pos x="54" y="0"/>
                  </a:cxn>
                  <a:cxn ang="0">
                    <a:pos x="54" y="0"/>
                  </a:cxn>
                </a:cxnLst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未知"/>
              <p:cNvSpPr/>
              <p:nvPr/>
            </p:nvSpPr>
            <p:spPr>
              <a:xfrm>
                <a:off x="750" y="390"/>
                <a:ext cx="161" cy="179"/>
              </a:xfrm>
              <a:custGeom>
                <a:avLst/>
                <a:gdLst/>
                <a:ahLst/>
                <a:cxnLst>
                  <a:cxn ang="0">
                    <a:pos x="131" y="53"/>
                  </a:cxn>
                  <a:cxn ang="0">
                    <a:pos x="137" y="53"/>
                  </a:cxn>
                  <a:cxn ang="0">
                    <a:pos x="143" y="41"/>
                  </a:cxn>
                  <a:cxn ang="0">
                    <a:pos x="155" y="35"/>
                  </a:cxn>
                  <a:cxn ang="0">
                    <a:pos x="161" y="24"/>
                  </a:cxn>
                  <a:cxn ang="0">
                    <a:pos x="161" y="12"/>
                  </a:cxn>
                  <a:cxn ang="0">
                    <a:pos x="161" y="0"/>
                  </a:cxn>
                  <a:cxn ang="0">
                    <a:pos x="149" y="24"/>
                  </a:cxn>
                  <a:cxn ang="0">
                    <a:pos x="143" y="35"/>
                  </a:cxn>
                  <a:cxn ang="0">
                    <a:pos x="131" y="35"/>
                  </a:cxn>
                  <a:cxn ang="0">
                    <a:pos x="119" y="41"/>
                  </a:cxn>
                  <a:cxn ang="0">
                    <a:pos x="125" y="53"/>
                  </a:cxn>
                  <a:cxn ang="0">
                    <a:pos x="95" y="95"/>
                  </a:cxn>
                  <a:cxn ang="0">
                    <a:pos x="0" y="137"/>
                  </a:cxn>
                  <a:cxn ang="0">
                    <a:pos x="60" y="119"/>
                  </a:cxn>
                  <a:cxn ang="0">
                    <a:pos x="54" y="125"/>
                  </a:cxn>
                  <a:cxn ang="0">
                    <a:pos x="48" y="131"/>
                  </a:cxn>
                  <a:cxn ang="0">
                    <a:pos x="24" y="155"/>
                  </a:cxn>
                  <a:cxn ang="0">
                    <a:pos x="12" y="167"/>
                  </a:cxn>
                  <a:cxn ang="0">
                    <a:pos x="0" y="173"/>
                  </a:cxn>
                  <a:cxn ang="0">
                    <a:pos x="0" y="179"/>
                  </a:cxn>
                  <a:cxn ang="0">
                    <a:pos x="6" y="173"/>
                  </a:cxn>
                  <a:cxn ang="0">
                    <a:pos x="30" y="155"/>
                  </a:cxn>
                  <a:cxn ang="0">
                    <a:pos x="48" y="143"/>
                  </a:cxn>
                  <a:cxn ang="0">
                    <a:pos x="71" y="125"/>
                  </a:cxn>
                  <a:cxn ang="0">
                    <a:pos x="95" y="107"/>
                  </a:cxn>
                  <a:cxn ang="0">
                    <a:pos x="119" y="77"/>
                  </a:cxn>
                  <a:cxn ang="0">
                    <a:pos x="131" y="59"/>
                  </a:cxn>
                  <a:cxn ang="0">
                    <a:pos x="131" y="53"/>
                  </a:cxn>
                  <a:cxn ang="0">
                    <a:pos x="131" y="53"/>
                  </a:cxn>
                </a:cxnLst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2" name="未知"/>
              <p:cNvSpPr/>
              <p:nvPr/>
            </p:nvSpPr>
            <p:spPr>
              <a:xfrm>
                <a:off x="545" y="479"/>
                <a:ext cx="73" cy="54"/>
              </a:xfrm>
              <a:custGeom>
                <a:avLst/>
                <a:gdLst/>
                <a:ahLst/>
                <a:cxnLst>
                  <a:cxn ang="0">
                    <a:pos x="24" y="36"/>
                  </a:cxn>
                  <a:cxn ang="0">
                    <a:pos x="49" y="24"/>
                  </a:cxn>
                  <a:cxn ang="0">
                    <a:pos x="61" y="12"/>
                  </a:cxn>
                  <a:cxn ang="0">
                    <a:pos x="67" y="6"/>
                  </a:cxn>
                  <a:cxn ang="0">
                    <a:pos x="73" y="0"/>
                  </a:cxn>
                  <a:cxn ang="0">
                    <a:pos x="43" y="18"/>
                  </a:cxn>
                  <a:cxn ang="0">
                    <a:pos x="30" y="24"/>
                  </a:cxn>
                  <a:cxn ang="0">
                    <a:pos x="24" y="24"/>
                  </a:cxn>
                  <a:cxn ang="0">
                    <a:pos x="18" y="18"/>
                  </a:cxn>
                  <a:cxn ang="0">
                    <a:pos x="12" y="12"/>
                  </a:cxn>
                  <a:cxn ang="0">
                    <a:pos x="0" y="54"/>
                  </a:cxn>
                  <a:cxn ang="0">
                    <a:pos x="12" y="42"/>
                  </a:cxn>
                  <a:cxn ang="0">
                    <a:pos x="24" y="36"/>
                  </a:cxn>
                  <a:cxn ang="0">
                    <a:pos x="24" y="36"/>
                  </a:cxn>
                </a:cxnLst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3" name="未知"/>
              <p:cNvSpPr/>
              <p:nvPr/>
            </p:nvSpPr>
            <p:spPr>
              <a:xfrm>
                <a:off x="432" y="605"/>
                <a:ext cx="12" cy="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6" y="54"/>
                  </a:cxn>
                  <a:cxn ang="0">
                    <a:pos x="12" y="36"/>
                  </a:cxn>
                  <a:cxn ang="0">
                    <a:pos x="12" y="18"/>
                  </a:cxn>
                  <a:cxn ang="0">
                    <a:pos x="12" y="6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4" name="未知"/>
              <p:cNvSpPr/>
              <p:nvPr/>
            </p:nvSpPr>
            <p:spPr>
              <a:xfrm>
                <a:off x="300" y="737"/>
                <a:ext cx="48" cy="72"/>
              </a:xfrm>
              <a:custGeom>
                <a:avLst/>
                <a:gdLst/>
                <a:ahLst/>
                <a:cxnLst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6" y="0"/>
                  </a:cxn>
                  <a:cxn ang="0">
                    <a:pos x="42" y="12"/>
                  </a:cxn>
                  <a:cxn ang="0">
                    <a:pos x="42" y="12"/>
                  </a:cxn>
                  <a:cxn ang="0">
                    <a:pos x="0" y="72"/>
                  </a:cxn>
                  <a:cxn ang="0">
                    <a:pos x="18" y="54"/>
                  </a:cxn>
                  <a:cxn ang="0">
                    <a:pos x="18" y="6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</a:cxnLst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5" name="未知"/>
              <p:cNvSpPr/>
              <p:nvPr/>
            </p:nvSpPr>
            <p:spPr>
              <a:xfrm>
                <a:off x="245" y="743"/>
                <a:ext cx="288" cy="84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84"/>
                  </a:cxn>
                  <a:cxn ang="0">
                    <a:pos x="169" y="36"/>
                  </a:cxn>
                  <a:cxn ang="0">
                    <a:pos x="114" y="60"/>
                  </a:cxn>
                  <a:cxn ang="0">
                    <a:pos x="277" y="18"/>
                  </a:cxn>
                  <a:cxn ang="0">
                    <a:pos x="288" y="0"/>
                  </a:cxn>
                  <a:cxn ang="0">
                    <a:pos x="288" y="0"/>
                  </a:cxn>
                </a:cxnLst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6" name="未知"/>
              <p:cNvSpPr/>
              <p:nvPr/>
            </p:nvSpPr>
            <p:spPr>
              <a:xfrm>
                <a:off x="636" y="719"/>
                <a:ext cx="66" cy="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6" y="6"/>
                  </a:cxn>
                  <a:cxn ang="0">
                    <a:pos x="0" y="84"/>
                  </a:cxn>
                  <a:cxn ang="0">
                    <a:pos x="54" y="24"/>
                  </a:cxn>
                  <a:cxn ang="0">
                    <a:pos x="6" y="108"/>
                  </a:cxn>
                  <a:cxn ang="0">
                    <a:pos x="66" y="6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7" name="未知"/>
              <p:cNvSpPr/>
              <p:nvPr/>
            </p:nvSpPr>
            <p:spPr>
              <a:xfrm>
                <a:off x="174" y="827"/>
                <a:ext cx="77" cy="42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0"/>
                  </a:cxn>
                  <a:cxn ang="0">
                    <a:pos x="60" y="6"/>
                  </a:cxn>
                  <a:cxn ang="0">
                    <a:pos x="48" y="6"/>
                  </a:cxn>
                  <a:cxn ang="0">
                    <a:pos x="42" y="6"/>
                  </a:cxn>
                  <a:cxn ang="0">
                    <a:pos x="60" y="6"/>
                  </a:cxn>
                  <a:cxn ang="0">
                    <a:pos x="0" y="24"/>
                  </a:cxn>
                  <a:cxn ang="0">
                    <a:pos x="71" y="6"/>
                  </a:cxn>
                  <a:cxn ang="0">
                    <a:pos x="66" y="42"/>
                  </a:cxn>
                  <a:cxn ang="0">
                    <a:pos x="77" y="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8" name="未知"/>
              <p:cNvSpPr/>
              <p:nvPr/>
            </p:nvSpPr>
            <p:spPr>
              <a:xfrm>
                <a:off x="306" y="881"/>
                <a:ext cx="66" cy="30"/>
              </a:xfrm>
              <a:custGeom>
                <a:avLst/>
                <a:gdLst/>
                <a:ahLst/>
                <a:cxnLst>
                  <a:cxn ang="0">
                    <a:pos x="66" y="6"/>
                  </a:cxn>
                  <a:cxn ang="0">
                    <a:pos x="0" y="0"/>
                  </a:cxn>
                  <a:cxn ang="0">
                    <a:pos x="54" y="6"/>
                  </a:cxn>
                  <a:cxn ang="0">
                    <a:pos x="18" y="18"/>
                  </a:cxn>
                  <a:cxn ang="0">
                    <a:pos x="60" y="12"/>
                  </a:cxn>
                  <a:cxn ang="0">
                    <a:pos x="60" y="30"/>
                  </a:cxn>
                  <a:cxn ang="0">
                    <a:pos x="60" y="30"/>
                  </a:cxn>
                  <a:cxn ang="0">
                    <a:pos x="66" y="6"/>
                  </a:cxn>
                  <a:cxn ang="0">
                    <a:pos x="66" y="6"/>
                  </a:cxn>
                </a:cxnLst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9" name="未知"/>
              <p:cNvSpPr/>
              <p:nvPr/>
            </p:nvSpPr>
            <p:spPr>
              <a:xfrm>
                <a:off x="648" y="635"/>
                <a:ext cx="18" cy="6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24"/>
                  </a:cxn>
                  <a:cxn ang="0">
                    <a:pos x="12" y="60"/>
                  </a:cxn>
                  <a:cxn ang="0">
                    <a:pos x="18" y="18"/>
                  </a:cxn>
                  <a:cxn ang="0">
                    <a:pos x="18" y="18"/>
                  </a:cxn>
                  <a:cxn ang="0">
                    <a:pos x="18" y="0"/>
                  </a:cxn>
                  <a:cxn ang="0">
                    <a:pos x="12" y="18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0" name="未知"/>
              <p:cNvSpPr/>
              <p:nvPr/>
            </p:nvSpPr>
            <p:spPr>
              <a:xfrm>
                <a:off x="354" y="737"/>
                <a:ext cx="6" cy="1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8"/>
                  </a:cxn>
                  <a:cxn ang="0">
                    <a:pos x="6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1" name="未知"/>
              <p:cNvSpPr/>
              <p:nvPr/>
            </p:nvSpPr>
            <p:spPr>
              <a:xfrm>
                <a:off x="342" y="659"/>
                <a:ext cx="30" cy="78"/>
              </a:xfrm>
              <a:custGeom>
                <a:avLst/>
                <a:gdLst/>
                <a:ahLst/>
                <a:cxnLst>
                  <a:cxn ang="0">
                    <a:pos x="24" y="6"/>
                  </a:cxn>
                  <a:cxn ang="0">
                    <a:pos x="18" y="24"/>
                  </a:cxn>
                  <a:cxn ang="0">
                    <a:pos x="0" y="18"/>
                  </a:cxn>
                  <a:cxn ang="0">
                    <a:pos x="12" y="30"/>
                  </a:cxn>
                  <a:cxn ang="0">
                    <a:pos x="6" y="42"/>
                  </a:cxn>
                  <a:cxn ang="0">
                    <a:pos x="18" y="78"/>
                  </a:cxn>
                  <a:cxn ang="0">
                    <a:pos x="18" y="24"/>
                  </a:cxn>
                  <a:cxn ang="0">
                    <a:pos x="24" y="12"/>
                  </a:cxn>
                  <a:cxn ang="0">
                    <a:pos x="30" y="6"/>
                  </a:cxn>
                  <a:cxn ang="0">
                    <a:pos x="30" y="6"/>
                  </a:cxn>
                  <a:cxn ang="0">
                    <a:pos x="12" y="0"/>
                  </a:cxn>
                  <a:cxn ang="0">
                    <a:pos x="24" y="6"/>
                  </a:cxn>
                  <a:cxn ang="0">
                    <a:pos x="24" y="6"/>
                  </a:cxn>
                </a:cxnLst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2" name="未知"/>
              <p:cNvSpPr/>
              <p:nvPr/>
            </p:nvSpPr>
            <p:spPr>
              <a:xfrm>
                <a:off x="348" y="755"/>
                <a:ext cx="24" cy="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24" y="24"/>
                  </a:cxn>
                  <a:cxn ang="0">
                    <a:pos x="24" y="18"/>
                  </a:cxn>
                  <a:cxn ang="0">
                    <a:pos x="18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未知"/>
              <p:cNvSpPr/>
              <p:nvPr/>
            </p:nvSpPr>
            <p:spPr>
              <a:xfrm>
                <a:off x="609" y="397"/>
                <a:ext cx="215" cy="216"/>
              </a:xfrm>
              <a:custGeom>
                <a:avLst/>
                <a:gdLst/>
                <a:ahLst/>
                <a:cxnLst>
                  <a:cxn ang="0">
                    <a:pos x="215" y="0"/>
                  </a:cxn>
                  <a:cxn ang="0">
                    <a:pos x="147" y="36"/>
                  </a:cxn>
                  <a:cxn ang="0">
                    <a:pos x="132" y="49"/>
                  </a:cxn>
                  <a:cxn ang="0">
                    <a:pos x="104" y="79"/>
                  </a:cxn>
                  <a:cxn ang="0">
                    <a:pos x="87" y="114"/>
                  </a:cxn>
                  <a:cxn ang="0">
                    <a:pos x="48" y="156"/>
                  </a:cxn>
                  <a:cxn ang="0">
                    <a:pos x="42" y="166"/>
                  </a:cxn>
                  <a:cxn ang="0">
                    <a:pos x="29" y="177"/>
                  </a:cxn>
                  <a:cxn ang="0">
                    <a:pos x="0" y="208"/>
                  </a:cxn>
                  <a:cxn ang="0">
                    <a:pos x="48" y="216"/>
                  </a:cxn>
                  <a:cxn ang="0">
                    <a:pos x="215" y="0"/>
                  </a:cxn>
                </a:cxnLst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未知"/>
              <p:cNvSpPr/>
              <p:nvPr/>
            </p:nvSpPr>
            <p:spPr>
              <a:xfrm>
                <a:off x="344" y="426"/>
                <a:ext cx="212" cy="179"/>
              </a:xfrm>
              <a:custGeom>
                <a:avLst/>
                <a:gdLst/>
                <a:ahLst/>
                <a:cxnLst>
                  <a:cxn ang="0">
                    <a:pos x="212" y="0"/>
                  </a:cxn>
                  <a:cxn ang="0">
                    <a:pos x="144" y="36"/>
                  </a:cxn>
                  <a:cxn ang="0">
                    <a:pos x="0" y="179"/>
                  </a:cxn>
                  <a:cxn ang="0">
                    <a:pos x="177" y="85"/>
                  </a:cxn>
                  <a:cxn ang="0">
                    <a:pos x="212" y="0"/>
                  </a:cxn>
                </a:cxnLst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未知"/>
              <p:cNvSpPr/>
              <p:nvPr/>
            </p:nvSpPr>
            <p:spPr>
              <a:xfrm>
                <a:off x="845" y="325"/>
                <a:ext cx="64" cy="79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4" y="79"/>
                  </a:cxn>
                  <a:cxn ang="0">
                    <a:pos x="60" y="0"/>
                  </a:cxn>
                  <a:cxn ang="0">
                    <a:pos x="0" y="22"/>
                  </a:cxn>
                </a:cxnLst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6" name="未知"/>
              <p:cNvSpPr/>
              <p:nvPr userDrawn="1"/>
            </p:nvSpPr>
            <p:spPr>
              <a:xfrm>
                <a:off x="675" y="187"/>
                <a:ext cx="137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87"/>
                  </a:cxn>
                  <a:cxn ang="0">
                    <a:pos x="69" y="154"/>
                  </a:cxn>
                  <a:cxn ang="0">
                    <a:pos x="137" y="207"/>
                  </a:cxn>
                  <a:cxn ang="0">
                    <a:pos x="0" y="0"/>
                  </a:cxn>
                </a:cxnLst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7" name="未知"/>
              <p:cNvSpPr/>
              <p:nvPr userDrawn="1"/>
            </p:nvSpPr>
            <p:spPr>
              <a:xfrm>
                <a:off x="625" y="223"/>
                <a:ext cx="65" cy="222"/>
              </a:xfrm>
              <a:custGeom>
                <a:avLst/>
                <a:gdLst/>
                <a:ahLst/>
                <a:cxnLst>
                  <a:cxn ang="0">
                    <a:pos x="0" y="222"/>
                  </a:cxn>
                  <a:cxn ang="0">
                    <a:pos x="40" y="142"/>
                  </a:cxn>
                  <a:cxn ang="0">
                    <a:pos x="65" y="72"/>
                  </a:cxn>
                  <a:cxn ang="0">
                    <a:pos x="7" y="0"/>
                  </a:cxn>
                  <a:cxn ang="0">
                    <a:pos x="0" y="222"/>
                  </a:cxn>
                </a:cxnLst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89" name="Rectangle 41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47800"/>
            <a:ext cx="7772400" cy="1470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090" name="Rectangle 4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203575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1" name="Rectangle 4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fld id="{9A0DB2DC-4C9A-4742-B13C-FB6460FD3503}" type="slidenum">
              <a:rPr lang="en-US" altLang="zh-CN" sz="1000" b="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</a:fld>
            <a:endParaRPr lang="en-US" altLang="zh-CN" sz="1000" b="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1030" name="未知"/>
            <p:cNvSpPr/>
            <p:nvPr/>
          </p:nvSpPr>
          <p:spPr>
            <a:xfrm>
              <a:off x="1812" y="2811"/>
              <a:ext cx="3946" cy="1505"/>
            </a:xfrm>
            <a:custGeom>
              <a:avLst/>
              <a:gdLst/>
              <a:ahLst/>
              <a:cxnLst>
                <a:cxn ang="0">
                  <a:pos x="149" y="1505"/>
                </a:cxn>
                <a:cxn ang="0">
                  <a:pos x="689" y="1331"/>
                </a:cxn>
                <a:cxn ang="0">
                  <a:pos x="1217" y="1157"/>
                </a:cxn>
                <a:cxn ang="0">
                  <a:pos x="1733" y="977"/>
                </a:cxn>
                <a:cxn ang="0">
                  <a:pos x="2225" y="792"/>
                </a:cxn>
                <a:cxn ang="0">
                  <a:pos x="2464" y="696"/>
                </a:cxn>
                <a:cxn ang="0">
                  <a:pos x="2698" y="606"/>
                </a:cxn>
                <a:cxn ang="0">
                  <a:pos x="2927" y="510"/>
                </a:cxn>
                <a:cxn ang="0">
                  <a:pos x="3149" y="420"/>
                </a:cxn>
                <a:cxn ang="0">
                  <a:pos x="3358" y="324"/>
                </a:cxn>
                <a:cxn ang="0">
                  <a:pos x="3562" y="234"/>
                </a:cxn>
                <a:cxn ang="0">
                  <a:pos x="3760" y="138"/>
                </a:cxn>
                <a:cxn ang="0">
                  <a:pos x="3946" y="48"/>
                </a:cxn>
                <a:cxn ang="0">
                  <a:pos x="3946" y="0"/>
                </a:cxn>
                <a:cxn ang="0">
                  <a:pos x="3754" y="96"/>
                </a:cxn>
                <a:cxn ang="0">
                  <a:pos x="3550" y="192"/>
                </a:cxn>
                <a:cxn ang="0">
                  <a:pos x="3340" y="288"/>
                </a:cxn>
                <a:cxn ang="0">
                  <a:pos x="3125" y="384"/>
                </a:cxn>
                <a:cxn ang="0">
                  <a:pos x="2897" y="480"/>
                </a:cxn>
                <a:cxn ang="0">
                  <a:pos x="2662" y="576"/>
                </a:cxn>
                <a:cxn ang="0">
                  <a:pos x="2416" y="672"/>
                </a:cxn>
                <a:cxn ang="0">
                  <a:pos x="2171" y="768"/>
                </a:cxn>
                <a:cxn ang="0">
                  <a:pos x="1913" y="864"/>
                </a:cxn>
                <a:cxn ang="0">
                  <a:pos x="1655" y="960"/>
                </a:cxn>
                <a:cxn ang="0">
                  <a:pos x="1115" y="1145"/>
                </a:cxn>
                <a:cxn ang="0">
                  <a:pos x="564" y="1331"/>
                </a:cxn>
                <a:cxn ang="0">
                  <a:pos x="0" y="1505"/>
                </a:cxn>
                <a:cxn ang="0">
                  <a:pos x="149" y="1505"/>
                </a:cxn>
                <a:cxn ang="0">
                  <a:pos x="149" y="1505"/>
                </a:cxn>
              </a:cxnLst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未知"/>
            <p:cNvSpPr/>
            <p:nvPr/>
          </p:nvSpPr>
          <p:spPr>
            <a:xfrm>
              <a:off x="4025" y="3627"/>
              <a:ext cx="1733" cy="689"/>
            </a:xfrm>
            <a:custGeom>
              <a:avLst/>
              <a:gdLst/>
              <a:ahLst/>
              <a:cxnLst>
                <a:cxn ang="0">
                  <a:pos x="132" y="689"/>
                </a:cxn>
                <a:cxn ang="0">
                  <a:pos x="552" y="527"/>
                </a:cxn>
                <a:cxn ang="0">
                  <a:pos x="966" y="365"/>
                </a:cxn>
                <a:cxn ang="0">
                  <a:pos x="1163" y="287"/>
                </a:cxn>
                <a:cxn ang="0">
                  <a:pos x="1361" y="203"/>
                </a:cxn>
                <a:cxn ang="0">
                  <a:pos x="1553" y="126"/>
                </a:cxn>
                <a:cxn ang="0">
                  <a:pos x="1733" y="48"/>
                </a:cxn>
                <a:cxn ang="0">
                  <a:pos x="1733" y="0"/>
                </a:cxn>
                <a:cxn ang="0">
                  <a:pos x="1535" y="84"/>
                </a:cxn>
                <a:cxn ang="0">
                  <a:pos x="1331" y="167"/>
                </a:cxn>
                <a:cxn ang="0">
                  <a:pos x="1121" y="257"/>
                </a:cxn>
                <a:cxn ang="0">
                  <a:pos x="906" y="341"/>
                </a:cxn>
                <a:cxn ang="0">
                  <a:pos x="455" y="515"/>
                </a:cxn>
                <a:cxn ang="0">
                  <a:pos x="0" y="689"/>
                </a:cxn>
                <a:cxn ang="0">
                  <a:pos x="132" y="689"/>
                </a:cxn>
                <a:cxn ang="0">
                  <a:pos x="132" y="689"/>
                </a:cxn>
              </a:cxnLst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未知"/>
            <p:cNvSpPr/>
            <p:nvPr/>
          </p:nvSpPr>
          <p:spPr>
            <a:xfrm>
              <a:off x="0" y="0"/>
              <a:ext cx="5578" cy="3447"/>
            </a:xfrm>
            <a:custGeom>
              <a:avLst/>
              <a:gdLst/>
              <a:ahLst/>
              <a:cxnLst>
                <a:cxn ang="0">
                  <a:pos x="5578" y="929"/>
                </a:cxn>
                <a:cxn ang="0">
                  <a:pos x="5554" y="773"/>
                </a:cxn>
                <a:cxn ang="0">
                  <a:pos x="5470" y="629"/>
                </a:cxn>
                <a:cxn ang="0">
                  <a:pos x="5343" y="492"/>
                </a:cxn>
                <a:cxn ang="0">
                  <a:pos x="5164" y="366"/>
                </a:cxn>
                <a:cxn ang="0">
                  <a:pos x="4936" y="252"/>
                </a:cxn>
                <a:cxn ang="0">
                  <a:pos x="4666" y="144"/>
                </a:cxn>
                <a:cxn ang="0">
                  <a:pos x="4354" y="48"/>
                </a:cxn>
                <a:cxn ang="0">
                  <a:pos x="4012" y="0"/>
                </a:cxn>
                <a:cxn ang="0">
                  <a:pos x="4372" y="90"/>
                </a:cxn>
                <a:cxn ang="0">
                  <a:pos x="4684" y="192"/>
                </a:cxn>
                <a:cxn ang="0">
                  <a:pos x="4948" y="306"/>
                </a:cxn>
                <a:cxn ang="0">
                  <a:pos x="5164" y="426"/>
                </a:cxn>
                <a:cxn ang="0">
                  <a:pos x="5331" y="557"/>
                </a:cxn>
                <a:cxn ang="0">
                  <a:pos x="5446" y="701"/>
                </a:cxn>
                <a:cxn ang="0">
                  <a:pos x="5506" y="851"/>
                </a:cxn>
                <a:cxn ang="0">
                  <a:pos x="5506" y="1013"/>
                </a:cxn>
                <a:cxn ang="0">
                  <a:pos x="5458" y="1163"/>
                </a:cxn>
                <a:cxn ang="0">
                  <a:pos x="5361" y="1319"/>
                </a:cxn>
                <a:cxn ang="0">
                  <a:pos x="5218" y="1475"/>
                </a:cxn>
                <a:cxn ang="0">
                  <a:pos x="5032" y="1630"/>
                </a:cxn>
                <a:cxn ang="0">
                  <a:pos x="4804" y="1786"/>
                </a:cxn>
                <a:cxn ang="0">
                  <a:pos x="4540" y="1948"/>
                </a:cxn>
                <a:cxn ang="0">
                  <a:pos x="4228" y="2104"/>
                </a:cxn>
                <a:cxn ang="0">
                  <a:pos x="3887" y="2260"/>
                </a:cxn>
                <a:cxn ang="0">
                  <a:pos x="3509" y="2416"/>
                </a:cxn>
                <a:cxn ang="0">
                  <a:pos x="3094" y="2566"/>
                </a:cxn>
                <a:cxn ang="0">
                  <a:pos x="2651" y="2715"/>
                </a:cxn>
                <a:cxn ang="0">
                  <a:pos x="2171" y="2865"/>
                </a:cxn>
                <a:cxn ang="0">
                  <a:pos x="1667" y="3009"/>
                </a:cxn>
                <a:cxn ang="0">
                  <a:pos x="1139" y="3147"/>
                </a:cxn>
                <a:cxn ang="0">
                  <a:pos x="582" y="3279"/>
                </a:cxn>
                <a:cxn ang="0">
                  <a:pos x="0" y="3447"/>
                </a:cxn>
                <a:cxn ang="0">
                  <a:pos x="870" y="3249"/>
                </a:cxn>
                <a:cxn ang="0">
                  <a:pos x="1421" y="3105"/>
                </a:cxn>
                <a:cxn ang="0">
                  <a:pos x="1943" y="2961"/>
                </a:cxn>
                <a:cxn ang="0">
                  <a:pos x="2441" y="2817"/>
                </a:cxn>
                <a:cxn ang="0">
                  <a:pos x="2909" y="2668"/>
                </a:cxn>
                <a:cxn ang="0">
                  <a:pos x="3340" y="2512"/>
                </a:cxn>
                <a:cxn ang="0">
                  <a:pos x="3742" y="2356"/>
                </a:cxn>
                <a:cxn ang="0">
                  <a:pos x="4109" y="2200"/>
                </a:cxn>
                <a:cxn ang="0">
                  <a:pos x="4439" y="2038"/>
                </a:cxn>
                <a:cxn ang="0">
                  <a:pos x="4732" y="1876"/>
                </a:cxn>
                <a:cxn ang="0">
                  <a:pos x="4984" y="1720"/>
                </a:cxn>
                <a:cxn ang="0">
                  <a:pos x="5194" y="1559"/>
                </a:cxn>
                <a:cxn ang="0">
                  <a:pos x="5355" y="1397"/>
                </a:cxn>
                <a:cxn ang="0">
                  <a:pos x="5476" y="1241"/>
                </a:cxn>
                <a:cxn ang="0">
                  <a:pos x="5554" y="1085"/>
                </a:cxn>
                <a:cxn ang="0">
                  <a:pos x="5572" y="1007"/>
                </a:cxn>
              </a:cxnLst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未知"/>
            <p:cNvSpPr/>
            <p:nvPr/>
          </p:nvSpPr>
          <p:spPr bwMode="auto">
            <a:xfrm>
              <a:off x="4942" y="0"/>
              <a:ext cx="816" cy="276"/>
            </a:xfrm>
            <a:custGeom>
              <a:avLst/>
              <a:gdLst>
                <a:gd name="T0" fmla="*/ 813 w 813"/>
                <a:gd name="T1" fmla="*/ 222 h 276"/>
                <a:gd name="T2" fmla="*/ 670 w 813"/>
                <a:gd name="T3" fmla="*/ 162 h 276"/>
                <a:gd name="T4" fmla="*/ 514 w 813"/>
                <a:gd name="T5" fmla="*/ 108 h 276"/>
                <a:gd name="T6" fmla="*/ 347 w 813"/>
                <a:gd name="T7" fmla="*/ 54 h 276"/>
                <a:gd name="T8" fmla="*/ 167 w 813"/>
                <a:gd name="T9" fmla="*/ 0 h 276"/>
                <a:gd name="T10" fmla="*/ 0 w 813"/>
                <a:gd name="T11" fmla="*/ 0 h 276"/>
                <a:gd name="T12" fmla="*/ 227 w 813"/>
                <a:gd name="T13" fmla="*/ 60 h 276"/>
                <a:gd name="T14" fmla="*/ 442 w 813"/>
                <a:gd name="T15" fmla="*/ 132 h 276"/>
                <a:gd name="T16" fmla="*/ 634 w 813"/>
                <a:gd name="T17" fmla="*/ 204 h 276"/>
                <a:gd name="T18" fmla="*/ 813 w 813"/>
                <a:gd name="T19" fmla="*/ 276 h 276"/>
                <a:gd name="T20" fmla="*/ 813 w 813"/>
                <a:gd name="T21" fmla="*/ 222 h 276"/>
                <a:gd name="T22" fmla="*/ 813 w 813"/>
                <a:gd name="T23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未知"/>
            <p:cNvSpPr/>
            <p:nvPr/>
          </p:nvSpPr>
          <p:spPr>
            <a:xfrm>
              <a:off x="0" y="1984"/>
              <a:ext cx="5758" cy="2098"/>
            </a:xfrm>
            <a:custGeom>
              <a:avLst/>
              <a:gdLst/>
              <a:ahLst/>
              <a:cxnLst>
                <a:cxn ang="0">
                  <a:pos x="5758" y="0"/>
                </a:cxn>
                <a:cxn ang="0">
                  <a:pos x="5656" y="72"/>
                </a:cxn>
                <a:cxn ang="0">
                  <a:pos x="5554" y="138"/>
                </a:cxn>
                <a:cxn ang="0">
                  <a:pos x="5440" y="210"/>
                </a:cxn>
                <a:cxn ang="0">
                  <a:pos x="5321" y="276"/>
                </a:cxn>
                <a:cxn ang="0">
                  <a:pos x="5068" y="414"/>
                </a:cxn>
                <a:cxn ang="0">
                  <a:pos x="4792" y="552"/>
                </a:cxn>
                <a:cxn ang="0">
                  <a:pos x="4492" y="690"/>
                </a:cxn>
                <a:cxn ang="0">
                  <a:pos x="4175" y="827"/>
                </a:cxn>
                <a:cxn ang="0">
                  <a:pos x="3839" y="959"/>
                </a:cxn>
                <a:cxn ang="0">
                  <a:pos x="3479" y="1091"/>
                </a:cxn>
                <a:cxn ang="0">
                  <a:pos x="3101" y="1223"/>
                </a:cxn>
                <a:cxn ang="0">
                  <a:pos x="2705" y="1355"/>
                </a:cxn>
                <a:cxn ang="0">
                  <a:pos x="2291" y="1481"/>
                </a:cxn>
                <a:cxn ang="0">
                  <a:pos x="1866" y="1601"/>
                </a:cxn>
                <a:cxn ang="0">
                  <a:pos x="1421" y="1721"/>
                </a:cxn>
                <a:cxn ang="0">
                  <a:pos x="960" y="1834"/>
                </a:cxn>
                <a:cxn ang="0">
                  <a:pos x="486" y="1948"/>
                </a:cxn>
                <a:cxn ang="0">
                  <a:pos x="0" y="2056"/>
                </a:cxn>
                <a:cxn ang="0">
                  <a:pos x="0" y="2098"/>
                </a:cxn>
                <a:cxn ang="0">
                  <a:pos x="479" y="1990"/>
                </a:cxn>
                <a:cxn ang="0">
                  <a:pos x="954" y="1882"/>
                </a:cxn>
                <a:cxn ang="0">
                  <a:pos x="1409" y="1763"/>
                </a:cxn>
                <a:cxn ang="0">
                  <a:pos x="1848" y="1649"/>
                </a:cxn>
                <a:cxn ang="0">
                  <a:pos x="2273" y="1523"/>
                </a:cxn>
                <a:cxn ang="0">
                  <a:pos x="2687" y="1397"/>
                </a:cxn>
                <a:cxn ang="0">
                  <a:pos x="3077" y="1271"/>
                </a:cxn>
                <a:cxn ang="0">
                  <a:pos x="3455" y="1139"/>
                </a:cxn>
                <a:cxn ang="0">
                  <a:pos x="3815" y="1007"/>
                </a:cxn>
                <a:cxn ang="0">
                  <a:pos x="4151" y="875"/>
                </a:cxn>
                <a:cxn ang="0">
                  <a:pos x="4474" y="737"/>
                </a:cxn>
                <a:cxn ang="0">
                  <a:pos x="4774" y="600"/>
                </a:cxn>
                <a:cxn ang="0">
                  <a:pos x="5056" y="462"/>
                </a:cxn>
                <a:cxn ang="0">
                  <a:pos x="5309" y="324"/>
                </a:cxn>
                <a:cxn ang="0">
                  <a:pos x="5548" y="186"/>
                </a:cxn>
                <a:cxn ang="0">
                  <a:pos x="5758" y="48"/>
                </a:cxn>
                <a:cxn ang="0">
                  <a:pos x="5758" y="0"/>
                </a:cxn>
                <a:cxn ang="0">
                  <a:pos x="5758" y="0"/>
                </a:cxn>
              </a:cxnLst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未知"/>
            <p:cNvSpPr/>
            <p:nvPr/>
          </p:nvSpPr>
          <p:spPr>
            <a:xfrm>
              <a:off x="0" y="102"/>
              <a:ext cx="1961" cy="1265"/>
            </a:xfrm>
            <a:custGeom>
              <a:avLst/>
              <a:gdLst/>
              <a:ahLst/>
              <a:cxnLst>
                <a:cxn ang="0">
                  <a:pos x="1961" y="485"/>
                </a:cxn>
                <a:cxn ang="0">
                  <a:pos x="1907" y="390"/>
                </a:cxn>
                <a:cxn ang="0">
                  <a:pos x="1775" y="306"/>
                </a:cxn>
                <a:cxn ang="0">
                  <a:pos x="1584" y="228"/>
                </a:cxn>
                <a:cxn ang="0">
                  <a:pos x="1331" y="162"/>
                </a:cxn>
                <a:cxn ang="0">
                  <a:pos x="1013" y="102"/>
                </a:cxn>
                <a:cxn ang="0">
                  <a:pos x="648" y="54"/>
                </a:cxn>
                <a:cxn ang="0">
                  <a:pos x="228" y="18"/>
                </a:cxn>
                <a:cxn ang="0">
                  <a:pos x="0" y="12"/>
                </a:cxn>
                <a:cxn ang="0">
                  <a:pos x="432" y="48"/>
                </a:cxn>
                <a:cxn ang="0">
                  <a:pos x="815" y="90"/>
                </a:cxn>
                <a:cxn ang="0">
                  <a:pos x="1152" y="144"/>
                </a:cxn>
                <a:cxn ang="0">
                  <a:pos x="1427" y="204"/>
                </a:cxn>
                <a:cxn ang="0">
                  <a:pos x="1643" y="276"/>
                </a:cxn>
                <a:cxn ang="0">
                  <a:pos x="1800" y="360"/>
                </a:cxn>
                <a:cxn ang="0">
                  <a:pos x="1889" y="443"/>
                </a:cxn>
                <a:cxn ang="0">
                  <a:pos x="1907" y="539"/>
                </a:cxn>
                <a:cxn ang="0">
                  <a:pos x="1860" y="629"/>
                </a:cxn>
                <a:cxn ang="0">
                  <a:pos x="1751" y="719"/>
                </a:cxn>
                <a:cxn ang="0">
                  <a:pos x="1584" y="809"/>
                </a:cxn>
                <a:cxn ang="0">
                  <a:pos x="1361" y="899"/>
                </a:cxn>
                <a:cxn ang="0">
                  <a:pos x="1091" y="989"/>
                </a:cxn>
                <a:cxn ang="0">
                  <a:pos x="767" y="1073"/>
                </a:cxn>
                <a:cxn ang="0">
                  <a:pos x="408" y="1157"/>
                </a:cxn>
                <a:cxn ang="0">
                  <a:pos x="0" y="1241"/>
                </a:cxn>
                <a:cxn ang="0">
                  <a:pos x="216" y="1223"/>
                </a:cxn>
                <a:cxn ang="0">
                  <a:pos x="612" y="1139"/>
                </a:cxn>
                <a:cxn ang="0">
                  <a:pos x="960" y="1049"/>
                </a:cxn>
                <a:cxn ang="0">
                  <a:pos x="1266" y="959"/>
                </a:cxn>
                <a:cxn ang="0">
                  <a:pos x="1518" y="863"/>
                </a:cxn>
                <a:cxn ang="0">
                  <a:pos x="1721" y="767"/>
                </a:cxn>
                <a:cxn ang="0">
                  <a:pos x="1866" y="677"/>
                </a:cxn>
                <a:cxn ang="0">
                  <a:pos x="1943" y="581"/>
                </a:cxn>
                <a:cxn ang="0">
                  <a:pos x="1961" y="533"/>
                </a:cxn>
              </a:cxnLst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未知"/>
            <p:cNvSpPr/>
            <p:nvPr/>
          </p:nvSpPr>
          <p:spPr>
            <a:xfrm>
              <a:off x="0" y="0"/>
              <a:ext cx="4709" cy="2901"/>
            </a:xfrm>
            <a:custGeom>
              <a:avLst/>
              <a:gdLst/>
              <a:ahLst/>
              <a:cxnLst>
                <a:cxn ang="0">
                  <a:pos x="4709" y="797"/>
                </a:cxn>
                <a:cxn ang="0">
                  <a:pos x="4679" y="665"/>
                </a:cxn>
                <a:cxn ang="0">
                  <a:pos x="4601" y="540"/>
                </a:cxn>
                <a:cxn ang="0">
                  <a:pos x="4480" y="426"/>
                </a:cxn>
                <a:cxn ang="0">
                  <a:pos x="4313" y="312"/>
                </a:cxn>
                <a:cxn ang="0">
                  <a:pos x="4097" y="216"/>
                </a:cxn>
                <a:cxn ang="0">
                  <a:pos x="3845" y="120"/>
                </a:cxn>
                <a:cxn ang="0">
                  <a:pos x="3551" y="36"/>
                </a:cxn>
                <a:cxn ang="0">
                  <a:pos x="3215" y="0"/>
                </a:cxn>
                <a:cxn ang="0">
                  <a:pos x="3551" y="78"/>
                </a:cxn>
                <a:cxn ang="0">
                  <a:pos x="3845" y="162"/>
                </a:cxn>
                <a:cxn ang="0">
                  <a:pos x="4097" y="258"/>
                </a:cxn>
                <a:cxn ang="0">
                  <a:pos x="4301" y="366"/>
                </a:cxn>
                <a:cxn ang="0">
                  <a:pos x="4457" y="480"/>
                </a:cxn>
                <a:cxn ang="0">
                  <a:pos x="4565" y="605"/>
                </a:cxn>
                <a:cxn ang="0">
                  <a:pos x="4625" y="737"/>
                </a:cxn>
                <a:cxn ang="0">
                  <a:pos x="4625" y="875"/>
                </a:cxn>
                <a:cxn ang="0">
                  <a:pos x="4583" y="1001"/>
                </a:cxn>
                <a:cxn ang="0">
                  <a:pos x="4504" y="1127"/>
                </a:cxn>
                <a:cxn ang="0">
                  <a:pos x="4385" y="1259"/>
                </a:cxn>
                <a:cxn ang="0">
                  <a:pos x="4228" y="1385"/>
                </a:cxn>
                <a:cxn ang="0">
                  <a:pos x="4037" y="1517"/>
                </a:cxn>
                <a:cxn ang="0">
                  <a:pos x="3815" y="1648"/>
                </a:cxn>
                <a:cxn ang="0">
                  <a:pos x="3557" y="1774"/>
                </a:cxn>
                <a:cxn ang="0">
                  <a:pos x="3269" y="1906"/>
                </a:cxn>
                <a:cxn ang="0">
                  <a:pos x="2951" y="2032"/>
                </a:cxn>
                <a:cxn ang="0">
                  <a:pos x="2603" y="2164"/>
                </a:cxn>
                <a:cxn ang="0">
                  <a:pos x="2231" y="2284"/>
                </a:cxn>
                <a:cxn ang="0">
                  <a:pos x="1830" y="2410"/>
                </a:cxn>
                <a:cxn ang="0">
                  <a:pos x="1403" y="2530"/>
                </a:cxn>
                <a:cxn ang="0">
                  <a:pos x="486" y="2757"/>
                </a:cxn>
                <a:cxn ang="0">
                  <a:pos x="0" y="2901"/>
                </a:cxn>
                <a:cxn ang="0">
                  <a:pos x="972" y="2674"/>
                </a:cxn>
                <a:cxn ang="0">
                  <a:pos x="1643" y="2494"/>
                </a:cxn>
                <a:cxn ang="0">
                  <a:pos x="2064" y="2374"/>
                </a:cxn>
                <a:cxn ang="0">
                  <a:pos x="2459" y="2248"/>
                </a:cxn>
                <a:cxn ang="0">
                  <a:pos x="2825" y="2116"/>
                </a:cxn>
                <a:cxn ang="0">
                  <a:pos x="3161" y="1984"/>
                </a:cxn>
                <a:cxn ang="0">
                  <a:pos x="3473" y="1858"/>
                </a:cxn>
                <a:cxn ang="0">
                  <a:pos x="3749" y="1720"/>
                </a:cxn>
                <a:cxn ang="0">
                  <a:pos x="3995" y="1589"/>
                </a:cxn>
                <a:cxn ang="0">
                  <a:pos x="4204" y="1457"/>
                </a:cxn>
                <a:cxn ang="0">
                  <a:pos x="4385" y="1325"/>
                </a:cxn>
                <a:cxn ang="0">
                  <a:pos x="4522" y="1193"/>
                </a:cxn>
                <a:cxn ang="0">
                  <a:pos x="4625" y="1061"/>
                </a:cxn>
                <a:cxn ang="0">
                  <a:pos x="4685" y="935"/>
                </a:cxn>
                <a:cxn ang="0">
                  <a:pos x="4703" y="869"/>
                </a:cxn>
              </a:cxnLst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未知"/>
            <p:cNvSpPr/>
            <p:nvPr/>
          </p:nvSpPr>
          <p:spPr>
            <a:xfrm>
              <a:off x="0" y="0"/>
              <a:ext cx="3773" cy="2356"/>
            </a:xfrm>
            <a:custGeom>
              <a:avLst/>
              <a:gdLst/>
              <a:ahLst/>
              <a:cxnLst>
                <a:cxn ang="0">
                  <a:pos x="3773" y="719"/>
                </a:cxn>
                <a:cxn ang="0">
                  <a:pos x="3743" y="599"/>
                </a:cxn>
                <a:cxn ang="0">
                  <a:pos x="3665" y="486"/>
                </a:cxn>
                <a:cxn ang="0">
                  <a:pos x="3533" y="378"/>
                </a:cxn>
                <a:cxn ang="0">
                  <a:pos x="3359" y="282"/>
                </a:cxn>
                <a:cxn ang="0">
                  <a:pos x="3137" y="192"/>
                </a:cxn>
                <a:cxn ang="0">
                  <a:pos x="2873" y="108"/>
                </a:cxn>
                <a:cxn ang="0">
                  <a:pos x="2567" y="36"/>
                </a:cxn>
                <a:cxn ang="0">
                  <a:pos x="2237" y="0"/>
                </a:cxn>
                <a:cxn ang="0">
                  <a:pos x="2585" y="72"/>
                </a:cxn>
                <a:cxn ang="0">
                  <a:pos x="2885" y="150"/>
                </a:cxn>
                <a:cxn ang="0">
                  <a:pos x="3149" y="234"/>
                </a:cxn>
                <a:cxn ang="0">
                  <a:pos x="3359" y="330"/>
                </a:cxn>
                <a:cxn ang="0">
                  <a:pos x="3527" y="432"/>
                </a:cxn>
                <a:cxn ang="0">
                  <a:pos x="3635" y="545"/>
                </a:cxn>
                <a:cxn ang="0">
                  <a:pos x="3695" y="665"/>
                </a:cxn>
                <a:cxn ang="0">
                  <a:pos x="3701" y="791"/>
                </a:cxn>
                <a:cxn ang="0">
                  <a:pos x="3665" y="887"/>
                </a:cxn>
                <a:cxn ang="0">
                  <a:pos x="3604" y="989"/>
                </a:cxn>
                <a:cxn ang="0">
                  <a:pos x="3509" y="1091"/>
                </a:cxn>
                <a:cxn ang="0">
                  <a:pos x="3383" y="1187"/>
                </a:cxn>
                <a:cxn ang="0">
                  <a:pos x="3233" y="1289"/>
                </a:cxn>
                <a:cxn ang="0">
                  <a:pos x="3053" y="1391"/>
                </a:cxn>
                <a:cxn ang="0">
                  <a:pos x="2843" y="1493"/>
                </a:cxn>
                <a:cxn ang="0">
                  <a:pos x="2615" y="1589"/>
                </a:cxn>
                <a:cxn ang="0">
                  <a:pos x="2082" y="1786"/>
                </a:cxn>
                <a:cxn ang="0">
                  <a:pos x="1464" y="1972"/>
                </a:cxn>
                <a:cxn ang="0">
                  <a:pos x="767" y="2158"/>
                </a:cxn>
                <a:cxn ang="0">
                  <a:pos x="0" y="2326"/>
                </a:cxn>
                <a:cxn ang="0">
                  <a:pos x="402" y="2272"/>
                </a:cxn>
                <a:cxn ang="0">
                  <a:pos x="1146" y="2092"/>
                </a:cxn>
                <a:cxn ang="0">
                  <a:pos x="1818" y="1900"/>
                </a:cxn>
                <a:cxn ang="0">
                  <a:pos x="2400" y="1702"/>
                </a:cxn>
                <a:cxn ang="0">
                  <a:pos x="2657" y="1607"/>
                </a:cxn>
                <a:cxn ang="0">
                  <a:pos x="2891" y="1505"/>
                </a:cxn>
                <a:cxn ang="0">
                  <a:pos x="3101" y="1403"/>
                </a:cxn>
                <a:cxn ang="0">
                  <a:pos x="3287" y="1301"/>
                </a:cxn>
                <a:cxn ang="0">
                  <a:pos x="3443" y="1193"/>
                </a:cxn>
                <a:cxn ang="0">
                  <a:pos x="3569" y="1091"/>
                </a:cxn>
                <a:cxn ang="0">
                  <a:pos x="3665" y="989"/>
                </a:cxn>
                <a:cxn ang="0">
                  <a:pos x="3731" y="887"/>
                </a:cxn>
                <a:cxn ang="0">
                  <a:pos x="3767" y="785"/>
                </a:cxn>
              </a:cxnLst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未知"/>
            <p:cNvSpPr/>
            <p:nvPr/>
          </p:nvSpPr>
          <p:spPr>
            <a:xfrm>
              <a:off x="0" y="0"/>
              <a:ext cx="2933" cy="1846"/>
            </a:xfrm>
            <a:custGeom>
              <a:avLst/>
              <a:gdLst/>
              <a:ahLst/>
              <a:cxnLst>
                <a:cxn ang="0">
                  <a:pos x="2933" y="647"/>
                </a:cxn>
                <a:cxn ang="0">
                  <a:pos x="2885" y="528"/>
                </a:cxn>
                <a:cxn ang="0">
                  <a:pos x="2758" y="414"/>
                </a:cxn>
                <a:cxn ang="0">
                  <a:pos x="2567" y="318"/>
                </a:cxn>
                <a:cxn ang="0">
                  <a:pos x="2309" y="228"/>
                </a:cxn>
                <a:cxn ang="0">
                  <a:pos x="1991" y="150"/>
                </a:cxn>
                <a:cxn ang="0">
                  <a:pos x="1613" y="78"/>
                </a:cxn>
                <a:cxn ang="0">
                  <a:pos x="1182" y="24"/>
                </a:cxn>
                <a:cxn ang="0">
                  <a:pos x="696" y="0"/>
                </a:cxn>
                <a:cxn ang="0">
                  <a:pos x="1194" y="48"/>
                </a:cxn>
                <a:cxn ang="0">
                  <a:pos x="1631" y="108"/>
                </a:cxn>
                <a:cxn ang="0">
                  <a:pos x="2015" y="180"/>
                </a:cxn>
                <a:cxn ang="0">
                  <a:pos x="2333" y="264"/>
                </a:cxn>
                <a:cxn ang="0">
                  <a:pos x="2579" y="360"/>
                </a:cxn>
                <a:cxn ang="0">
                  <a:pos x="2758" y="468"/>
                </a:cxn>
                <a:cxn ang="0">
                  <a:pos x="2855" y="587"/>
                </a:cxn>
                <a:cxn ang="0">
                  <a:pos x="2873" y="713"/>
                </a:cxn>
                <a:cxn ang="0">
                  <a:pos x="2849" y="785"/>
                </a:cxn>
                <a:cxn ang="0">
                  <a:pos x="2801" y="857"/>
                </a:cxn>
                <a:cxn ang="0">
                  <a:pos x="2633" y="1001"/>
                </a:cxn>
                <a:cxn ang="0">
                  <a:pos x="2375" y="1145"/>
                </a:cxn>
                <a:cxn ang="0">
                  <a:pos x="2039" y="1289"/>
                </a:cxn>
                <a:cxn ang="0">
                  <a:pos x="1631" y="1433"/>
                </a:cxn>
                <a:cxn ang="0">
                  <a:pos x="1146" y="1571"/>
                </a:cxn>
                <a:cxn ang="0">
                  <a:pos x="606" y="1702"/>
                </a:cxn>
                <a:cxn ang="0">
                  <a:pos x="0" y="1828"/>
                </a:cxn>
                <a:cxn ang="0">
                  <a:pos x="312" y="1780"/>
                </a:cxn>
                <a:cxn ang="0">
                  <a:pos x="900" y="1648"/>
                </a:cxn>
                <a:cxn ang="0">
                  <a:pos x="1421" y="1511"/>
                </a:cxn>
                <a:cxn ang="0">
                  <a:pos x="1877" y="1367"/>
                </a:cxn>
                <a:cxn ang="0">
                  <a:pos x="2261" y="1223"/>
                </a:cxn>
                <a:cxn ang="0">
                  <a:pos x="2567" y="1079"/>
                </a:cxn>
                <a:cxn ang="0">
                  <a:pos x="2783" y="929"/>
                </a:cxn>
                <a:cxn ang="0">
                  <a:pos x="2885" y="815"/>
                </a:cxn>
                <a:cxn ang="0">
                  <a:pos x="2921" y="743"/>
                </a:cxn>
                <a:cxn ang="0">
                  <a:pos x="2933" y="707"/>
                </a:cxn>
              </a:cxnLst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未知"/>
            <p:cNvSpPr/>
            <p:nvPr/>
          </p:nvSpPr>
          <p:spPr>
            <a:xfrm>
              <a:off x="114" y="2847"/>
              <a:ext cx="1493" cy="204"/>
            </a:xfrm>
            <a:custGeom>
              <a:avLst/>
              <a:gdLst/>
              <a:ahLst/>
              <a:cxnLst>
                <a:cxn ang="0">
                  <a:pos x="1404" y="204"/>
                </a:cxn>
                <a:cxn ang="0">
                  <a:pos x="0" y="18"/>
                </a:cxn>
                <a:cxn ang="0">
                  <a:pos x="77" y="0"/>
                </a:cxn>
                <a:cxn ang="0">
                  <a:pos x="1493" y="186"/>
                </a:cxn>
                <a:cxn ang="0">
                  <a:pos x="1404" y="204"/>
                </a:cxn>
                <a:cxn ang="0">
                  <a:pos x="1404" y="204"/>
                </a:cxn>
              </a:cxnLst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1" name="Rectangle 14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2" name="Group 15"/>
            <p:cNvGrpSpPr/>
            <p:nvPr/>
          </p:nvGrpSpPr>
          <p:grpSpPr>
            <a:xfrm>
              <a:off x="192" y="2284"/>
              <a:ext cx="1254" cy="923"/>
              <a:chOff x="0" y="0"/>
              <a:chExt cx="1254" cy="923"/>
            </a:xfrm>
          </p:grpSpPr>
          <p:sp>
            <p:nvSpPr>
              <p:cNvPr id="1043" name="未知"/>
              <p:cNvSpPr/>
              <p:nvPr/>
            </p:nvSpPr>
            <p:spPr>
              <a:xfrm>
                <a:off x="216" y="725"/>
                <a:ext cx="47" cy="6"/>
              </a:xfrm>
              <a:custGeom>
                <a:avLst/>
                <a:gdLst/>
                <a:ahLst/>
                <a:cxnLst>
                  <a:cxn ang="0">
                    <a:pos x="4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7" y="6"/>
                  </a:cxn>
                  <a:cxn ang="0">
                    <a:pos x="47" y="6"/>
                  </a:cxn>
                  <a:cxn ang="0">
                    <a:pos x="47" y="6"/>
                  </a:cxn>
                </a:cxnLst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4" name="未知"/>
              <p:cNvSpPr/>
              <p:nvPr/>
            </p:nvSpPr>
            <p:spPr>
              <a:xfrm>
                <a:off x="720" y="0"/>
                <a:ext cx="324" cy="162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24"/>
                  </a:cxn>
                  <a:cxn ang="0">
                    <a:pos x="12" y="18"/>
                  </a:cxn>
                  <a:cxn ang="0">
                    <a:pos x="48" y="6"/>
                  </a:cxn>
                  <a:cxn ang="0">
                    <a:pos x="101" y="0"/>
                  </a:cxn>
                  <a:cxn ang="0">
                    <a:pos x="137" y="6"/>
                  </a:cxn>
                  <a:cxn ang="0">
                    <a:pos x="174" y="18"/>
                  </a:cxn>
                  <a:cxn ang="0">
                    <a:pos x="240" y="54"/>
                  </a:cxn>
                  <a:cxn ang="0">
                    <a:pos x="288" y="90"/>
                  </a:cxn>
                  <a:cxn ang="0">
                    <a:pos x="318" y="114"/>
                  </a:cxn>
                  <a:cxn ang="0">
                    <a:pos x="324" y="126"/>
                  </a:cxn>
                  <a:cxn ang="0">
                    <a:pos x="324" y="126"/>
                  </a:cxn>
                  <a:cxn ang="0">
                    <a:pos x="222" y="162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5" name="未知"/>
              <p:cNvSpPr>
                <a:spLocks noEditPoints="1"/>
              </p:cNvSpPr>
              <p:nvPr/>
            </p:nvSpPr>
            <p:spPr>
              <a:xfrm>
                <a:off x="0" y="0"/>
                <a:ext cx="1254" cy="923"/>
              </a:xfrm>
              <a:custGeom>
                <a:avLst/>
                <a:gdLst/>
                <a:ahLst/>
                <a:cxnLst>
                  <a:cxn ang="0">
                    <a:pos x="1170" y="641"/>
                  </a:cxn>
                  <a:cxn ang="0">
                    <a:pos x="1170" y="473"/>
                  </a:cxn>
                  <a:cxn ang="0">
                    <a:pos x="1140" y="384"/>
                  </a:cxn>
                  <a:cxn ang="0">
                    <a:pos x="1116" y="288"/>
                  </a:cxn>
                  <a:cxn ang="0">
                    <a:pos x="1056" y="174"/>
                  </a:cxn>
                  <a:cxn ang="0">
                    <a:pos x="984" y="96"/>
                  </a:cxn>
                  <a:cxn ang="0">
                    <a:pos x="966" y="72"/>
                  </a:cxn>
                  <a:cxn ang="0">
                    <a:pos x="894" y="18"/>
                  </a:cxn>
                  <a:cxn ang="0">
                    <a:pos x="822" y="6"/>
                  </a:cxn>
                  <a:cxn ang="0">
                    <a:pos x="714" y="24"/>
                  </a:cxn>
                  <a:cxn ang="0">
                    <a:pos x="666" y="42"/>
                  </a:cxn>
                  <a:cxn ang="0">
                    <a:pos x="570" y="120"/>
                  </a:cxn>
                  <a:cxn ang="0">
                    <a:pos x="534" y="228"/>
                  </a:cxn>
                  <a:cxn ang="0">
                    <a:pos x="511" y="348"/>
                  </a:cxn>
                  <a:cxn ang="0">
                    <a:pos x="432" y="479"/>
                  </a:cxn>
                  <a:cxn ang="0">
                    <a:pos x="414" y="539"/>
                  </a:cxn>
                  <a:cxn ang="0">
                    <a:pos x="354" y="599"/>
                  </a:cxn>
                  <a:cxn ang="0">
                    <a:pos x="306" y="629"/>
                  </a:cxn>
                  <a:cxn ang="0">
                    <a:pos x="294" y="635"/>
                  </a:cxn>
                  <a:cxn ang="0">
                    <a:pos x="258" y="677"/>
                  </a:cxn>
                  <a:cxn ang="0">
                    <a:pos x="150" y="797"/>
                  </a:cxn>
                  <a:cxn ang="0">
                    <a:pos x="54" y="839"/>
                  </a:cxn>
                  <a:cxn ang="0">
                    <a:pos x="156" y="905"/>
                  </a:cxn>
                  <a:cxn ang="0">
                    <a:pos x="241" y="869"/>
                  </a:cxn>
                  <a:cxn ang="0">
                    <a:pos x="642" y="827"/>
                  </a:cxn>
                  <a:cxn ang="0">
                    <a:pos x="702" y="725"/>
                  </a:cxn>
                  <a:cxn ang="0">
                    <a:pos x="696" y="611"/>
                  </a:cxn>
                  <a:cxn ang="0">
                    <a:pos x="780" y="551"/>
                  </a:cxn>
                  <a:cxn ang="0">
                    <a:pos x="882" y="449"/>
                  </a:cxn>
                  <a:cxn ang="0">
                    <a:pos x="912" y="414"/>
                  </a:cxn>
                  <a:cxn ang="0">
                    <a:pos x="978" y="318"/>
                  </a:cxn>
                  <a:cxn ang="0">
                    <a:pos x="1026" y="336"/>
                  </a:cxn>
                  <a:cxn ang="0">
                    <a:pos x="1122" y="617"/>
                  </a:cxn>
                  <a:cxn ang="0">
                    <a:pos x="1116" y="689"/>
                  </a:cxn>
                  <a:cxn ang="0">
                    <a:pos x="1152" y="749"/>
                  </a:cxn>
                  <a:cxn ang="0">
                    <a:pos x="1206" y="713"/>
                  </a:cxn>
                  <a:cxn ang="0">
                    <a:pos x="1242" y="749"/>
                  </a:cxn>
                  <a:cxn ang="0">
                    <a:pos x="1254" y="743"/>
                  </a:cxn>
                  <a:cxn ang="0">
                    <a:pos x="696" y="264"/>
                  </a:cxn>
                  <a:cxn ang="0">
                    <a:pos x="787" y="372"/>
                  </a:cxn>
                  <a:cxn ang="0">
                    <a:pos x="768" y="443"/>
                  </a:cxn>
                  <a:cxn ang="0">
                    <a:pos x="708" y="515"/>
                  </a:cxn>
                  <a:cxn ang="0">
                    <a:pos x="660" y="569"/>
                  </a:cxn>
                  <a:cxn ang="0">
                    <a:pos x="618" y="593"/>
                  </a:cxn>
                  <a:cxn ang="0">
                    <a:pos x="576" y="617"/>
                  </a:cxn>
                  <a:cxn ang="0">
                    <a:pos x="564" y="707"/>
                  </a:cxn>
                  <a:cxn ang="0">
                    <a:pos x="354" y="755"/>
                  </a:cxn>
                  <a:cxn ang="0">
                    <a:pos x="390" y="641"/>
                  </a:cxn>
                  <a:cxn ang="0">
                    <a:pos x="426" y="647"/>
                  </a:cxn>
                  <a:cxn ang="0">
                    <a:pos x="444" y="617"/>
                  </a:cxn>
                  <a:cxn ang="0">
                    <a:pos x="570" y="515"/>
                  </a:cxn>
                  <a:cxn ang="0">
                    <a:pos x="618" y="473"/>
                  </a:cxn>
                  <a:cxn ang="0">
                    <a:pos x="642" y="396"/>
                  </a:cxn>
                  <a:cxn ang="0">
                    <a:pos x="642" y="378"/>
                  </a:cxn>
                  <a:cxn ang="0">
                    <a:pos x="666" y="270"/>
                  </a:cxn>
                  <a:cxn ang="0">
                    <a:pos x="684" y="192"/>
                  </a:cxn>
                  <a:cxn ang="0">
                    <a:pos x="696" y="264"/>
                  </a:cxn>
                  <a:cxn ang="0">
                    <a:pos x="534" y="455"/>
                  </a:cxn>
                  <a:cxn ang="0">
                    <a:pos x="636" y="803"/>
                  </a:cxn>
                </a:cxnLst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6" name="未知"/>
              <p:cNvSpPr/>
              <p:nvPr/>
            </p:nvSpPr>
            <p:spPr>
              <a:xfrm>
                <a:off x="492" y="425"/>
                <a:ext cx="47" cy="7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18" y="60"/>
                  </a:cxn>
                  <a:cxn ang="0">
                    <a:pos x="24" y="54"/>
                  </a:cxn>
                  <a:cxn ang="0">
                    <a:pos x="47" y="0"/>
                  </a:cxn>
                  <a:cxn ang="0">
                    <a:pos x="0" y="78"/>
                  </a:cxn>
                  <a:cxn ang="0">
                    <a:pos x="12" y="72"/>
                  </a:cxn>
                  <a:cxn ang="0">
                    <a:pos x="12" y="72"/>
                  </a:cxn>
                </a:cxnLst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7" name="未知"/>
              <p:cNvSpPr/>
              <p:nvPr/>
            </p:nvSpPr>
            <p:spPr>
              <a:xfrm>
                <a:off x="1092" y="288"/>
                <a:ext cx="149" cy="419"/>
              </a:xfrm>
              <a:custGeom>
                <a:avLst/>
                <a:gdLst/>
                <a:ahLst/>
                <a:cxnLst>
                  <a:cxn ang="0">
                    <a:pos x="29" y="96"/>
                  </a:cxn>
                  <a:cxn ang="0">
                    <a:pos x="41" y="126"/>
                  </a:cxn>
                  <a:cxn ang="0">
                    <a:pos x="29" y="161"/>
                  </a:cxn>
                  <a:cxn ang="0">
                    <a:pos x="47" y="149"/>
                  </a:cxn>
                  <a:cxn ang="0">
                    <a:pos x="53" y="347"/>
                  </a:cxn>
                  <a:cxn ang="0">
                    <a:pos x="65" y="371"/>
                  </a:cxn>
                  <a:cxn ang="0">
                    <a:pos x="65" y="377"/>
                  </a:cxn>
                  <a:cxn ang="0">
                    <a:pos x="65" y="389"/>
                  </a:cxn>
                  <a:cxn ang="0">
                    <a:pos x="77" y="395"/>
                  </a:cxn>
                  <a:cxn ang="0">
                    <a:pos x="101" y="407"/>
                  </a:cxn>
                  <a:cxn ang="0">
                    <a:pos x="125" y="413"/>
                  </a:cxn>
                  <a:cxn ang="0">
                    <a:pos x="149" y="419"/>
                  </a:cxn>
                  <a:cxn ang="0">
                    <a:pos x="125" y="395"/>
                  </a:cxn>
                  <a:cxn ang="0">
                    <a:pos x="77" y="365"/>
                  </a:cxn>
                  <a:cxn ang="0">
                    <a:pos x="77" y="365"/>
                  </a:cxn>
                  <a:cxn ang="0">
                    <a:pos x="77" y="353"/>
                  </a:cxn>
                  <a:cxn ang="0">
                    <a:pos x="83" y="329"/>
                  </a:cxn>
                  <a:cxn ang="0">
                    <a:pos x="83" y="293"/>
                  </a:cxn>
                  <a:cxn ang="0">
                    <a:pos x="83" y="257"/>
                  </a:cxn>
                  <a:cxn ang="0">
                    <a:pos x="83" y="221"/>
                  </a:cxn>
                  <a:cxn ang="0">
                    <a:pos x="77" y="185"/>
                  </a:cxn>
                  <a:cxn ang="0">
                    <a:pos x="65" y="155"/>
                  </a:cxn>
                  <a:cxn ang="0">
                    <a:pos x="59" y="143"/>
                  </a:cxn>
                  <a:cxn ang="0">
                    <a:pos x="53" y="137"/>
                  </a:cxn>
                  <a:cxn ang="0">
                    <a:pos x="53" y="120"/>
                  </a:cxn>
                  <a:cxn ang="0">
                    <a:pos x="53" y="108"/>
                  </a:cxn>
                  <a:cxn ang="0">
                    <a:pos x="47" y="90"/>
                  </a:cxn>
                  <a:cxn ang="0">
                    <a:pos x="35" y="54"/>
                  </a:cxn>
                  <a:cxn ang="0">
                    <a:pos x="23" y="18"/>
                  </a:cxn>
                  <a:cxn ang="0">
                    <a:pos x="17" y="6"/>
                  </a:cxn>
                  <a:cxn ang="0">
                    <a:pos x="17" y="0"/>
                  </a:cxn>
                  <a:cxn ang="0">
                    <a:pos x="0" y="6"/>
                  </a:cxn>
                  <a:cxn ang="0">
                    <a:pos x="6" y="114"/>
                  </a:cxn>
                  <a:cxn ang="0">
                    <a:pos x="29" y="96"/>
                  </a:cxn>
                  <a:cxn ang="0">
                    <a:pos x="29" y="96"/>
                  </a:cxn>
                </a:cxnLst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8" name="未知"/>
              <p:cNvSpPr/>
              <p:nvPr/>
            </p:nvSpPr>
            <p:spPr>
              <a:xfrm>
                <a:off x="948" y="150"/>
                <a:ext cx="167" cy="138"/>
              </a:xfrm>
              <a:custGeom>
                <a:avLst/>
                <a:gdLst/>
                <a:ahLst/>
                <a:cxnLst>
                  <a:cxn ang="0">
                    <a:pos x="102" y="18"/>
                  </a:cxn>
                  <a:cxn ang="0">
                    <a:pos x="96" y="12"/>
                  </a:cxn>
                  <a:cxn ang="0">
                    <a:pos x="90" y="0"/>
                  </a:cxn>
                  <a:cxn ang="0">
                    <a:pos x="78" y="0"/>
                  </a:cxn>
                  <a:cxn ang="0">
                    <a:pos x="66" y="0"/>
                  </a:cxn>
                  <a:cxn ang="0">
                    <a:pos x="60" y="0"/>
                  </a:cxn>
                  <a:cxn ang="0">
                    <a:pos x="48" y="6"/>
                  </a:cxn>
                  <a:cxn ang="0">
                    <a:pos x="36" y="12"/>
                  </a:cxn>
                  <a:cxn ang="0">
                    <a:pos x="30" y="12"/>
                  </a:cxn>
                  <a:cxn ang="0">
                    <a:pos x="24" y="24"/>
                  </a:cxn>
                  <a:cxn ang="0">
                    <a:pos x="18" y="42"/>
                  </a:cxn>
                  <a:cxn ang="0">
                    <a:pos x="6" y="66"/>
                  </a:cxn>
                  <a:cxn ang="0">
                    <a:pos x="0" y="72"/>
                  </a:cxn>
                  <a:cxn ang="0">
                    <a:pos x="42" y="30"/>
                  </a:cxn>
                  <a:cxn ang="0">
                    <a:pos x="30" y="66"/>
                  </a:cxn>
                  <a:cxn ang="0">
                    <a:pos x="96" y="36"/>
                  </a:cxn>
                  <a:cxn ang="0">
                    <a:pos x="120" y="78"/>
                  </a:cxn>
                  <a:cxn ang="0">
                    <a:pos x="120" y="54"/>
                  </a:cxn>
                  <a:cxn ang="0">
                    <a:pos x="167" y="138"/>
                  </a:cxn>
                  <a:cxn ang="0">
                    <a:pos x="167" y="120"/>
                  </a:cxn>
                  <a:cxn ang="0">
                    <a:pos x="161" y="102"/>
                  </a:cxn>
                  <a:cxn ang="0">
                    <a:pos x="138" y="60"/>
                  </a:cxn>
                  <a:cxn ang="0">
                    <a:pos x="114" y="30"/>
                  </a:cxn>
                  <a:cxn ang="0">
                    <a:pos x="108" y="24"/>
                  </a:cxn>
                  <a:cxn ang="0">
                    <a:pos x="102" y="18"/>
                  </a:cxn>
                  <a:cxn ang="0">
                    <a:pos x="102" y="18"/>
                  </a:cxn>
                </a:cxnLst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9" name="未知"/>
              <p:cNvSpPr/>
              <p:nvPr/>
            </p:nvSpPr>
            <p:spPr>
              <a:xfrm>
                <a:off x="756" y="30"/>
                <a:ext cx="113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24" y="6"/>
                  </a:cxn>
                  <a:cxn ang="0">
                    <a:pos x="48" y="18"/>
                  </a:cxn>
                  <a:cxn ang="0">
                    <a:pos x="71" y="36"/>
                  </a:cxn>
                  <a:cxn ang="0">
                    <a:pos x="83" y="48"/>
                  </a:cxn>
                  <a:cxn ang="0">
                    <a:pos x="95" y="66"/>
                  </a:cxn>
                  <a:cxn ang="0">
                    <a:pos x="107" y="90"/>
                  </a:cxn>
                  <a:cxn ang="0">
                    <a:pos x="113" y="114"/>
                  </a:cxn>
                  <a:cxn ang="0">
                    <a:pos x="83" y="66"/>
                  </a:cxn>
                  <a:cxn ang="0">
                    <a:pos x="60" y="78"/>
                  </a:cxn>
                  <a:cxn ang="0">
                    <a:pos x="71" y="54"/>
                  </a:cxn>
                  <a:cxn ang="0">
                    <a:pos x="12" y="78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4" y="30"/>
                  </a:cxn>
                  <a:cxn ang="0">
                    <a:pos x="36" y="1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未知"/>
              <p:cNvSpPr/>
              <p:nvPr/>
            </p:nvSpPr>
            <p:spPr>
              <a:xfrm>
                <a:off x="930" y="294"/>
                <a:ext cx="66" cy="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42" y="18"/>
                  </a:cxn>
                  <a:cxn ang="0">
                    <a:pos x="36" y="6"/>
                  </a:cxn>
                  <a:cxn ang="0">
                    <a:pos x="24" y="30"/>
                  </a:cxn>
                  <a:cxn ang="0">
                    <a:pos x="18" y="36"/>
                  </a:cxn>
                  <a:cxn ang="0">
                    <a:pos x="6" y="48"/>
                  </a:cxn>
                  <a:cxn ang="0">
                    <a:pos x="0" y="60"/>
                  </a:cxn>
                  <a:cxn ang="0">
                    <a:pos x="12" y="54"/>
                  </a:cxn>
                  <a:cxn ang="0">
                    <a:pos x="30" y="36"/>
                  </a:cxn>
                  <a:cxn ang="0">
                    <a:pos x="54" y="18"/>
                  </a:cxn>
                  <a:cxn ang="0">
                    <a:pos x="66" y="6"/>
                  </a:cxn>
                  <a:cxn ang="0">
                    <a:pos x="54" y="0"/>
                  </a:cxn>
                  <a:cxn ang="0">
                    <a:pos x="54" y="0"/>
                  </a:cxn>
                </a:cxnLst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未知"/>
              <p:cNvSpPr/>
              <p:nvPr/>
            </p:nvSpPr>
            <p:spPr>
              <a:xfrm>
                <a:off x="750" y="390"/>
                <a:ext cx="161" cy="179"/>
              </a:xfrm>
              <a:custGeom>
                <a:avLst/>
                <a:gdLst/>
                <a:ahLst/>
                <a:cxnLst>
                  <a:cxn ang="0">
                    <a:pos x="131" y="53"/>
                  </a:cxn>
                  <a:cxn ang="0">
                    <a:pos x="137" y="53"/>
                  </a:cxn>
                  <a:cxn ang="0">
                    <a:pos x="143" y="41"/>
                  </a:cxn>
                  <a:cxn ang="0">
                    <a:pos x="155" y="35"/>
                  </a:cxn>
                  <a:cxn ang="0">
                    <a:pos x="161" y="24"/>
                  </a:cxn>
                  <a:cxn ang="0">
                    <a:pos x="161" y="12"/>
                  </a:cxn>
                  <a:cxn ang="0">
                    <a:pos x="161" y="0"/>
                  </a:cxn>
                  <a:cxn ang="0">
                    <a:pos x="149" y="24"/>
                  </a:cxn>
                  <a:cxn ang="0">
                    <a:pos x="143" y="35"/>
                  </a:cxn>
                  <a:cxn ang="0">
                    <a:pos x="131" y="35"/>
                  </a:cxn>
                  <a:cxn ang="0">
                    <a:pos x="119" y="41"/>
                  </a:cxn>
                  <a:cxn ang="0">
                    <a:pos x="125" y="53"/>
                  </a:cxn>
                  <a:cxn ang="0">
                    <a:pos x="95" y="95"/>
                  </a:cxn>
                  <a:cxn ang="0">
                    <a:pos x="0" y="137"/>
                  </a:cxn>
                  <a:cxn ang="0">
                    <a:pos x="60" y="119"/>
                  </a:cxn>
                  <a:cxn ang="0">
                    <a:pos x="54" y="125"/>
                  </a:cxn>
                  <a:cxn ang="0">
                    <a:pos x="48" y="131"/>
                  </a:cxn>
                  <a:cxn ang="0">
                    <a:pos x="24" y="155"/>
                  </a:cxn>
                  <a:cxn ang="0">
                    <a:pos x="12" y="167"/>
                  </a:cxn>
                  <a:cxn ang="0">
                    <a:pos x="0" y="173"/>
                  </a:cxn>
                  <a:cxn ang="0">
                    <a:pos x="0" y="179"/>
                  </a:cxn>
                  <a:cxn ang="0">
                    <a:pos x="6" y="173"/>
                  </a:cxn>
                  <a:cxn ang="0">
                    <a:pos x="30" y="155"/>
                  </a:cxn>
                  <a:cxn ang="0">
                    <a:pos x="48" y="143"/>
                  </a:cxn>
                  <a:cxn ang="0">
                    <a:pos x="71" y="125"/>
                  </a:cxn>
                  <a:cxn ang="0">
                    <a:pos x="95" y="107"/>
                  </a:cxn>
                  <a:cxn ang="0">
                    <a:pos x="119" y="77"/>
                  </a:cxn>
                  <a:cxn ang="0">
                    <a:pos x="131" y="59"/>
                  </a:cxn>
                  <a:cxn ang="0">
                    <a:pos x="131" y="53"/>
                  </a:cxn>
                  <a:cxn ang="0">
                    <a:pos x="131" y="53"/>
                  </a:cxn>
                </a:cxnLst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2" name="未知"/>
              <p:cNvSpPr/>
              <p:nvPr/>
            </p:nvSpPr>
            <p:spPr>
              <a:xfrm>
                <a:off x="545" y="479"/>
                <a:ext cx="73" cy="54"/>
              </a:xfrm>
              <a:custGeom>
                <a:avLst/>
                <a:gdLst/>
                <a:ahLst/>
                <a:cxnLst>
                  <a:cxn ang="0">
                    <a:pos x="24" y="36"/>
                  </a:cxn>
                  <a:cxn ang="0">
                    <a:pos x="49" y="24"/>
                  </a:cxn>
                  <a:cxn ang="0">
                    <a:pos x="61" y="12"/>
                  </a:cxn>
                  <a:cxn ang="0">
                    <a:pos x="67" y="6"/>
                  </a:cxn>
                  <a:cxn ang="0">
                    <a:pos x="73" y="0"/>
                  </a:cxn>
                  <a:cxn ang="0">
                    <a:pos x="43" y="18"/>
                  </a:cxn>
                  <a:cxn ang="0">
                    <a:pos x="30" y="24"/>
                  </a:cxn>
                  <a:cxn ang="0">
                    <a:pos x="24" y="24"/>
                  </a:cxn>
                  <a:cxn ang="0">
                    <a:pos x="18" y="18"/>
                  </a:cxn>
                  <a:cxn ang="0">
                    <a:pos x="12" y="12"/>
                  </a:cxn>
                  <a:cxn ang="0">
                    <a:pos x="0" y="54"/>
                  </a:cxn>
                  <a:cxn ang="0">
                    <a:pos x="12" y="42"/>
                  </a:cxn>
                  <a:cxn ang="0">
                    <a:pos x="24" y="36"/>
                  </a:cxn>
                  <a:cxn ang="0">
                    <a:pos x="24" y="36"/>
                  </a:cxn>
                </a:cxnLst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3" name="未知"/>
              <p:cNvSpPr/>
              <p:nvPr/>
            </p:nvSpPr>
            <p:spPr>
              <a:xfrm>
                <a:off x="432" y="605"/>
                <a:ext cx="12" cy="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6" y="54"/>
                  </a:cxn>
                  <a:cxn ang="0">
                    <a:pos x="12" y="36"/>
                  </a:cxn>
                  <a:cxn ang="0">
                    <a:pos x="12" y="18"/>
                  </a:cxn>
                  <a:cxn ang="0">
                    <a:pos x="12" y="6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4" name="未知"/>
              <p:cNvSpPr/>
              <p:nvPr/>
            </p:nvSpPr>
            <p:spPr>
              <a:xfrm>
                <a:off x="300" y="737"/>
                <a:ext cx="48" cy="72"/>
              </a:xfrm>
              <a:custGeom>
                <a:avLst/>
                <a:gdLst/>
                <a:ahLst/>
                <a:cxnLst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6" y="0"/>
                  </a:cxn>
                  <a:cxn ang="0">
                    <a:pos x="42" y="12"/>
                  </a:cxn>
                  <a:cxn ang="0">
                    <a:pos x="42" y="12"/>
                  </a:cxn>
                  <a:cxn ang="0">
                    <a:pos x="0" y="72"/>
                  </a:cxn>
                  <a:cxn ang="0">
                    <a:pos x="18" y="54"/>
                  </a:cxn>
                  <a:cxn ang="0">
                    <a:pos x="18" y="6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</a:cxnLst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5" name="未知"/>
              <p:cNvSpPr/>
              <p:nvPr/>
            </p:nvSpPr>
            <p:spPr>
              <a:xfrm>
                <a:off x="245" y="743"/>
                <a:ext cx="288" cy="84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84"/>
                  </a:cxn>
                  <a:cxn ang="0">
                    <a:pos x="169" y="36"/>
                  </a:cxn>
                  <a:cxn ang="0">
                    <a:pos x="114" y="60"/>
                  </a:cxn>
                  <a:cxn ang="0">
                    <a:pos x="277" y="18"/>
                  </a:cxn>
                  <a:cxn ang="0">
                    <a:pos x="288" y="0"/>
                  </a:cxn>
                  <a:cxn ang="0">
                    <a:pos x="288" y="0"/>
                  </a:cxn>
                </a:cxnLst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6" name="未知"/>
              <p:cNvSpPr/>
              <p:nvPr/>
            </p:nvSpPr>
            <p:spPr>
              <a:xfrm>
                <a:off x="636" y="719"/>
                <a:ext cx="66" cy="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6" y="6"/>
                  </a:cxn>
                  <a:cxn ang="0">
                    <a:pos x="0" y="84"/>
                  </a:cxn>
                  <a:cxn ang="0">
                    <a:pos x="54" y="24"/>
                  </a:cxn>
                  <a:cxn ang="0">
                    <a:pos x="6" y="108"/>
                  </a:cxn>
                  <a:cxn ang="0">
                    <a:pos x="66" y="6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7" name="未知"/>
              <p:cNvSpPr/>
              <p:nvPr/>
            </p:nvSpPr>
            <p:spPr>
              <a:xfrm>
                <a:off x="174" y="827"/>
                <a:ext cx="77" cy="42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0"/>
                  </a:cxn>
                  <a:cxn ang="0">
                    <a:pos x="60" y="6"/>
                  </a:cxn>
                  <a:cxn ang="0">
                    <a:pos x="48" y="6"/>
                  </a:cxn>
                  <a:cxn ang="0">
                    <a:pos x="42" y="6"/>
                  </a:cxn>
                  <a:cxn ang="0">
                    <a:pos x="60" y="6"/>
                  </a:cxn>
                  <a:cxn ang="0">
                    <a:pos x="0" y="24"/>
                  </a:cxn>
                  <a:cxn ang="0">
                    <a:pos x="71" y="6"/>
                  </a:cxn>
                  <a:cxn ang="0">
                    <a:pos x="66" y="42"/>
                  </a:cxn>
                  <a:cxn ang="0">
                    <a:pos x="77" y="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8" name="未知"/>
              <p:cNvSpPr/>
              <p:nvPr/>
            </p:nvSpPr>
            <p:spPr>
              <a:xfrm>
                <a:off x="306" y="881"/>
                <a:ext cx="66" cy="30"/>
              </a:xfrm>
              <a:custGeom>
                <a:avLst/>
                <a:gdLst/>
                <a:ahLst/>
                <a:cxnLst>
                  <a:cxn ang="0">
                    <a:pos x="66" y="6"/>
                  </a:cxn>
                  <a:cxn ang="0">
                    <a:pos x="0" y="0"/>
                  </a:cxn>
                  <a:cxn ang="0">
                    <a:pos x="54" y="6"/>
                  </a:cxn>
                  <a:cxn ang="0">
                    <a:pos x="18" y="18"/>
                  </a:cxn>
                  <a:cxn ang="0">
                    <a:pos x="60" y="12"/>
                  </a:cxn>
                  <a:cxn ang="0">
                    <a:pos x="60" y="30"/>
                  </a:cxn>
                  <a:cxn ang="0">
                    <a:pos x="60" y="30"/>
                  </a:cxn>
                  <a:cxn ang="0">
                    <a:pos x="66" y="6"/>
                  </a:cxn>
                  <a:cxn ang="0">
                    <a:pos x="66" y="6"/>
                  </a:cxn>
                </a:cxnLst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9" name="未知"/>
              <p:cNvSpPr/>
              <p:nvPr/>
            </p:nvSpPr>
            <p:spPr>
              <a:xfrm>
                <a:off x="648" y="635"/>
                <a:ext cx="18" cy="6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24"/>
                  </a:cxn>
                  <a:cxn ang="0">
                    <a:pos x="12" y="60"/>
                  </a:cxn>
                  <a:cxn ang="0">
                    <a:pos x="18" y="18"/>
                  </a:cxn>
                  <a:cxn ang="0">
                    <a:pos x="18" y="18"/>
                  </a:cxn>
                  <a:cxn ang="0">
                    <a:pos x="18" y="0"/>
                  </a:cxn>
                  <a:cxn ang="0">
                    <a:pos x="12" y="18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0" name="未知"/>
              <p:cNvSpPr/>
              <p:nvPr/>
            </p:nvSpPr>
            <p:spPr>
              <a:xfrm>
                <a:off x="354" y="737"/>
                <a:ext cx="6" cy="1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8"/>
                  </a:cxn>
                  <a:cxn ang="0">
                    <a:pos x="6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1" name="未知"/>
              <p:cNvSpPr/>
              <p:nvPr/>
            </p:nvSpPr>
            <p:spPr>
              <a:xfrm>
                <a:off x="342" y="659"/>
                <a:ext cx="30" cy="78"/>
              </a:xfrm>
              <a:custGeom>
                <a:avLst/>
                <a:gdLst/>
                <a:ahLst/>
                <a:cxnLst>
                  <a:cxn ang="0">
                    <a:pos x="24" y="6"/>
                  </a:cxn>
                  <a:cxn ang="0">
                    <a:pos x="18" y="24"/>
                  </a:cxn>
                  <a:cxn ang="0">
                    <a:pos x="0" y="18"/>
                  </a:cxn>
                  <a:cxn ang="0">
                    <a:pos x="12" y="30"/>
                  </a:cxn>
                  <a:cxn ang="0">
                    <a:pos x="6" y="42"/>
                  </a:cxn>
                  <a:cxn ang="0">
                    <a:pos x="18" y="78"/>
                  </a:cxn>
                  <a:cxn ang="0">
                    <a:pos x="18" y="24"/>
                  </a:cxn>
                  <a:cxn ang="0">
                    <a:pos x="24" y="12"/>
                  </a:cxn>
                  <a:cxn ang="0">
                    <a:pos x="30" y="6"/>
                  </a:cxn>
                  <a:cxn ang="0">
                    <a:pos x="30" y="6"/>
                  </a:cxn>
                  <a:cxn ang="0">
                    <a:pos x="12" y="0"/>
                  </a:cxn>
                  <a:cxn ang="0">
                    <a:pos x="24" y="6"/>
                  </a:cxn>
                  <a:cxn ang="0">
                    <a:pos x="24" y="6"/>
                  </a:cxn>
                </a:cxnLst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2" name="未知"/>
              <p:cNvSpPr/>
              <p:nvPr/>
            </p:nvSpPr>
            <p:spPr>
              <a:xfrm>
                <a:off x="348" y="755"/>
                <a:ext cx="24" cy="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24" y="24"/>
                  </a:cxn>
                  <a:cxn ang="0">
                    <a:pos x="24" y="18"/>
                  </a:cxn>
                  <a:cxn ang="0">
                    <a:pos x="18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未知"/>
              <p:cNvSpPr/>
              <p:nvPr/>
            </p:nvSpPr>
            <p:spPr>
              <a:xfrm>
                <a:off x="609" y="397"/>
                <a:ext cx="215" cy="216"/>
              </a:xfrm>
              <a:custGeom>
                <a:avLst/>
                <a:gdLst/>
                <a:ahLst/>
                <a:cxnLst>
                  <a:cxn ang="0">
                    <a:pos x="215" y="0"/>
                  </a:cxn>
                  <a:cxn ang="0">
                    <a:pos x="147" y="36"/>
                  </a:cxn>
                  <a:cxn ang="0">
                    <a:pos x="132" y="49"/>
                  </a:cxn>
                  <a:cxn ang="0">
                    <a:pos x="104" y="79"/>
                  </a:cxn>
                  <a:cxn ang="0">
                    <a:pos x="87" y="114"/>
                  </a:cxn>
                  <a:cxn ang="0">
                    <a:pos x="48" y="156"/>
                  </a:cxn>
                  <a:cxn ang="0">
                    <a:pos x="42" y="166"/>
                  </a:cxn>
                  <a:cxn ang="0">
                    <a:pos x="29" y="177"/>
                  </a:cxn>
                  <a:cxn ang="0">
                    <a:pos x="0" y="208"/>
                  </a:cxn>
                  <a:cxn ang="0">
                    <a:pos x="48" y="216"/>
                  </a:cxn>
                  <a:cxn ang="0">
                    <a:pos x="215" y="0"/>
                  </a:cxn>
                </a:cxnLst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未知"/>
              <p:cNvSpPr/>
              <p:nvPr/>
            </p:nvSpPr>
            <p:spPr>
              <a:xfrm>
                <a:off x="344" y="426"/>
                <a:ext cx="212" cy="179"/>
              </a:xfrm>
              <a:custGeom>
                <a:avLst/>
                <a:gdLst/>
                <a:ahLst/>
                <a:cxnLst>
                  <a:cxn ang="0">
                    <a:pos x="212" y="0"/>
                  </a:cxn>
                  <a:cxn ang="0">
                    <a:pos x="144" y="36"/>
                  </a:cxn>
                  <a:cxn ang="0">
                    <a:pos x="0" y="179"/>
                  </a:cxn>
                  <a:cxn ang="0">
                    <a:pos x="177" y="85"/>
                  </a:cxn>
                  <a:cxn ang="0">
                    <a:pos x="212" y="0"/>
                  </a:cxn>
                </a:cxnLst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未知"/>
              <p:cNvSpPr/>
              <p:nvPr/>
            </p:nvSpPr>
            <p:spPr>
              <a:xfrm>
                <a:off x="845" y="325"/>
                <a:ext cx="64" cy="79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4" y="79"/>
                  </a:cxn>
                  <a:cxn ang="0">
                    <a:pos x="60" y="0"/>
                  </a:cxn>
                  <a:cxn ang="0">
                    <a:pos x="0" y="22"/>
                  </a:cxn>
                </a:cxnLst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6" name="未知"/>
              <p:cNvSpPr/>
              <p:nvPr userDrawn="1"/>
            </p:nvSpPr>
            <p:spPr>
              <a:xfrm>
                <a:off x="675" y="187"/>
                <a:ext cx="137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87"/>
                  </a:cxn>
                  <a:cxn ang="0">
                    <a:pos x="69" y="154"/>
                  </a:cxn>
                  <a:cxn ang="0">
                    <a:pos x="137" y="207"/>
                  </a:cxn>
                  <a:cxn ang="0">
                    <a:pos x="0" y="0"/>
                  </a:cxn>
                </a:cxnLst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7" name="未知"/>
              <p:cNvSpPr/>
              <p:nvPr userDrawn="1"/>
            </p:nvSpPr>
            <p:spPr>
              <a:xfrm>
                <a:off x="625" y="223"/>
                <a:ext cx="65" cy="222"/>
              </a:xfrm>
              <a:custGeom>
                <a:avLst/>
                <a:gdLst/>
                <a:ahLst/>
                <a:cxnLst>
                  <a:cxn ang="0">
                    <a:pos x="0" y="222"/>
                  </a:cxn>
                  <a:cxn ang="0">
                    <a:pos x="40" y="142"/>
                  </a:cxn>
                  <a:cxn ang="0">
                    <a:pos x="65" y="72"/>
                  </a:cxn>
                  <a:cxn ang="0">
                    <a:pos x="7" y="0"/>
                  </a:cxn>
                  <a:cxn ang="0">
                    <a:pos x="0" y="222"/>
                  </a:cxn>
                </a:cxnLst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89" name="Rectangle 41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47800"/>
            <a:ext cx="7772400" cy="1470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090" name="Rectangle 4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203575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1" name="Rectangle 4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fld id="{9A0DB2DC-4C9A-4742-B13C-FB6460FD3503}" type="slidenum">
              <a:rPr lang="en-US" altLang="zh-CN" sz="1000" b="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</a:fld>
            <a:endParaRPr lang="en-US" altLang="zh-CN" sz="1000" b="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1030" name="未知"/>
            <p:cNvSpPr/>
            <p:nvPr/>
          </p:nvSpPr>
          <p:spPr>
            <a:xfrm>
              <a:off x="1812" y="2811"/>
              <a:ext cx="3946" cy="1505"/>
            </a:xfrm>
            <a:custGeom>
              <a:avLst/>
              <a:gdLst/>
              <a:ahLst/>
              <a:cxnLst>
                <a:cxn ang="0">
                  <a:pos x="149" y="1505"/>
                </a:cxn>
                <a:cxn ang="0">
                  <a:pos x="689" y="1331"/>
                </a:cxn>
                <a:cxn ang="0">
                  <a:pos x="1217" y="1157"/>
                </a:cxn>
                <a:cxn ang="0">
                  <a:pos x="1733" y="977"/>
                </a:cxn>
                <a:cxn ang="0">
                  <a:pos x="2225" y="792"/>
                </a:cxn>
                <a:cxn ang="0">
                  <a:pos x="2464" y="696"/>
                </a:cxn>
                <a:cxn ang="0">
                  <a:pos x="2698" y="606"/>
                </a:cxn>
                <a:cxn ang="0">
                  <a:pos x="2927" y="510"/>
                </a:cxn>
                <a:cxn ang="0">
                  <a:pos x="3149" y="420"/>
                </a:cxn>
                <a:cxn ang="0">
                  <a:pos x="3358" y="324"/>
                </a:cxn>
                <a:cxn ang="0">
                  <a:pos x="3562" y="234"/>
                </a:cxn>
                <a:cxn ang="0">
                  <a:pos x="3760" y="138"/>
                </a:cxn>
                <a:cxn ang="0">
                  <a:pos x="3946" y="48"/>
                </a:cxn>
                <a:cxn ang="0">
                  <a:pos x="3946" y="0"/>
                </a:cxn>
                <a:cxn ang="0">
                  <a:pos x="3754" y="96"/>
                </a:cxn>
                <a:cxn ang="0">
                  <a:pos x="3550" y="192"/>
                </a:cxn>
                <a:cxn ang="0">
                  <a:pos x="3340" y="288"/>
                </a:cxn>
                <a:cxn ang="0">
                  <a:pos x="3125" y="384"/>
                </a:cxn>
                <a:cxn ang="0">
                  <a:pos x="2897" y="480"/>
                </a:cxn>
                <a:cxn ang="0">
                  <a:pos x="2662" y="576"/>
                </a:cxn>
                <a:cxn ang="0">
                  <a:pos x="2416" y="672"/>
                </a:cxn>
                <a:cxn ang="0">
                  <a:pos x="2171" y="768"/>
                </a:cxn>
                <a:cxn ang="0">
                  <a:pos x="1913" y="864"/>
                </a:cxn>
                <a:cxn ang="0">
                  <a:pos x="1655" y="960"/>
                </a:cxn>
                <a:cxn ang="0">
                  <a:pos x="1115" y="1145"/>
                </a:cxn>
                <a:cxn ang="0">
                  <a:pos x="564" y="1331"/>
                </a:cxn>
                <a:cxn ang="0">
                  <a:pos x="0" y="1505"/>
                </a:cxn>
                <a:cxn ang="0">
                  <a:pos x="149" y="1505"/>
                </a:cxn>
                <a:cxn ang="0">
                  <a:pos x="149" y="1505"/>
                </a:cxn>
              </a:cxnLst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未知"/>
            <p:cNvSpPr/>
            <p:nvPr/>
          </p:nvSpPr>
          <p:spPr>
            <a:xfrm>
              <a:off x="4025" y="3627"/>
              <a:ext cx="1733" cy="689"/>
            </a:xfrm>
            <a:custGeom>
              <a:avLst/>
              <a:gdLst/>
              <a:ahLst/>
              <a:cxnLst>
                <a:cxn ang="0">
                  <a:pos x="132" y="689"/>
                </a:cxn>
                <a:cxn ang="0">
                  <a:pos x="552" y="527"/>
                </a:cxn>
                <a:cxn ang="0">
                  <a:pos x="966" y="365"/>
                </a:cxn>
                <a:cxn ang="0">
                  <a:pos x="1163" y="287"/>
                </a:cxn>
                <a:cxn ang="0">
                  <a:pos x="1361" y="203"/>
                </a:cxn>
                <a:cxn ang="0">
                  <a:pos x="1553" y="126"/>
                </a:cxn>
                <a:cxn ang="0">
                  <a:pos x="1733" y="48"/>
                </a:cxn>
                <a:cxn ang="0">
                  <a:pos x="1733" y="0"/>
                </a:cxn>
                <a:cxn ang="0">
                  <a:pos x="1535" y="84"/>
                </a:cxn>
                <a:cxn ang="0">
                  <a:pos x="1331" y="167"/>
                </a:cxn>
                <a:cxn ang="0">
                  <a:pos x="1121" y="257"/>
                </a:cxn>
                <a:cxn ang="0">
                  <a:pos x="906" y="341"/>
                </a:cxn>
                <a:cxn ang="0">
                  <a:pos x="455" y="515"/>
                </a:cxn>
                <a:cxn ang="0">
                  <a:pos x="0" y="689"/>
                </a:cxn>
                <a:cxn ang="0">
                  <a:pos x="132" y="689"/>
                </a:cxn>
                <a:cxn ang="0">
                  <a:pos x="132" y="689"/>
                </a:cxn>
              </a:cxnLst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未知"/>
            <p:cNvSpPr/>
            <p:nvPr/>
          </p:nvSpPr>
          <p:spPr>
            <a:xfrm>
              <a:off x="0" y="0"/>
              <a:ext cx="5578" cy="3447"/>
            </a:xfrm>
            <a:custGeom>
              <a:avLst/>
              <a:gdLst/>
              <a:ahLst/>
              <a:cxnLst>
                <a:cxn ang="0">
                  <a:pos x="5578" y="929"/>
                </a:cxn>
                <a:cxn ang="0">
                  <a:pos x="5554" y="773"/>
                </a:cxn>
                <a:cxn ang="0">
                  <a:pos x="5470" y="629"/>
                </a:cxn>
                <a:cxn ang="0">
                  <a:pos x="5343" y="492"/>
                </a:cxn>
                <a:cxn ang="0">
                  <a:pos x="5164" y="366"/>
                </a:cxn>
                <a:cxn ang="0">
                  <a:pos x="4936" y="252"/>
                </a:cxn>
                <a:cxn ang="0">
                  <a:pos x="4666" y="144"/>
                </a:cxn>
                <a:cxn ang="0">
                  <a:pos x="4354" y="48"/>
                </a:cxn>
                <a:cxn ang="0">
                  <a:pos x="4012" y="0"/>
                </a:cxn>
                <a:cxn ang="0">
                  <a:pos x="4372" y="90"/>
                </a:cxn>
                <a:cxn ang="0">
                  <a:pos x="4684" y="192"/>
                </a:cxn>
                <a:cxn ang="0">
                  <a:pos x="4948" y="306"/>
                </a:cxn>
                <a:cxn ang="0">
                  <a:pos x="5164" y="426"/>
                </a:cxn>
                <a:cxn ang="0">
                  <a:pos x="5331" y="557"/>
                </a:cxn>
                <a:cxn ang="0">
                  <a:pos x="5446" y="701"/>
                </a:cxn>
                <a:cxn ang="0">
                  <a:pos x="5506" y="851"/>
                </a:cxn>
                <a:cxn ang="0">
                  <a:pos x="5506" y="1013"/>
                </a:cxn>
                <a:cxn ang="0">
                  <a:pos x="5458" y="1163"/>
                </a:cxn>
                <a:cxn ang="0">
                  <a:pos x="5361" y="1319"/>
                </a:cxn>
                <a:cxn ang="0">
                  <a:pos x="5218" y="1475"/>
                </a:cxn>
                <a:cxn ang="0">
                  <a:pos x="5032" y="1630"/>
                </a:cxn>
                <a:cxn ang="0">
                  <a:pos x="4804" y="1786"/>
                </a:cxn>
                <a:cxn ang="0">
                  <a:pos x="4540" y="1948"/>
                </a:cxn>
                <a:cxn ang="0">
                  <a:pos x="4228" y="2104"/>
                </a:cxn>
                <a:cxn ang="0">
                  <a:pos x="3887" y="2260"/>
                </a:cxn>
                <a:cxn ang="0">
                  <a:pos x="3509" y="2416"/>
                </a:cxn>
                <a:cxn ang="0">
                  <a:pos x="3094" y="2566"/>
                </a:cxn>
                <a:cxn ang="0">
                  <a:pos x="2651" y="2715"/>
                </a:cxn>
                <a:cxn ang="0">
                  <a:pos x="2171" y="2865"/>
                </a:cxn>
                <a:cxn ang="0">
                  <a:pos x="1667" y="3009"/>
                </a:cxn>
                <a:cxn ang="0">
                  <a:pos x="1139" y="3147"/>
                </a:cxn>
                <a:cxn ang="0">
                  <a:pos x="582" y="3279"/>
                </a:cxn>
                <a:cxn ang="0">
                  <a:pos x="0" y="3447"/>
                </a:cxn>
                <a:cxn ang="0">
                  <a:pos x="870" y="3249"/>
                </a:cxn>
                <a:cxn ang="0">
                  <a:pos x="1421" y="3105"/>
                </a:cxn>
                <a:cxn ang="0">
                  <a:pos x="1943" y="2961"/>
                </a:cxn>
                <a:cxn ang="0">
                  <a:pos x="2441" y="2817"/>
                </a:cxn>
                <a:cxn ang="0">
                  <a:pos x="2909" y="2668"/>
                </a:cxn>
                <a:cxn ang="0">
                  <a:pos x="3340" y="2512"/>
                </a:cxn>
                <a:cxn ang="0">
                  <a:pos x="3742" y="2356"/>
                </a:cxn>
                <a:cxn ang="0">
                  <a:pos x="4109" y="2200"/>
                </a:cxn>
                <a:cxn ang="0">
                  <a:pos x="4439" y="2038"/>
                </a:cxn>
                <a:cxn ang="0">
                  <a:pos x="4732" y="1876"/>
                </a:cxn>
                <a:cxn ang="0">
                  <a:pos x="4984" y="1720"/>
                </a:cxn>
                <a:cxn ang="0">
                  <a:pos x="5194" y="1559"/>
                </a:cxn>
                <a:cxn ang="0">
                  <a:pos x="5355" y="1397"/>
                </a:cxn>
                <a:cxn ang="0">
                  <a:pos x="5476" y="1241"/>
                </a:cxn>
                <a:cxn ang="0">
                  <a:pos x="5554" y="1085"/>
                </a:cxn>
                <a:cxn ang="0">
                  <a:pos x="5572" y="1007"/>
                </a:cxn>
              </a:cxnLst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未知"/>
            <p:cNvSpPr/>
            <p:nvPr/>
          </p:nvSpPr>
          <p:spPr bwMode="auto">
            <a:xfrm>
              <a:off x="4942" y="0"/>
              <a:ext cx="816" cy="276"/>
            </a:xfrm>
            <a:custGeom>
              <a:avLst/>
              <a:gdLst>
                <a:gd name="T0" fmla="*/ 813 w 813"/>
                <a:gd name="T1" fmla="*/ 222 h 276"/>
                <a:gd name="T2" fmla="*/ 670 w 813"/>
                <a:gd name="T3" fmla="*/ 162 h 276"/>
                <a:gd name="T4" fmla="*/ 514 w 813"/>
                <a:gd name="T5" fmla="*/ 108 h 276"/>
                <a:gd name="T6" fmla="*/ 347 w 813"/>
                <a:gd name="T7" fmla="*/ 54 h 276"/>
                <a:gd name="T8" fmla="*/ 167 w 813"/>
                <a:gd name="T9" fmla="*/ 0 h 276"/>
                <a:gd name="T10" fmla="*/ 0 w 813"/>
                <a:gd name="T11" fmla="*/ 0 h 276"/>
                <a:gd name="T12" fmla="*/ 227 w 813"/>
                <a:gd name="T13" fmla="*/ 60 h 276"/>
                <a:gd name="T14" fmla="*/ 442 w 813"/>
                <a:gd name="T15" fmla="*/ 132 h 276"/>
                <a:gd name="T16" fmla="*/ 634 w 813"/>
                <a:gd name="T17" fmla="*/ 204 h 276"/>
                <a:gd name="T18" fmla="*/ 813 w 813"/>
                <a:gd name="T19" fmla="*/ 276 h 276"/>
                <a:gd name="T20" fmla="*/ 813 w 813"/>
                <a:gd name="T21" fmla="*/ 222 h 276"/>
                <a:gd name="T22" fmla="*/ 813 w 813"/>
                <a:gd name="T23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未知"/>
            <p:cNvSpPr/>
            <p:nvPr/>
          </p:nvSpPr>
          <p:spPr>
            <a:xfrm>
              <a:off x="0" y="1984"/>
              <a:ext cx="5758" cy="2098"/>
            </a:xfrm>
            <a:custGeom>
              <a:avLst/>
              <a:gdLst/>
              <a:ahLst/>
              <a:cxnLst>
                <a:cxn ang="0">
                  <a:pos x="5758" y="0"/>
                </a:cxn>
                <a:cxn ang="0">
                  <a:pos x="5656" y="72"/>
                </a:cxn>
                <a:cxn ang="0">
                  <a:pos x="5554" y="138"/>
                </a:cxn>
                <a:cxn ang="0">
                  <a:pos x="5440" y="210"/>
                </a:cxn>
                <a:cxn ang="0">
                  <a:pos x="5321" y="276"/>
                </a:cxn>
                <a:cxn ang="0">
                  <a:pos x="5068" y="414"/>
                </a:cxn>
                <a:cxn ang="0">
                  <a:pos x="4792" y="552"/>
                </a:cxn>
                <a:cxn ang="0">
                  <a:pos x="4492" y="690"/>
                </a:cxn>
                <a:cxn ang="0">
                  <a:pos x="4175" y="827"/>
                </a:cxn>
                <a:cxn ang="0">
                  <a:pos x="3839" y="959"/>
                </a:cxn>
                <a:cxn ang="0">
                  <a:pos x="3479" y="1091"/>
                </a:cxn>
                <a:cxn ang="0">
                  <a:pos x="3101" y="1223"/>
                </a:cxn>
                <a:cxn ang="0">
                  <a:pos x="2705" y="1355"/>
                </a:cxn>
                <a:cxn ang="0">
                  <a:pos x="2291" y="1481"/>
                </a:cxn>
                <a:cxn ang="0">
                  <a:pos x="1866" y="1601"/>
                </a:cxn>
                <a:cxn ang="0">
                  <a:pos x="1421" y="1721"/>
                </a:cxn>
                <a:cxn ang="0">
                  <a:pos x="960" y="1834"/>
                </a:cxn>
                <a:cxn ang="0">
                  <a:pos x="486" y="1948"/>
                </a:cxn>
                <a:cxn ang="0">
                  <a:pos x="0" y="2056"/>
                </a:cxn>
                <a:cxn ang="0">
                  <a:pos x="0" y="2098"/>
                </a:cxn>
                <a:cxn ang="0">
                  <a:pos x="479" y="1990"/>
                </a:cxn>
                <a:cxn ang="0">
                  <a:pos x="954" y="1882"/>
                </a:cxn>
                <a:cxn ang="0">
                  <a:pos x="1409" y="1763"/>
                </a:cxn>
                <a:cxn ang="0">
                  <a:pos x="1848" y="1649"/>
                </a:cxn>
                <a:cxn ang="0">
                  <a:pos x="2273" y="1523"/>
                </a:cxn>
                <a:cxn ang="0">
                  <a:pos x="2687" y="1397"/>
                </a:cxn>
                <a:cxn ang="0">
                  <a:pos x="3077" y="1271"/>
                </a:cxn>
                <a:cxn ang="0">
                  <a:pos x="3455" y="1139"/>
                </a:cxn>
                <a:cxn ang="0">
                  <a:pos x="3815" y="1007"/>
                </a:cxn>
                <a:cxn ang="0">
                  <a:pos x="4151" y="875"/>
                </a:cxn>
                <a:cxn ang="0">
                  <a:pos x="4474" y="737"/>
                </a:cxn>
                <a:cxn ang="0">
                  <a:pos x="4774" y="600"/>
                </a:cxn>
                <a:cxn ang="0">
                  <a:pos x="5056" y="462"/>
                </a:cxn>
                <a:cxn ang="0">
                  <a:pos x="5309" y="324"/>
                </a:cxn>
                <a:cxn ang="0">
                  <a:pos x="5548" y="186"/>
                </a:cxn>
                <a:cxn ang="0">
                  <a:pos x="5758" y="48"/>
                </a:cxn>
                <a:cxn ang="0">
                  <a:pos x="5758" y="0"/>
                </a:cxn>
                <a:cxn ang="0">
                  <a:pos x="5758" y="0"/>
                </a:cxn>
              </a:cxnLst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未知"/>
            <p:cNvSpPr/>
            <p:nvPr/>
          </p:nvSpPr>
          <p:spPr>
            <a:xfrm>
              <a:off x="0" y="102"/>
              <a:ext cx="1961" cy="1265"/>
            </a:xfrm>
            <a:custGeom>
              <a:avLst/>
              <a:gdLst/>
              <a:ahLst/>
              <a:cxnLst>
                <a:cxn ang="0">
                  <a:pos x="1961" y="485"/>
                </a:cxn>
                <a:cxn ang="0">
                  <a:pos x="1907" y="390"/>
                </a:cxn>
                <a:cxn ang="0">
                  <a:pos x="1775" y="306"/>
                </a:cxn>
                <a:cxn ang="0">
                  <a:pos x="1584" y="228"/>
                </a:cxn>
                <a:cxn ang="0">
                  <a:pos x="1331" y="162"/>
                </a:cxn>
                <a:cxn ang="0">
                  <a:pos x="1013" y="102"/>
                </a:cxn>
                <a:cxn ang="0">
                  <a:pos x="648" y="54"/>
                </a:cxn>
                <a:cxn ang="0">
                  <a:pos x="228" y="18"/>
                </a:cxn>
                <a:cxn ang="0">
                  <a:pos x="0" y="12"/>
                </a:cxn>
                <a:cxn ang="0">
                  <a:pos x="432" y="48"/>
                </a:cxn>
                <a:cxn ang="0">
                  <a:pos x="815" y="90"/>
                </a:cxn>
                <a:cxn ang="0">
                  <a:pos x="1152" y="144"/>
                </a:cxn>
                <a:cxn ang="0">
                  <a:pos x="1427" y="204"/>
                </a:cxn>
                <a:cxn ang="0">
                  <a:pos x="1643" y="276"/>
                </a:cxn>
                <a:cxn ang="0">
                  <a:pos x="1800" y="360"/>
                </a:cxn>
                <a:cxn ang="0">
                  <a:pos x="1889" y="443"/>
                </a:cxn>
                <a:cxn ang="0">
                  <a:pos x="1907" y="539"/>
                </a:cxn>
                <a:cxn ang="0">
                  <a:pos x="1860" y="629"/>
                </a:cxn>
                <a:cxn ang="0">
                  <a:pos x="1751" y="719"/>
                </a:cxn>
                <a:cxn ang="0">
                  <a:pos x="1584" y="809"/>
                </a:cxn>
                <a:cxn ang="0">
                  <a:pos x="1361" y="899"/>
                </a:cxn>
                <a:cxn ang="0">
                  <a:pos x="1091" y="989"/>
                </a:cxn>
                <a:cxn ang="0">
                  <a:pos x="767" y="1073"/>
                </a:cxn>
                <a:cxn ang="0">
                  <a:pos x="408" y="1157"/>
                </a:cxn>
                <a:cxn ang="0">
                  <a:pos x="0" y="1241"/>
                </a:cxn>
                <a:cxn ang="0">
                  <a:pos x="216" y="1223"/>
                </a:cxn>
                <a:cxn ang="0">
                  <a:pos x="612" y="1139"/>
                </a:cxn>
                <a:cxn ang="0">
                  <a:pos x="960" y="1049"/>
                </a:cxn>
                <a:cxn ang="0">
                  <a:pos x="1266" y="959"/>
                </a:cxn>
                <a:cxn ang="0">
                  <a:pos x="1518" y="863"/>
                </a:cxn>
                <a:cxn ang="0">
                  <a:pos x="1721" y="767"/>
                </a:cxn>
                <a:cxn ang="0">
                  <a:pos x="1866" y="677"/>
                </a:cxn>
                <a:cxn ang="0">
                  <a:pos x="1943" y="581"/>
                </a:cxn>
                <a:cxn ang="0">
                  <a:pos x="1961" y="533"/>
                </a:cxn>
              </a:cxnLst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未知"/>
            <p:cNvSpPr/>
            <p:nvPr/>
          </p:nvSpPr>
          <p:spPr>
            <a:xfrm>
              <a:off x="0" y="0"/>
              <a:ext cx="4709" cy="2901"/>
            </a:xfrm>
            <a:custGeom>
              <a:avLst/>
              <a:gdLst/>
              <a:ahLst/>
              <a:cxnLst>
                <a:cxn ang="0">
                  <a:pos x="4709" y="797"/>
                </a:cxn>
                <a:cxn ang="0">
                  <a:pos x="4679" y="665"/>
                </a:cxn>
                <a:cxn ang="0">
                  <a:pos x="4601" y="540"/>
                </a:cxn>
                <a:cxn ang="0">
                  <a:pos x="4480" y="426"/>
                </a:cxn>
                <a:cxn ang="0">
                  <a:pos x="4313" y="312"/>
                </a:cxn>
                <a:cxn ang="0">
                  <a:pos x="4097" y="216"/>
                </a:cxn>
                <a:cxn ang="0">
                  <a:pos x="3845" y="120"/>
                </a:cxn>
                <a:cxn ang="0">
                  <a:pos x="3551" y="36"/>
                </a:cxn>
                <a:cxn ang="0">
                  <a:pos x="3215" y="0"/>
                </a:cxn>
                <a:cxn ang="0">
                  <a:pos x="3551" y="78"/>
                </a:cxn>
                <a:cxn ang="0">
                  <a:pos x="3845" y="162"/>
                </a:cxn>
                <a:cxn ang="0">
                  <a:pos x="4097" y="258"/>
                </a:cxn>
                <a:cxn ang="0">
                  <a:pos x="4301" y="366"/>
                </a:cxn>
                <a:cxn ang="0">
                  <a:pos x="4457" y="480"/>
                </a:cxn>
                <a:cxn ang="0">
                  <a:pos x="4565" y="605"/>
                </a:cxn>
                <a:cxn ang="0">
                  <a:pos x="4625" y="737"/>
                </a:cxn>
                <a:cxn ang="0">
                  <a:pos x="4625" y="875"/>
                </a:cxn>
                <a:cxn ang="0">
                  <a:pos x="4583" y="1001"/>
                </a:cxn>
                <a:cxn ang="0">
                  <a:pos x="4504" y="1127"/>
                </a:cxn>
                <a:cxn ang="0">
                  <a:pos x="4385" y="1259"/>
                </a:cxn>
                <a:cxn ang="0">
                  <a:pos x="4228" y="1385"/>
                </a:cxn>
                <a:cxn ang="0">
                  <a:pos x="4037" y="1517"/>
                </a:cxn>
                <a:cxn ang="0">
                  <a:pos x="3815" y="1648"/>
                </a:cxn>
                <a:cxn ang="0">
                  <a:pos x="3557" y="1774"/>
                </a:cxn>
                <a:cxn ang="0">
                  <a:pos x="3269" y="1906"/>
                </a:cxn>
                <a:cxn ang="0">
                  <a:pos x="2951" y="2032"/>
                </a:cxn>
                <a:cxn ang="0">
                  <a:pos x="2603" y="2164"/>
                </a:cxn>
                <a:cxn ang="0">
                  <a:pos x="2231" y="2284"/>
                </a:cxn>
                <a:cxn ang="0">
                  <a:pos x="1830" y="2410"/>
                </a:cxn>
                <a:cxn ang="0">
                  <a:pos x="1403" y="2530"/>
                </a:cxn>
                <a:cxn ang="0">
                  <a:pos x="486" y="2757"/>
                </a:cxn>
                <a:cxn ang="0">
                  <a:pos x="0" y="2901"/>
                </a:cxn>
                <a:cxn ang="0">
                  <a:pos x="972" y="2674"/>
                </a:cxn>
                <a:cxn ang="0">
                  <a:pos x="1643" y="2494"/>
                </a:cxn>
                <a:cxn ang="0">
                  <a:pos x="2064" y="2374"/>
                </a:cxn>
                <a:cxn ang="0">
                  <a:pos x="2459" y="2248"/>
                </a:cxn>
                <a:cxn ang="0">
                  <a:pos x="2825" y="2116"/>
                </a:cxn>
                <a:cxn ang="0">
                  <a:pos x="3161" y="1984"/>
                </a:cxn>
                <a:cxn ang="0">
                  <a:pos x="3473" y="1858"/>
                </a:cxn>
                <a:cxn ang="0">
                  <a:pos x="3749" y="1720"/>
                </a:cxn>
                <a:cxn ang="0">
                  <a:pos x="3995" y="1589"/>
                </a:cxn>
                <a:cxn ang="0">
                  <a:pos x="4204" y="1457"/>
                </a:cxn>
                <a:cxn ang="0">
                  <a:pos x="4385" y="1325"/>
                </a:cxn>
                <a:cxn ang="0">
                  <a:pos x="4522" y="1193"/>
                </a:cxn>
                <a:cxn ang="0">
                  <a:pos x="4625" y="1061"/>
                </a:cxn>
                <a:cxn ang="0">
                  <a:pos x="4685" y="935"/>
                </a:cxn>
                <a:cxn ang="0">
                  <a:pos x="4703" y="869"/>
                </a:cxn>
              </a:cxnLst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未知"/>
            <p:cNvSpPr/>
            <p:nvPr/>
          </p:nvSpPr>
          <p:spPr>
            <a:xfrm>
              <a:off x="0" y="0"/>
              <a:ext cx="3773" cy="2356"/>
            </a:xfrm>
            <a:custGeom>
              <a:avLst/>
              <a:gdLst/>
              <a:ahLst/>
              <a:cxnLst>
                <a:cxn ang="0">
                  <a:pos x="3773" y="719"/>
                </a:cxn>
                <a:cxn ang="0">
                  <a:pos x="3743" y="599"/>
                </a:cxn>
                <a:cxn ang="0">
                  <a:pos x="3665" y="486"/>
                </a:cxn>
                <a:cxn ang="0">
                  <a:pos x="3533" y="378"/>
                </a:cxn>
                <a:cxn ang="0">
                  <a:pos x="3359" y="282"/>
                </a:cxn>
                <a:cxn ang="0">
                  <a:pos x="3137" y="192"/>
                </a:cxn>
                <a:cxn ang="0">
                  <a:pos x="2873" y="108"/>
                </a:cxn>
                <a:cxn ang="0">
                  <a:pos x="2567" y="36"/>
                </a:cxn>
                <a:cxn ang="0">
                  <a:pos x="2237" y="0"/>
                </a:cxn>
                <a:cxn ang="0">
                  <a:pos x="2585" y="72"/>
                </a:cxn>
                <a:cxn ang="0">
                  <a:pos x="2885" y="150"/>
                </a:cxn>
                <a:cxn ang="0">
                  <a:pos x="3149" y="234"/>
                </a:cxn>
                <a:cxn ang="0">
                  <a:pos x="3359" y="330"/>
                </a:cxn>
                <a:cxn ang="0">
                  <a:pos x="3527" y="432"/>
                </a:cxn>
                <a:cxn ang="0">
                  <a:pos x="3635" y="545"/>
                </a:cxn>
                <a:cxn ang="0">
                  <a:pos x="3695" y="665"/>
                </a:cxn>
                <a:cxn ang="0">
                  <a:pos x="3701" y="791"/>
                </a:cxn>
                <a:cxn ang="0">
                  <a:pos x="3665" y="887"/>
                </a:cxn>
                <a:cxn ang="0">
                  <a:pos x="3604" y="989"/>
                </a:cxn>
                <a:cxn ang="0">
                  <a:pos x="3509" y="1091"/>
                </a:cxn>
                <a:cxn ang="0">
                  <a:pos x="3383" y="1187"/>
                </a:cxn>
                <a:cxn ang="0">
                  <a:pos x="3233" y="1289"/>
                </a:cxn>
                <a:cxn ang="0">
                  <a:pos x="3053" y="1391"/>
                </a:cxn>
                <a:cxn ang="0">
                  <a:pos x="2843" y="1493"/>
                </a:cxn>
                <a:cxn ang="0">
                  <a:pos x="2615" y="1589"/>
                </a:cxn>
                <a:cxn ang="0">
                  <a:pos x="2082" y="1786"/>
                </a:cxn>
                <a:cxn ang="0">
                  <a:pos x="1464" y="1972"/>
                </a:cxn>
                <a:cxn ang="0">
                  <a:pos x="767" y="2158"/>
                </a:cxn>
                <a:cxn ang="0">
                  <a:pos x="0" y="2326"/>
                </a:cxn>
                <a:cxn ang="0">
                  <a:pos x="402" y="2272"/>
                </a:cxn>
                <a:cxn ang="0">
                  <a:pos x="1146" y="2092"/>
                </a:cxn>
                <a:cxn ang="0">
                  <a:pos x="1818" y="1900"/>
                </a:cxn>
                <a:cxn ang="0">
                  <a:pos x="2400" y="1702"/>
                </a:cxn>
                <a:cxn ang="0">
                  <a:pos x="2657" y="1607"/>
                </a:cxn>
                <a:cxn ang="0">
                  <a:pos x="2891" y="1505"/>
                </a:cxn>
                <a:cxn ang="0">
                  <a:pos x="3101" y="1403"/>
                </a:cxn>
                <a:cxn ang="0">
                  <a:pos x="3287" y="1301"/>
                </a:cxn>
                <a:cxn ang="0">
                  <a:pos x="3443" y="1193"/>
                </a:cxn>
                <a:cxn ang="0">
                  <a:pos x="3569" y="1091"/>
                </a:cxn>
                <a:cxn ang="0">
                  <a:pos x="3665" y="989"/>
                </a:cxn>
                <a:cxn ang="0">
                  <a:pos x="3731" y="887"/>
                </a:cxn>
                <a:cxn ang="0">
                  <a:pos x="3767" y="785"/>
                </a:cxn>
              </a:cxnLst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未知"/>
            <p:cNvSpPr/>
            <p:nvPr/>
          </p:nvSpPr>
          <p:spPr>
            <a:xfrm>
              <a:off x="0" y="0"/>
              <a:ext cx="2933" cy="1846"/>
            </a:xfrm>
            <a:custGeom>
              <a:avLst/>
              <a:gdLst/>
              <a:ahLst/>
              <a:cxnLst>
                <a:cxn ang="0">
                  <a:pos x="2933" y="647"/>
                </a:cxn>
                <a:cxn ang="0">
                  <a:pos x="2885" y="528"/>
                </a:cxn>
                <a:cxn ang="0">
                  <a:pos x="2758" y="414"/>
                </a:cxn>
                <a:cxn ang="0">
                  <a:pos x="2567" y="318"/>
                </a:cxn>
                <a:cxn ang="0">
                  <a:pos x="2309" y="228"/>
                </a:cxn>
                <a:cxn ang="0">
                  <a:pos x="1991" y="150"/>
                </a:cxn>
                <a:cxn ang="0">
                  <a:pos x="1613" y="78"/>
                </a:cxn>
                <a:cxn ang="0">
                  <a:pos x="1182" y="24"/>
                </a:cxn>
                <a:cxn ang="0">
                  <a:pos x="696" y="0"/>
                </a:cxn>
                <a:cxn ang="0">
                  <a:pos x="1194" y="48"/>
                </a:cxn>
                <a:cxn ang="0">
                  <a:pos x="1631" y="108"/>
                </a:cxn>
                <a:cxn ang="0">
                  <a:pos x="2015" y="180"/>
                </a:cxn>
                <a:cxn ang="0">
                  <a:pos x="2333" y="264"/>
                </a:cxn>
                <a:cxn ang="0">
                  <a:pos x="2579" y="360"/>
                </a:cxn>
                <a:cxn ang="0">
                  <a:pos x="2758" y="468"/>
                </a:cxn>
                <a:cxn ang="0">
                  <a:pos x="2855" y="587"/>
                </a:cxn>
                <a:cxn ang="0">
                  <a:pos x="2873" y="713"/>
                </a:cxn>
                <a:cxn ang="0">
                  <a:pos x="2849" y="785"/>
                </a:cxn>
                <a:cxn ang="0">
                  <a:pos x="2801" y="857"/>
                </a:cxn>
                <a:cxn ang="0">
                  <a:pos x="2633" y="1001"/>
                </a:cxn>
                <a:cxn ang="0">
                  <a:pos x="2375" y="1145"/>
                </a:cxn>
                <a:cxn ang="0">
                  <a:pos x="2039" y="1289"/>
                </a:cxn>
                <a:cxn ang="0">
                  <a:pos x="1631" y="1433"/>
                </a:cxn>
                <a:cxn ang="0">
                  <a:pos x="1146" y="1571"/>
                </a:cxn>
                <a:cxn ang="0">
                  <a:pos x="606" y="1702"/>
                </a:cxn>
                <a:cxn ang="0">
                  <a:pos x="0" y="1828"/>
                </a:cxn>
                <a:cxn ang="0">
                  <a:pos x="312" y="1780"/>
                </a:cxn>
                <a:cxn ang="0">
                  <a:pos x="900" y="1648"/>
                </a:cxn>
                <a:cxn ang="0">
                  <a:pos x="1421" y="1511"/>
                </a:cxn>
                <a:cxn ang="0">
                  <a:pos x="1877" y="1367"/>
                </a:cxn>
                <a:cxn ang="0">
                  <a:pos x="2261" y="1223"/>
                </a:cxn>
                <a:cxn ang="0">
                  <a:pos x="2567" y="1079"/>
                </a:cxn>
                <a:cxn ang="0">
                  <a:pos x="2783" y="929"/>
                </a:cxn>
                <a:cxn ang="0">
                  <a:pos x="2885" y="815"/>
                </a:cxn>
                <a:cxn ang="0">
                  <a:pos x="2921" y="743"/>
                </a:cxn>
                <a:cxn ang="0">
                  <a:pos x="2933" y="707"/>
                </a:cxn>
              </a:cxnLst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未知"/>
            <p:cNvSpPr/>
            <p:nvPr/>
          </p:nvSpPr>
          <p:spPr>
            <a:xfrm>
              <a:off x="114" y="2847"/>
              <a:ext cx="1493" cy="204"/>
            </a:xfrm>
            <a:custGeom>
              <a:avLst/>
              <a:gdLst/>
              <a:ahLst/>
              <a:cxnLst>
                <a:cxn ang="0">
                  <a:pos x="1404" y="204"/>
                </a:cxn>
                <a:cxn ang="0">
                  <a:pos x="0" y="18"/>
                </a:cxn>
                <a:cxn ang="0">
                  <a:pos x="77" y="0"/>
                </a:cxn>
                <a:cxn ang="0">
                  <a:pos x="1493" y="186"/>
                </a:cxn>
                <a:cxn ang="0">
                  <a:pos x="1404" y="204"/>
                </a:cxn>
                <a:cxn ang="0">
                  <a:pos x="1404" y="204"/>
                </a:cxn>
              </a:cxnLst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1" name="Rectangle 14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2" name="Group 15"/>
            <p:cNvGrpSpPr/>
            <p:nvPr/>
          </p:nvGrpSpPr>
          <p:grpSpPr>
            <a:xfrm>
              <a:off x="192" y="2284"/>
              <a:ext cx="1254" cy="923"/>
              <a:chOff x="0" y="0"/>
              <a:chExt cx="1254" cy="923"/>
            </a:xfrm>
          </p:grpSpPr>
          <p:sp>
            <p:nvSpPr>
              <p:cNvPr id="1043" name="未知"/>
              <p:cNvSpPr/>
              <p:nvPr/>
            </p:nvSpPr>
            <p:spPr>
              <a:xfrm>
                <a:off x="216" y="725"/>
                <a:ext cx="47" cy="6"/>
              </a:xfrm>
              <a:custGeom>
                <a:avLst/>
                <a:gdLst/>
                <a:ahLst/>
                <a:cxnLst>
                  <a:cxn ang="0">
                    <a:pos x="4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7" y="6"/>
                  </a:cxn>
                  <a:cxn ang="0">
                    <a:pos x="47" y="6"/>
                  </a:cxn>
                  <a:cxn ang="0">
                    <a:pos x="47" y="6"/>
                  </a:cxn>
                </a:cxnLst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4" name="未知"/>
              <p:cNvSpPr/>
              <p:nvPr/>
            </p:nvSpPr>
            <p:spPr>
              <a:xfrm>
                <a:off x="720" y="0"/>
                <a:ext cx="324" cy="162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24"/>
                  </a:cxn>
                  <a:cxn ang="0">
                    <a:pos x="12" y="18"/>
                  </a:cxn>
                  <a:cxn ang="0">
                    <a:pos x="48" y="6"/>
                  </a:cxn>
                  <a:cxn ang="0">
                    <a:pos x="101" y="0"/>
                  </a:cxn>
                  <a:cxn ang="0">
                    <a:pos x="137" y="6"/>
                  </a:cxn>
                  <a:cxn ang="0">
                    <a:pos x="174" y="18"/>
                  </a:cxn>
                  <a:cxn ang="0">
                    <a:pos x="240" y="54"/>
                  </a:cxn>
                  <a:cxn ang="0">
                    <a:pos x="288" y="90"/>
                  </a:cxn>
                  <a:cxn ang="0">
                    <a:pos x="318" y="114"/>
                  </a:cxn>
                  <a:cxn ang="0">
                    <a:pos x="324" y="126"/>
                  </a:cxn>
                  <a:cxn ang="0">
                    <a:pos x="324" y="126"/>
                  </a:cxn>
                  <a:cxn ang="0">
                    <a:pos x="222" y="162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5" name="未知"/>
              <p:cNvSpPr>
                <a:spLocks noEditPoints="1"/>
              </p:cNvSpPr>
              <p:nvPr/>
            </p:nvSpPr>
            <p:spPr>
              <a:xfrm>
                <a:off x="0" y="0"/>
                <a:ext cx="1254" cy="923"/>
              </a:xfrm>
              <a:custGeom>
                <a:avLst/>
                <a:gdLst/>
                <a:ahLst/>
                <a:cxnLst>
                  <a:cxn ang="0">
                    <a:pos x="1170" y="641"/>
                  </a:cxn>
                  <a:cxn ang="0">
                    <a:pos x="1170" y="473"/>
                  </a:cxn>
                  <a:cxn ang="0">
                    <a:pos x="1140" y="384"/>
                  </a:cxn>
                  <a:cxn ang="0">
                    <a:pos x="1116" y="288"/>
                  </a:cxn>
                  <a:cxn ang="0">
                    <a:pos x="1056" y="174"/>
                  </a:cxn>
                  <a:cxn ang="0">
                    <a:pos x="984" y="96"/>
                  </a:cxn>
                  <a:cxn ang="0">
                    <a:pos x="966" y="72"/>
                  </a:cxn>
                  <a:cxn ang="0">
                    <a:pos x="894" y="18"/>
                  </a:cxn>
                  <a:cxn ang="0">
                    <a:pos x="822" y="6"/>
                  </a:cxn>
                  <a:cxn ang="0">
                    <a:pos x="714" y="24"/>
                  </a:cxn>
                  <a:cxn ang="0">
                    <a:pos x="666" y="42"/>
                  </a:cxn>
                  <a:cxn ang="0">
                    <a:pos x="570" y="120"/>
                  </a:cxn>
                  <a:cxn ang="0">
                    <a:pos x="534" y="228"/>
                  </a:cxn>
                  <a:cxn ang="0">
                    <a:pos x="511" y="348"/>
                  </a:cxn>
                  <a:cxn ang="0">
                    <a:pos x="432" y="479"/>
                  </a:cxn>
                  <a:cxn ang="0">
                    <a:pos x="414" y="539"/>
                  </a:cxn>
                  <a:cxn ang="0">
                    <a:pos x="354" y="599"/>
                  </a:cxn>
                  <a:cxn ang="0">
                    <a:pos x="306" y="629"/>
                  </a:cxn>
                  <a:cxn ang="0">
                    <a:pos x="294" y="635"/>
                  </a:cxn>
                  <a:cxn ang="0">
                    <a:pos x="258" y="677"/>
                  </a:cxn>
                  <a:cxn ang="0">
                    <a:pos x="150" y="797"/>
                  </a:cxn>
                  <a:cxn ang="0">
                    <a:pos x="54" y="839"/>
                  </a:cxn>
                  <a:cxn ang="0">
                    <a:pos x="156" y="905"/>
                  </a:cxn>
                  <a:cxn ang="0">
                    <a:pos x="241" y="869"/>
                  </a:cxn>
                  <a:cxn ang="0">
                    <a:pos x="642" y="827"/>
                  </a:cxn>
                  <a:cxn ang="0">
                    <a:pos x="702" y="725"/>
                  </a:cxn>
                  <a:cxn ang="0">
                    <a:pos x="696" y="611"/>
                  </a:cxn>
                  <a:cxn ang="0">
                    <a:pos x="780" y="551"/>
                  </a:cxn>
                  <a:cxn ang="0">
                    <a:pos x="882" y="449"/>
                  </a:cxn>
                  <a:cxn ang="0">
                    <a:pos x="912" y="414"/>
                  </a:cxn>
                  <a:cxn ang="0">
                    <a:pos x="978" y="318"/>
                  </a:cxn>
                  <a:cxn ang="0">
                    <a:pos x="1026" y="336"/>
                  </a:cxn>
                  <a:cxn ang="0">
                    <a:pos x="1122" y="617"/>
                  </a:cxn>
                  <a:cxn ang="0">
                    <a:pos x="1116" y="689"/>
                  </a:cxn>
                  <a:cxn ang="0">
                    <a:pos x="1152" y="749"/>
                  </a:cxn>
                  <a:cxn ang="0">
                    <a:pos x="1206" y="713"/>
                  </a:cxn>
                  <a:cxn ang="0">
                    <a:pos x="1242" y="749"/>
                  </a:cxn>
                  <a:cxn ang="0">
                    <a:pos x="1254" y="743"/>
                  </a:cxn>
                  <a:cxn ang="0">
                    <a:pos x="696" y="264"/>
                  </a:cxn>
                  <a:cxn ang="0">
                    <a:pos x="787" y="372"/>
                  </a:cxn>
                  <a:cxn ang="0">
                    <a:pos x="768" y="443"/>
                  </a:cxn>
                  <a:cxn ang="0">
                    <a:pos x="708" y="515"/>
                  </a:cxn>
                  <a:cxn ang="0">
                    <a:pos x="660" y="569"/>
                  </a:cxn>
                  <a:cxn ang="0">
                    <a:pos x="618" y="593"/>
                  </a:cxn>
                  <a:cxn ang="0">
                    <a:pos x="576" y="617"/>
                  </a:cxn>
                  <a:cxn ang="0">
                    <a:pos x="564" y="707"/>
                  </a:cxn>
                  <a:cxn ang="0">
                    <a:pos x="354" y="755"/>
                  </a:cxn>
                  <a:cxn ang="0">
                    <a:pos x="390" y="641"/>
                  </a:cxn>
                  <a:cxn ang="0">
                    <a:pos x="426" y="647"/>
                  </a:cxn>
                  <a:cxn ang="0">
                    <a:pos x="444" y="617"/>
                  </a:cxn>
                  <a:cxn ang="0">
                    <a:pos x="570" y="515"/>
                  </a:cxn>
                  <a:cxn ang="0">
                    <a:pos x="618" y="473"/>
                  </a:cxn>
                  <a:cxn ang="0">
                    <a:pos x="642" y="396"/>
                  </a:cxn>
                  <a:cxn ang="0">
                    <a:pos x="642" y="378"/>
                  </a:cxn>
                  <a:cxn ang="0">
                    <a:pos x="666" y="270"/>
                  </a:cxn>
                  <a:cxn ang="0">
                    <a:pos x="684" y="192"/>
                  </a:cxn>
                  <a:cxn ang="0">
                    <a:pos x="696" y="264"/>
                  </a:cxn>
                  <a:cxn ang="0">
                    <a:pos x="534" y="455"/>
                  </a:cxn>
                  <a:cxn ang="0">
                    <a:pos x="636" y="803"/>
                  </a:cxn>
                </a:cxnLst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6" name="未知"/>
              <p:cNvSpPr/>
              <p:nvPr/>
            </p:nvSpPr>
            <p:spPr>
              <a:xfrm>
                <a:off x="492" y="425"/>
                <a:ext cx="47" cy="7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18" y="60"/>
                  </a:cxn>
                  <a:cxn ang="0">
                    <a:pos x="24" y="54"/>
                  </a:cxn>
                  <a:cxn ang="0">
                    <a:pos x="47" y="0"/>
                  </a:cxn>
                  <a:cxn ang="0">
                    <a:pos x="0" y="78"/>
                  </a:cxn>
                  <a:cxn ang="0">
                    <a:pos x="12" y="72"/>
                  </a:cxn>
                  <a:cxn ang="0">
                    <a:pos x="12" y="72"/>
                  </a:cxn>
                </a:cxnLst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7" name="未知"/>
              <p:cNvSpPr/>
              <p:nvPr/>
            </p:nvSpPr>
            <p:spPr>
              <a:xfrm>
                <a:off x="1092" y="288"/>
                <a:ext cx="149" cy="419"/>
              </a:xfrm>
              <a:custGeom>
                <a:avLst/>
                <a:gdLst/>
                <a:ahLst/>
                <a:cxnLst>
                  <a:cxn ang="0">
                    <a:pos x="29" y="96"/>
                  </a:cxn>
                  <a:cxn ang="0">
                    <a:pos x="41" y="126"/>
                  </a:cxn>
                  <a:cxn ang="0">
                    <a:pos x="29" y="161"/>
                  </a:cxn>
                  <a:cxn ang="0">
                    <a:pos x="47" y="149"/>
                  </a:cxn>
                  <a:cxn ang="0">
                    <a:pos x="53" y="347"/>
                  </a:cxn>
                  <a:cxn ang="0">
                    <a:pos x="65" y="371"/>
                  </a:cxn>
                  <a:cxn ang="0">
                    <a:pos x="65" y="377"/>
                  </a:cxn>
                  <a:cxn ang="0">
                    <a:pos x="65" y="389"/>
                  </a:cxn>
                  <a:cxn ang="0">
                    <a:pos x="77" y="395"/>
                  </a:cxn>
                  <a:cxn ang="0">
                    <a:pos x="101" y="407"/>
                  </a:cxn>
                  <a:cxn ang="0">
                    <a:pos x="125" y="413"/>
                  </a:cxn>
                  <a:cxn ang="0">
                    <a:pos x="149" y="419"/>
                  </a:cxn>
                  <a:cxn ang="0">
                    <a:pos x="125" y="395"/>
                  </a:cxn>
                  <a:cxn ang="0">
                    <a:pos x="77" y="365"/>
                  </a:cxn>
                  <a:cxn ang="0">
                    <a:pos x="77" y="365"/>
                  </a:cxn>
                  <a:cxn ang="0">
                    <a:pos x="77" y="353"/>
                  </a:cxn>
                  <a:cxn ang="0">
                    <a:pos x="83" y="329"/>
                  </a:cxn>
                  <a:cxn ang="0">
                    <a:pos x="83" y="293"/>
                  </a:cxn>
                  <a:cxn ang="0">
                    <a:pos x="83" y="257"/>
                  </a:cxn>
                  <a:cxn ang="0">
                    <a:pos x="83" y="221"/>
                  </a:cxn>
                  <a:cxn ang="0">
                    <a:pos x="77" y="185"/>
                  </a:cxn>
                  <a:cxn ang="0">
                    <a:pos x="65" y="155"/>
                  </a:cxn>
                  <a:cxn ang="0">
                    <a:pos x="59" y="143"/>
                  </a:cxn>
                  <a:cxn ang="0">
                    <a:pos x="53" y="137"/>
                  </a:cxn>
                  <a:cxn ang="0">
                    <a:pos x="53" y="120"/>
                  </a:cxn>
                  <a:cxn ang="0">
                    <a:pos x="53" y="108"/>
                  </a:cxn>
                  <a:cxn ang="0">
                    <a:pos x="47" y="90"/>
                  </a:cxn>
                  <a:cxn ang="0">
                    <a:pos x="35" y="54"/>
                  </a:cxn>
                  <a:cxn ang="0">
                    <a:pos x="23" y="18"/>
                  </a:cxn>
                  <a:cxn ang="0">
                    <a:pos x="17" y="6"/>
                  </a:cxn>
                  <a:cxn ang="0">
                    <a:pos x="17" y="0"/>
                  </a:cxn>
                  <a:cxn ang="0">
                    <a:pos x="0" y="6"/>
                  </a:cxn>
                  <a:cxn ang="0">
                    <a:pos x="6" y="114"/>
                  </a:cxn>
                  <a:cxn ang="0">
                    <a:pos x="29" y="96"/>
                  </a:cxn>
                  <a:cxn ang="0">
                    <a:pos x="29" y="96"/>
                  </a:cxn>
                </a:cxnLst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8" name="未知"/>
              <p:cNvSpPr/>
              <p:nvPr/>
            </p:nvSpPr>
            <p:spPr>
              <a:xfrm>
                <a:off x="948" y="150"/>
                <a:ext cx="167" cy="138"/>
              </a:xfrm>
              <a:custGeom>
                <a:avLst/>
                <a:gdLst/>
                <a:ahLst/>
                <a:cxnLst>
                  <a:cxn ang="0">
                    <a:pos x="102" y="18"/>
                  </a:cxn>
                  <a:cxn ang="0">
                    <a:pos x="96" y="12"/>
                  </a:cxn>
                  <a:cxn ang="0">
                    <a:pos x="90" y="0"/>
                  </a:cxn>
                  <a:cxn ang="0">
                    <a:pos x="78" y="0"/>
                  </a:cxn>
                  <a:cxn ang="0">
                    <a:pos x="66" y="0"/>
                  </a:cxn>
                  <a:cxn ang="0">
                    <a:pos x="60" y="0"/>
                  </a:cxn>
                  <a:cxn ang="0">
                    <a:pos x="48" y="6"/>
                  </a:cxn>
                  <a:cxn ang="0">
                    <a:pos x="36" y="12"/>
                  </a:cxn>
                  <a:cxn ang="0">
                    <a:pos x="30" y="12"/>
                  </a:cxn>
                  <a:cxn ang="0">
                    <a:pos x="24" y="24"/>
                  </a:cxn>
                  <a:cxn ang="0">
                    <a:pos x="18" y="42"/>
                  </a:cxn>
                  <a:cxn ang="0">
                    <a:pos x="6" y="66"/>
                  </a:cxn>
                  <a:cxn ang="0">
                    <a:pos x="0" y="72"/>
                  </a:cxn>
                  <a:cxn ang="0">
                    <a:pos x="42" y="30"/>
                  </a:cxn>
                  <a:cxn ang="0">
                    <a:pos x="30" y="66"/>
                  </a:cxn>
                  <a:cxn ang="0">
                    <a:pos x="96" y="36"/>
                  </a:cxn>
                  <a:cxn ang="0">
                    <a:pos x="120" y="78"/>
                  </a:cxn>
                  <a:cxn ang="0">
                    <a:pos x="120" y="54"/>
                  </a:cxn>
                  <a:cxn ang="0">
                    <a:pos x="167" y="138"/>
                  </a:cxn>
                  <a:cxn ang="0">
                    <a:pos x="167" y="120"/>
                  </a:cxn>
                  <a:cxn ang="0">
                    <a:pos x="161" y="102"/>
                  </a:cxn>
                  <a:cxn ang="0">
                    <a:pos x="138" y="60"/>
                  </a:cxn>
                  <a:cxn ang="0">
                    <a:pos x="114" y="30"/>
                  </a:cxn>
                  <a:cxn ang="0">
                    <a:pos x="108" y="24"/>
                  </a:cxn>
                  <a:cxn ang="0">
                    <a:pos x="102" y="18"/>
                  </a:cxn>
                  <a:cxn ang="0">
                    <a:pos x="102" y="18"/>
                  </a:cxn>
                </a:cxnLst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9" name="未知"/>
              <p:cNvSpPr/>
              <p:nvPr/>
            </p:nvSpPr>
            <p:spPr>
              <a:xfrm>
                <a:off x="756" y="30"/>
                <a:ext cx="113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24" y="6"/>
                  </a:cxn>
                  <a:cxn ang="0">
                    <a:pos x="48" y="18"/>
                  </a:cxn>
                  <a:cxn ang="0">
                    <a:pos x="71" y="36"/>
                  </a:cxn>
                  <a:cxn ang="0">
                    <a:pos x="83" y="48"/>
                  </a:cxn>
                  <a:cxn ang="0">
                    <a:pos x="95" y="66"/>
                  </a:cxn>
                  <a:cxn ang="0">
                    <a:pos x="107" y="90"/>
                  </a:cxn>
                  <a:cxn ang="0">
                    <a:pos x="113" y="114"/>
                  </a:cxn>
                  <a:cxn ang="0">
                    <a:pos x="83" y="66"/>
                  </a:cxn>
                  <a:cxn ang="0">
                    <a:pos x="60" y="78"/>
                  </a:cxn>
                  <a:cxn ang="0">
                    <a:pos x="71" y="54"/>
                  </a:cxn>
                  <a:cxn ang="0">
                    <a:pos x="12" y="78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4" y="30"/>
                  </a:cxn>
                  <a:cxn ang="0">
                    <a:pos x="36" y="1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未知"/>
              <p:cNvSpPr/>
              <p:nvPr/>
            </p:nvSpPr>
            <p:spPr>
              <a:xfrm>
                <a:off x="930" y="294"/>
                <a:ext cx="66" cy="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42" y="18"/>
                  </a:cxn>
                  <a:cxn ang="0">
                    <a:pos x="36" y="6"/>
                  </a:cxn>
                  <a:cxn ang="0">
                    <a:pos x="24" y="30"/>
                  </a:cxn>
                  <a:cxn ang="0">
                    <a:pos x="18" y="36"/>
                  </a:cxn>
                  <a:cxn ang="0">
                    <a:pos x="6" y="48"/>
                  </a:cxn>
                  <a:cxn ang="0">
                    <a:pos x="0" y="60"/>
                  </a:cxn>
                  <a:cxn ang="0">
                    <a:pos x="12" y="54"/>
                  </a:cxn>
                  <a:cxn ang="0">
                    <a:pos x="30" y="36"/>
                  </a:cxn>
                  <a:cxn ang="0">
                    <a:pos x="54" y="18"/>
                  </a:cxn>
                  <a:cxn ang="0">
                    <a:pos x="66" y="6"/>
                  </a:cxn>
                  <a:cxn ang="0">
                    <a:pos x="54" y="0"/>
                  </a:cxn>
                  <a:cxn ang="0">
                    <a:pos x="54" y="0"/>
                  </a:cxn>
                </a:cxnLst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未知"/>
              <p:cNvSpPr/>
              <p:nvPr/>
            </p:nvSpPr>
            <p:spPr>
              <a:xfrm>
                <a:off x="750" y="390"/>
                <a:ext cx="161" cy="179"/>
              </a:xfrm>
              <a:custGeom>
                <a:avLst/>
                <a:gdLst/>
                <a:ahLst/>
                <a:cxnLst>
                  <a:cxn ang="0">
                    <a:pos x="131" y="53"/>
                  </a:cxn>
                  <a:cxn ang="0">
                    <a:pos x="137" y="53"/>
                  </a:cxn>
                  <a:cxn ang="0">
                    <a:pos x="143" y="41"/>
                  </a:cxn>
                  <a:cxn ang="0">
                    <a:pos x="155" y="35"/>
                  </a:cxn>
                  <a:cxn ang="0">
                    <a:pos x="161" y="24"/>
                  </a:cxn>
                  <a:cxn ang="0">
                    <a:pos x="161" y="12"/>
                  </a:cxn>
                  <a:cxn ang="0">
                    <a:pos x="161" y="0"/>
                  </a:cxn>
                  <a:cxn ang="0">
                    <a:pos x="149" y="24"/>
                  </a:cxn>
                  <a:cxn ang="0">
                    <a:pos x="143" y="35"/>
                  </a:cxn>
                  <a:cxn ang="0">
                    <a:pos x="131" y="35"/>
                  </a:cxn>
                  <a:cxn ang="0">
                    <a:pos x="119" y="41"/>
                  </a:cxn>
                  <a:cxn ang="0">
                    <a:pos x="125" y="53"/>
                  </a:cxn>
                  <a:cxn ang="0">
                    <a:pos x="95" y="95"/>
                  </a:cxn>
                  <a:cxn ang="0">
                    <a:pos x="0" y="137"/>
                  </a:cxn>
                  <a:cxn ang="0">
                    <a:pos x="60" y="119"/>
                  </a:cxn>
                  <a:cxn ang="0">
                    <a:pos x="54" y="125"/>
                  </a:cxn>
                  <a:cxn ang="0">
                    <a:pos x="48" y="131"/>
                  </a:cxn>
                  <a:cxn ang="0">
                    <a:pos x="24" y="155"/>
                  </a:cxn>
                  <a:cxn ang="0">
                    <a:pos x="12" y="167"/>
                  </a:cxn>
                  <a:cxn ang="0">
                    <a:pos x="0" y="173"/>
                  </a:cxn>
                  <a:cxn ang="0">
                    <a:pos x="0" y="179"/>
                  </a:cxn>
                  <a:cxn ang="0">
                    <a:pos x="6" y="173"/>
                  </a:cxn>
                  <a:cxn ang="0">
                    <a:pos x="30" y="155"/>
                  </a:cxn>
                  <a:cxn ang="0">
                    <a:pos x="48" y="143"/>
                  </a:cxn>
                  <a:cxn ang="0">
                    <a:pos x="71" y="125"/>
                  </a:cxn>
                  <a:cxn ang="0">
                    <a:pos x="95" y="107"/>
                  </a:cxn>
                  <a:cxn ang="0">
                    <a:pos x="119" y="77"/>
                  </a:cxn>
                  <a:cxn ang="0">
                    <a:pos x="131" y="59"/>
                  </a:cxn>
                  <a:cxn ang="0">
                    <a:pos x="131" y="53"/>
                  </a:cxn>
                  <a:cxn ang="0">
                    <a:pos x="131" y="53"/>
                  </a:cxn>
                </a:cxnLst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2" name="未知"/>
              <p:cNvSpPr/>
              <p:nvPr/>
            </p:nvSpPr>
            <p:spPr>
              <a:xfrm>
                <a:off x="545" y="479"/>
                <a:ext cx="73" cy="54"/>
              </a:xfrm>
              <a:custGeom>
                <a:avLst/>
                <a:gdLst/>
                <a:ahLst/>
                <a:cxnLst>
                  <a:cxn ang="0">
                    <a:pos x="24" y="36"/>
                  </a:cxn>
                  <a:cxn ang="0">
                    <a:pos x="49" y="24"/>
                  </a:cxn>
                  <a:cxn ang="0">
                    <a:pos x="61" y="12"/>
                  </a:cxn>
                  <a:cxn ang="0">
                    <a:pos x="67" y="6"/>
                  </a:cxn>
                  <a:cxn ang="0">
                    <a:pos x="73" y="0"/>
                  </a:cxn>
                  <a:cxn ang="0">
                    <a:pos x="43" y="18"/>
                  </a:cxn>
                  <a:cxn ang="0">
                    <a:pos x="30" y="24"/>
                  </a:cxn>
                  <a:cxn ang="0">
                    <a:pos x="24" y="24"/>
                  </a:cxn>
                  <a:cxn ang="0">
                    <a:pos x="18" y="18"/>
                  </a:cxn>
                  <a:cxn ang="0">
                    <a:pos x="12" y="12"/>
                  </a:cxn>
                  <a:cxn ang="0">
                    <a:pos x="0" y="54"/>
                  </a:cxn>
                  <a:cxn ang="0">
                    <a:pos x="12" y="42"/>
                  </a:cxn>
                  <a:cxn ang="0">
                    <a:pos x="24" y="36"/>
                  </a:cxn>
                  <a:cxn ang="0">
                    <a:pos x="24" y="36"/>
                  </a:cxn>
                </a:cxnLst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3" name="未知"/>
              <p:cNvSpPr/>
              <p:nvPr/>
            </p:nvSpPr>
            <p:spPr>
              <a:xfrm>
                <a:off x="432" y="605"/>
                <a:ext cx="12" cy="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6" y="54"/>
                  </a:cxn>
                  <a:cxn ang="0">
                    <a:pos x="12" y="36"/>
                  </a:cxn>
                  <a:cxn ang="0">
                    <a:pos x="12" y="18"/>
                  </a:cxn>
                  <a:cxn ang="0">
                    <a:pos x="12" y="6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4" name="未知"/>
              <p:cNvSpPr/>
              <p:nvPr/>
            </p:nvSpPr>
            <p:spPr>
              <a:xfrm>
                <a:off x="300" y="737"/>
                <a:ext cx="48" cy="72"/>
              </a:xfrm>
              <a:custGeom>
                <a:avLst/>
                <a:gdLst/>
                <a:ahLst/>
                <a:cxnLst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6" y="0"/>
                  </a:cxn>
                  <a:cxn ang="0">
                    <a:pos x="42" y="12"/>
                  </a:cxn>
                  <a:cxn ang="0">
                    <a:pos x="42" y="12"/>
                  </a:cxn>
                  <a:cxn ang="0">
                    <a:pos x="0" y="72"/>
                  </a:cxn>
                  <a:cxn ang="0">
                    <a:pos x="18" y="54"/>
                  </a:cxn>
                  <a:cxn ang="0">
                    <a:pos x="18" y="6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</a:cxnLst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5" name="未知"/>
              <p:cNvSpPr/>
              <p:nvPr/>
            </p:nvSpPr>
            <p:spPr>
              <a:xfrm>
                <a:off x="245" y="743"/>
                <a:ext cx="288" cy="84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84"/>
                  </a:cxn>
                  <a:cxn ang="0">
                    <a:pos x="169" y="36"/>
                  </a:cxn>
                  <a:cxn ang="0">
                    <a:pos x="114" y="60"/>
                  </a:cxn>
                  <a:cxn ang="0">
                    <a:pos x="277" y="18"/>
                  </a:cxn>
                  <a:cxn ang="0">
                    <a:pos x="288" y="0"/>
                  </a:cxn>
                  <a:cxn ang="0">
                    <a:pos x="288" y="0"/>
                  </a:cxn>
                </a:cxnLst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6" name="未知"/>
              <p:cNvSpPr/>
              <p:nvPr/>
            </p:nvSpPr>
            <p:spPr>
              <a:xfrm>
                <a:off x="636" y="719"/>
                <a:ext cx="66" cy="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6" y="6"/>
                  </a:cxn>
                  <a:cxn ang="0">
                    <a:pos x="0" y="84"/>
                  </a:cxn>
                  <a:cxn ang="0">
                    <a:pos x="54" y="24"/>
                  </a:cxn>
                  <a:cxn ang="0">
                    <a:pos x="6" y="108"/>
                  </a:cxn>
                  <a:cxn ang="0">
                    <a:pos x="66" y="6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7" name="未知"/>
              <p:cNvSpPr/>
              <p:nvPr/>
            </p:nvSpPr>
            <p:spPr>
              <a:xfrm>
                <a:off x="174" y="827"/>
                <a:ext cx="77" cy="42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0"/>
                  </a:cxn>
                  <a:cxn ang="0">
                    <a:pos x="60" y="6"/>
                  </a:cxn>
                  <a:cxn ang="0">
                    <a:pos x="48" y="6"/>
                  </a:cxn>
                  <a:cxn ang="0">
                    <a:pos x="42" y="6"/>
                  </a:cxn>
                  <a:cxn ang="0">
                    <a:pos x="60" y="6"/>
                  </a:cxn>
                  <a:cxn ang="0">
                    <a:pos x="0" y="24"/>
                  </a:cxn>
                  <a:cxn ang="0">
                    <a:pos x="71" y="6"/>
                  </a:cxn>
                  <a:cxn ang="0">
                    <a:pos x="66" y="42"/>
                  </a:cxn>
                  <a:cxn ang="0">
                    <a:pos x="77" y="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8" name="未知"/>
              <p:cNvSpPr/>
              <p:nvPr/>
            </p:nvSpPr>
            <p:spPr>
              <a:xfrm>
                <a:off x="306" y="881"/>
                <a:ext cx="66" cy="30"/>
              </a:xfrm>
              <a:custGeom>
                <a:avLst/>
                <a:gdLst/>
                <a:ahLst/>
                <a:cxnLst>
                  <a:cxn ang="0">
                    <a:pos x="66" y="6"/>
                  </a:cxn>
                  <a:cxn ang="0">
                    <a:pos x="0" y="0"/>
                  </a:cxn>
                  <a:cxn ang="0">
                    <a:pos x="54" y="6"/>
                  </a:cxn>
                  <a:cxn ang="0">
                    <a:pos x="18" y="18"/>
                  </a:cxn>
                  <a:cxn ang="0">
                    <a:pos x="60" y="12"/>
                  </a:cxn>
                  <a:cxn ang="0">
                    <a:pos x="60" y="30"/>
                  </a:cxn>
                  <a:cxn ang="0">
                    <a:pos x="60" y="30"/>
                  </a:cxn>
                  <a:cxn ang="0">
                    <a:pos x="66" y="6"/>
                  </a:cxn>
                  <a:cxn ang="0">
                    <a:pos x="66" y="6"/>
                  </a:cxn>
                </a:cxnLst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9" name="未知"/>
              <p:cNvSpPr/>
              <p:nvPr/>
            </p:nvSpPr>
            <p:spPr>
              <a:xfrm>
                <a:off x="648" y="635"/>
                <a:ext cx="18" cy="6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24"/>
                  </a:cxn>
                  <a:cxn ang="0">
                    <a:pos x="12" y="60"/>
                  </a:cxn>
                  <a:cxn ang="0">
                    <a:pos x="18" y="18"/>
                  </a:cxn>
                  <a:cxn ang="0">
                    <a:pos x="18" y="18"/>
                  </a:cxn>
                  <a:cxn ang="0">
                    <a:pos x="18" y="0"/>
                  </a:cxn>
                  <a:cxn ang="0">
                    <a:pos x="12" y="18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0" name="未知"/>
              <p:cNvSpPr/>
              <p:nvPr/>
            </p:nvSpPr>
            <p:spPr>
              <a:xfrm>
                <a:off x="354" y="737"/>
                <a:ext cx="6" cy="1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8"/>
                  </a:cxn>
                  <a:cxn ang="0">
                    <a:pos x="6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1" name="未知"/>
              <p:cNvSpPr/>
              <p:nvPr/>
            </p:nvSpPr>
            <p:spPr>
              <a:xfrm>
                <a:off x="342" y="659"/>
                <a:ext cx="30" cy="78"/>
              </a:xfrm>
              <a:custGeom>
                <a:avLst/>
                <a:gdLst/>
                <a:ahLst/>
                <a:cxnLst>
                  <a:cxn ang="0">
                    <a:pos x="24" y="6"/>
                  </a:cxn>
                  <a:cxn ang="0">
                    <a:pos x="18" y="24"/>
                  </a:cxn>
                  <a:cxn ang="0">
                    <a:pos x="0" y="18"/>
                  </a:cxn>
                  <a:cxn ang="0">
                    <a:pos x="12" y="30"/>
                  </a:cxn>
                  <a:cxn ang="0">
                    <a:pos x="6" y="42"/>
                  </a:cxn>
                  <a:cxn ang="0">
                    <a:pos x="18" y="78"/>
                  </a:cxn>
                  <a:cxn ang="0">
                    <a:pos x="18" y="24"/>
                  </a:cxn>
                  <a:cxn ang="0">
                    <a:pos x="24" y="12"/>
                  </a:cxn>
                  <a:cxn ang="0">
                    <a:pos x="30" y="6"/>
                  </a:cxn>
                  <a:cxn ang="0">
                    <a:pos x="30" y="6"/>
                  </a:cxn>
                  <a:cxn ang="0">
                    <a:pos x="12" y="0"/>
                  </a:cxn>
                  <a:cxn ang="0">
                    <a:pos x="24" y="6"/>
                  </a:cxn>
                  <a:cxn ang="0">
                    <a:pos x="24" y="6"/>
                  </a:cxn>
                </a:cxnLst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2" name="未知"/>
              <p:cNvSpPr/>
              <p:nvPr/>
            </p:nvSpPr>
            <p:spPr>
              <a:xfrm>
                <a:off x="348" y="755"/>
                <a:ext cx="24" cy="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24" y="24"/>
                  </a:cxn>
                  <a:cxn ang="0">
                    <a:pos x="24" y="18"/>
                  </a:cxn>
                  <a:cxn ang="0">
                    <a:pos x="18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未知"/>
              <p:cNvSpPr/>
              <p:nvPr/>
            </p:nvSpPr>
            <p:spPr>
              <a:xfrm>
                <a:off x="609" y="397"/>
                <a:ext cx="215" cy="216"/>
              </a:xfrm>
              <a:custGeom>
                <a:avLst/>
                <a:gdLst/>
                <a:ahLst/>
                <a:cxnLst>
                  <a:cxn ang="0">
                    <a:pos x="215" y="0"/>
                  </a:cxn>
                  <a:cxn ang="0">
                    <a:pos x="147" y="36"/>
                  </a:cxn>
                  <a:cxn ang="0">
                    <a:pos x="132" y="49"/>
                  </a:cxn>
                  <a:cxn ang="0">
                    <a:pos x="104" y="79"/>
                  </a:cxn>
                  <a:cxn ang="0">
                    <a:pos x="87" y="114"/>
                  </a:cxn>
                  <a:cxn ang="0">
                    <a:pos x="48" y="156"/>
                  </a:cxn>
                  <a:cxn ang="0">
                    <a:pos x="42" y="166"/>
                  </a:cxn>
                  <a:cxn ang="0">
                    <a:pos x="29" y="177"/>
                  </a:cxn>
                  <a:cxn ang="0">
                    <a:pos x="0" y="208"/>
                  </a:cxn>
                  <a:cxn ang="0">
                    <a:pos x="48" y="216"/>
                  </a:cxn>
                  <a:cxn ang="0">
                    <a:pos x="215" y="0"/>
                  </a:cxn>
                </a:cxnLst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未知"/>
              <p:cNvSpPr/>
              <p:nvPr/>
            </p:nvSpPr>
            <p:spPr>
              <a:xfrm>
                <a:off x="344" y="426"/>
                <a:ext cx="212" cy="179"/>
              </a:xfrm>
              <a:custGeom>
                <a:avLst/>
                <a:gdLst/>
                <a:ahLst/>
                <a:cxnLst>
                  <a:cxn ang="0">
                    <a:pos x="212" y="0"/>
                  </a:cxn>
                  <a:cxn ang="0">
                    <a:pos x="144" y="36"/>
                  </a:cxn>
                  <a:cxn ang="0">
                    <a:pos x="0" y="179"/>
                  </a:cxn>
                  <a:cxn ang="0">
                    <a:pos x="177" y="85"/>
                  </a:cxn>
                  <a:cxn ang="0">
                    <a:pos x="212" y="0"/>
                  </a:cxn>
                </a:cxnLst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未知"/>
              <p:cNvSpPr/>
              <p:nvPr/>
            </p:nvSpPr>
            <p:spPr>
              <a:xfrm>
                <a:off x="845" y="325"/>
                <a:ext cx="64" cy="79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4" y="79"/>
                  </a:cxn>
                  <a:cxn ang="0">
                    <a:pos x="60" y="0"/>
                  </a:cxn>
                  <a:cxn ang="0">
                    <a:pos x="0" y="22"/>
                  </a:cxn>
                </a:cxnLst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6" name="未知"/>
              <p:cNvSpPr/>
              <p:nvPr userDrawn="1"/>
            </p:nvSpPr>
            <p:spPr>
              <a:xfrm>
                <a:off x="675" y="187"/>
                <a:ext cx="137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87"/>
                  </a:cxn>
                  <a:cxn ang="0">
                    <a:pos x="69" y="154"/>
                  </a:cxn>
                  <a:cxn ang="0">
                    <a:pos x="137" y="207"/>
                  </a:cxn>
                  <a:cxn ang="0">
                    <a:pos x="0" y="0"/>
                  </a:cxn>
                </a:cxnLst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7" name="未知"/>
              <p:cNvSpPr/>
              <p:nvPr userDrawn="1"/>
            </p:nvSpPr>
            <p:spPr>
              <a:xfrm>
                <a:off x="625" y="223"/>
                <a:ext cx="65" cy="222"/>
              </a:xfrm>
              <a:custGeom>
                <a:avLst/>
                <a:gdLst/>
                <a:ahLst/>
                <a:cxnLst>
                  <a:cxn ang="0">
                    <a:pos x="0" y="222"/>
                  </a:cxn>
                  <a:cxn ang="0">
                    <a:pos x="40" y="142"/>
                  </a:cxn>
                  <a:cxn ang="0">
                    <a:pos x="65" y="72"/>
                  </a:cxn>
                  <a:cxn ang="0">
                    <a:pos x="7" y="0"/>
                  </a:cxn>
                  <a:cxn ang="0">
                    <a:pos x="0" y="222"/>
                  </a:cxn>
                </a:cxnLst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89" name="Rectangle 41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47800"/>
            <a:ext cx="7772400" cy="1470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090" name="Rectangle 4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203575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1" name="Rectangle 4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fld id="{9A0DB2DC-4C9A-4742-B13C-FB6460FD3503}" type="slidenum">
              <a:rPr lang="en-US" altLang="zh-CN" sz="1000" b="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</a:fld>
            <a:endParaRPr lang="en-US" altLang="zh-CN" sz="1000" b="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1030" name="未知"/>
            <p:cNvSpPr/>
            <p:nvPr/>
          </p:nvSpPr>
          <p:spPr>
            <a:xfrm>
              <a:off x="1812" y="2811"/>
              <a:ext cx="3946" cy="1505"/>
            </a:xfrm>
            <a:custGeom>
              <a:avLst/>
              <a:gdLst/>
              <a:ahLst/>
              <a:cxnLst>
                <a:cxn ang="0">
                  <a:pos x="149" y="1505"/>
                </a:cxn>
                <a:cxn ang="0">
                  <a:pos x="689" y="1331"/>
                </a:cxn>
                <a:cxn ang="0">
                  <a:pos x="1217" y="1157"/>
                </a:cxn>
                <a:cxn ang="0">
                  <a:pos x="1733" y="977"/>
                </a:cxn>
                <a:cxn ang="0">
                  <a:pos x="2225" y="792"/>
                </a:cxn>
                <a:cxn ang="0">
                  <a:pos x="2464" y="696"/>
                </a:cxn>
                <a:cxn ang="0">
                  <a:pos x="2698" y="606"/>
                </a:cxn>
                <a:cxn ang="0">
                  <a:pos x="2927" y="510"/>
                </a:cxn>
                <a:cxn ang="0">
                  <a:pos x="3149" y="420"/>
                </a:cxn>
                <a:cxn ang="0">
                  <a:pos x="3358" y="324"/>
                </a:cxn>
                <a:cxn ang="0">
                  <a:pos x="3562" y="234"/>
                </a:cxn>
                <a:cxn ang="0">
                  <a:pos x="3760" y="138"/>
                </a:cxn>
                <a:cxn ang="0">
                  <a:pos x="3946" y="48"/>
                </a:cxn>
                <a:cxn ang="0">
                  <a:pos x="3946" y="0"/>
                </a:cxn>
                <a:cxn ang="0">
                  <a:pos x="3754" y="96"/>
                </a:cxn>
                <a:cxn ang="0">
                  <a:pos x="3550" y="192"/>
                </a:cxn>
                <a:cxn ang="0">
                  <a:pos x="3340" y="288"/>
                </a:cxn>
                <a:cxn ang="0">
                  <a:pos x="3125" y="384"/>
                </a:cxn>
                <a:cxn ang="0">
                  <a:pos x="2897" y="480"/>
                </a:cxn>
                <a:cxn ang="0">
                  <a:pos x="2662" y="576"/>
                </a:cxn>
                <a:cxn ang="0">
                  <a:pos x="2416" y="672"/>
                </a:cxn>
                <a:cxn ang="0">
                  <a:pos x="2171" y="768"/>
                </a:cxn>
                <a:cxn ang="0">
                  <a:pos x="1913" y="864"/>
                </a:cxn>
                <a:cxn ang="0">
                  <a:pos x="1655" y="960"/>
                </a:cxn>
                <a:cxn ang="0">
                  <a:pos x="1115" y="1145"/>
                </a:cxn>
                <a:cxn ang="0">
                  <a:pos x="564" y="1331"/>
                </a:cxn>
                <a:cxn ang="0">
                  <a:pos x="0" y="1505"/>
                </a:cxn>
                <a:cxn ang="0">
                  <a:pos x="149" y="1505"/>
                </a:cxn>
                <a:cxn ang="0">
                  <a:pos x="149" y="1505"/>
                </a:cxn>
              </a:cxnLst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未知"/>
            <p:cNvSpPr/>
            <p:nvPr/>
          </p:nvSpPr>
          <p:spPr>
            <a:xfrm>
              <a:off x="4025" y="3627"/>
              <a:ext cx="1733" cy="689"/>
            </a:xfrm>
            <a:custGeom>
              <a:avLst/>
              <a:gdLst/>
              <a:ahLst/>
              <a:cxnLst>
                <a:cxn ang="0">
                  <a:pos x="132" y="689"/>
                </a:cxn>
                <a:cxn ang="0">
                  <a:pos x="552" y="527"/>
                </a:cxn>
                <a:cxn ang="0">
                  <a:pos x="966" y="365"/>
                </a:cxn>
                <a:cxn ang="0">
                  <a:pos x="1163" y="287"/>
                </a:cxn>
                <a:cxn ang="0">
                  <a:pos x="1361" y="203"/>
                </a:cxn>
                <a:cxn ang="0">
                  <a:pos x="1553" y="126"/>
                </a:cxn>
                <a:cxn ang="0">
                  <a:pos x="1733" y="48"/>
                </a:cxn>
                <a:cxn ang="0">
                  <a:pos x="1733" y="0"/>
                </a:cxn>
                <a:cxn ang="0">
                  <a:pos x="1535" y="84"/>
                </a:cxn>
                <a:cxn ang="0">
                  <a:pos x="1331" y="167"/>
                </a:cxn>
                <a:cxn ang="0">
                  <a:pos x="1121" y="257"/>
                </a:cxn>
                <a:cxn ang="0">
                  <a:pos x="906" y="341"/>
                </a:cxn>
                <a:cxn ang="0">
                  <a:pos x="455" y="515"/>
                </a:cxn>
                <a:cxn ang="0">
                  <a:pos x="0" y="689"/>
                </a:cxn>
                <a:cxn ang="0">
                  <a:pos x="132" y="689"/>
                </a:cxn>
                <a:cxn ang="0">
                  <a:pos x="132" y="689"/>
                </a:cxn>
              </a:cxnLst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未知"/>
            <p:cNvSpPr/>
            <p:nvPr/>
          </p:nvSpPr>
          <p:spPr>
            <a:xfrm>
              <a:off x="0" y="0"/>
              <a:ext cx="5578" cy="3447"/>
            </a:xfrm>
            <a:custGeom>
              <a:avLst/>
              <a:gdLst/>
              <a:ahLst/>
              <a:cxnLst>
                <a:cxn ang="0">
                  <a:pos x="5578" y="929"/>
                </a:cxn>
                <a:cxn ang="0">
                  <a:pos x="5554" y="773"/>
                </a:cxn>
                <a:cxn ang="0">
                  <a:pos x="5470" y="629"/>
                </a:cxn>
                <a:cxn ang="0">
                  <a:pos x="5343" y="492"/>
                </a:cxn>
                <a:cxn ang="0">
                  <a:pos x="5164" y="366"/>
                </a:cxn>
                <a:cxn ang="0">
                  <a:pos x="4936" y="252"/>
                </a:cxn>
                <a:cxn ang="0">
                  <a:pos x="4666" y="144"/>
                </a:cxn>
                <a:cxn ang="0">
                  <a:pos x="4354" y="48"/>
                </a:cxn>
                <a:cxn ang="0">
                  <a:pos x="4012" y="0"/>
                </a:cxn>
                <a:cxn ang="0">
                  <a:pos x="4372" y="90"/>
                </a:cxn>
                <a:cxn ang="0">
                  <a:pos x="4684" y="192"/>
                </a:cxn>
                <a:cxn ang="0">
                  <a:pos x="4948" y="306"/>
                </a:cxn>
                <a:cxn ang="0">
                  <a:pos x="5164" y="426"/>
                </a:cxn>
                <a:cxn ang="0">
                  <a:pos x="5331" y="557"/>
                </a:cxn>
                <a:cxn ang="0">
                  <a:pos x="5446" y="701"/>
                </a:cxn>
                <a:cxn ang="0">
                  <a:pos x="5506" y="851"/>
                </a:cxn>
                <a:cxn ang="0">
                  <a:pos x="5506" y="1013"/>
                </a:cxn>
                <a:cxn ang="0">
                  <a:pos x="5458" y="1163"/>
                </a:cxn>
                <a:cxn ang="0">
                  <a:pos x="5361" y="1319"/>
                </a:cxn>
                <a:cxn ang="0">
                  <a:pos x="5218" y="1475"/>
                </a:cxn>
                <a:cxn ang="0">
                  <a:pos x="5032" y="1630"/>
                </a:cxn>
                <a:cxn ang="0">
                  <a:pos x="4804" y="1786"/>
                </a:cxn>
                <a:cxn ang="0">
                  <a:pos x="4540" y="1948"/>
                </a:cxn>
                <a:cxn ang="0">
                  <a:pos x="4228" y="2104"/>
                </a:cxn>
                <a:cxn ang="0">
                  <a:pos x="3887" y="2260"/>
                </a:cxn>
                <a:cxn ang="0">
                  <a:pos x="3509" y="2416"/>
                </a:cxn>
                <a:cxn ang="0">
                  <a:pos x="3094" y="2566"/>
                </a:cxn>
                <a:cxn ang="0">
                  <a:pos x="2651" y="2715"/>
                </a:cxn>
                <a:cxn ang="0">
                  <a:pos x="2171" y="2865"/>
                </a:cxn>
                <a:cxn ang="0">
                  <a:pos x="1667" y="3009"/>
                </a:cxn>
                <a:cxn ang="0">
                  <a:pos x="1139" y="3147"/>
                </a:cxn>
                <a:cxn ang="0">
                  <a:pos x="582" y="3279"/>
                </a:cxn>
                <a:cxn ang="0">
                  <a:pos x="0" y="3447"/>
                </a:cxn>
                <a:cxn ang="0">
                  <a:pos x="870" y="3249"/>
                </a:cxn>
                <a:cxn ang="0">
                  <a:pos x="1421" y="3105"/>
                </a:cxn>
                <a:cxn ang="0">
                  <a:pos x="1943" y="2961"/>
                </a:cxn>
                <a:cxn ang="0">
                  <a:pos x="2441" y="2817"/>
                </a:cxn>
                <a:cxn ang="0">
                  <a:pos x="2909" y="2668"/>
                </a:cxn>
                <a:cxn ang="0">
                  <a:pos x="3340" y="2512"/>
                </a:cxn>
                <a:cxn ang="0">
                  <a:pos x="3742" y="2356"/>
                </a:cxn>
                <a:cxn ang="0">
                  <a:pos x="4109" y="2200"/>
                </a:cxn>
                <a:cxn ang="0">
                  <a:pos x="4439" y="2038"/>
                </a:cxn>
                <a:cxn ang="0">
                  <a:pos x="4732" y="1876"/>
                </a:cxn>
                <a:cxn ang="0">
                  <a:pos x="4984" y="1720"/>
                </a:cxn>
                <a:cxn ang="0">
                  <a:pos x="5194" y="1559"/>
                </a:cxn>
                <a:cxn ang="0">
                  <a:pos x="5355" y="1397"/>
                </a:cxn>
                <a:cxn ang="0">
                  <a:pos x="5476" y="1241"/>
                </a:cxn>
                <a:cxn ang="0">
                  <a:pos x="5554" y="1085"/>
                </a:cxn>
                <a:cxn ang="0">
                  <a:pos x="5572" y="1007"/>
                </a:cxn>
              </a:cxnLst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未知"/>
            <p:cNvSpPr/>
            <p:nvPr/>
          </p:nvSpPr>
          <p:spPr bwMode="auto">
            <a:xfrm>
              <a:off x="4942" y="0"/>
              <a:ext cx="816" cy="276"/>
            </a:xfrm>
            <a:custGeom>
              <a:avLst/>
              <a:gdLst>
                <a:gd name="T0" fmla="*/ 813 w 813"/>
                <a:gd name="T1" fmla="*/ 222 h 276"/>
                <a:gd name="T2" fmla="*/ 670 w 813"/>
                <a:gd name="T3" fmla="*/ 162 h 276"/>
                <a:gd name="T4" fmla="*/ 514 w 813"/>
                <a:gd name="T5" fmla="*/ 108 h 276"/>
                <a:gd name="T6" fmla="*/ 347 w 813"/>
                <a:gd name="T7" fmla="*/ 54 h 276"/>
                <a:gd name="T8" fmla="*/ 167 w 813"/>
                <a:gd name="T9" fmla="*/ 0 h 276"/>
                <a:gd name="T10" fmla="*/ 0 w 813"/>
                <a:gd name="T11" fmla="*/ 0 h 276"/>
                <a:gd name="T12" fmla="*/ 227 w 813"/>
                <a:gd name="T13" fmla="*/ 60 h 276"/>
                <a:gd name="T14" fmla="*/ 442 w 813"/>
                <a:gd name="T15" fmla="*/ 132 h 276"/>
                <a:gd name="T16" fmla="*/ 634 w 813"/>
                <a:gd name="T17" fmla="*/ 204 h 276"/>
                <a:gd name="T18" fmla="*/ 813 w 813"/>
                <a:gd name="T19" fmla="*/ 276 h 276"/>
                <a:gd name="T20" fmla="*/ 813 w 813"/>
                <a:gd name="T21" fmla="*/ 222 h 276"/>
                <a:gd name="T22" fmla="*/ 813 w 813"/>
                <a:gd name="T23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未知"/>
            <p:cNvSpPr/>
            <p:nvPr/>
          </p:nvSpPr>
          <p:spPr>
            <a:xfrm>
              <a:off x="0" y="1984"/>
              <a:ext cx="5758" cy="2098"/>
            </a:xfrm>
            <a:custGeom>
              <a:avLst/>
              <a:gdLst/>
              <a:ahLst/>
              <a:cxnLst>
                <a:cxn ang="0">
                  <a:pos x="5758" y="0"/>
                </a:cxn>
                <a:cxn ang="0">
                  <a:pos x="5656" y="72"/>
                </a:cxn>
                <a:cxn ang="0">
                  <a:pos x="5554" y="138"/>
                </a:cxn>
                <a:cxn ang="0">
                  <a:pos x="5440" y="210"/>
                </a:cxn>
                <a:cxn ang="0">
                  <a:pos x="5321" y="276"/>
                </a:cxn>
                <a:cxn ang="0">
                  <a:pos x="5068" y="414"/>
                </a:cxn>
                <a:cxn ang="0">
                  <a:pos x="4792" y="552"/>
                </a:cxn>
                <a:cxn ang="0">
                  <a:pos x="4492" y="690"/>
                </a:cxn>
                <a:cxn ang="0">
                  <a:pos x="4175" y="827"/>
                </a:cxn>
                <a:cxn ang="0">
                  <a:pos x="3839" y="959"/>
                </a:cxn>
                <a:cxn ang="0">
                  <a:pos x="3479" y="1091"/>
                </a:cxn>
                <a:cxn ang="0">
                  <a:pos x="3101" y="1223"/>
                </a:cxn>
                <a:cxn ang="0">
                  <a:pos x="2705" y="1355"/>
                </a:cxn>
                <a:cxn ang="0">
                  <a:pos x="2291" y="1481"/>
                </a:cxn>
                <a:cxn ang="0">
                  <a:pos x="1866" y="1601"/>
                </a:cxn>
                <a:cxn ang="0">
                  <a:pos x="1421" y="1721"/>
                </a:cxn>
                <a:cxn ang="0">
                  <a:pos x="960" y="1834"/>
                </a:cxn>
                <a:cxn ang="0">
                  <a:pos x="486" y="1948"/>
                </a:cxn>
                <a:cxn ang="0">
                  <a:pos x="0" y="2056"/>
                </a:cxn>
                <a:cxn ang="0">
                  <a:pos x="0" y="2098"/>
                </a:cxn>
                <a:cxn ang="0">
                  <a:pos x="479" y="1990"/>
                </a:cxn>
                <a:cxn ang="0">
                  <a:pos x="954" y="1882"/>
                </a:cxn>
                <a:cxn ang="0">
                  <a:pos x="1409" y="1763"/>
                </a:cxn>
                <a:cxn ang="0">
                  <a:pos x="1848" y="1649"/>
                </a:cxn>
                <a:cxn ang="0">
                  <a:pos x="2273" y="1523"/>
                </a:cxn>
                <a:cxn ang="0">
                  <a:pos x="2687" y="1397"/>
                </a:cxn>
                <a:cxn ang="0">
                  <a:pos x="3077" y="1271"/>
                </a:cxn>
                <a:cxn ang="0">
                  <a:pos x="3455" y="1139"/>
                </a:cxn>
                <a:cxn ang="0">
                  <a:pos x="3815" y="1007"/>
                </a:cxn>
                <a:cxn ang="0">
                  <a:pos x="4151" y="875"/>
                </a:cxn>
                <a:cxn ang="0">
                  <a:pos x="4474" y="737"/>
                </a:cxn>
                <a:cxn ang="0">
                  <a:pos x="4774" y="600"/>
                </a:cxn>
                <a:cxn ang="0">
                  <a:pos x="5056" y="462"/>
                </a:cxn>
                <a:cxn ang="0">
                  <a:pos x="5309" y="324"/>
                </a:cxn>
                <a:cxn ang="0">
                  <a:pos x="5548" y="186"/>
                </a:cxn>
                <a:cxn ang="0">
                  <a:pos x="5758" y="48"/>
                </a:cxn>
                <a:cxn ang="0">
                  <a:pos x="5758" y="0"/>
                </a:cxn>
                <a:cxn ang="0">
                  <a:pos x="5758" y="0"/>
                </a:cxn>
              </a:cxnLst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未知"/>
            <p:cNvSpPr/>
            <p:nvPr/>
          </p:nvSpPr>
          <p:spPr>
            <a:xfrm>
              <a:off x="0" y="102"/>
              <a:ext cx="1961" cy="1265"/>
            </a:xfrm>
            <a:custGeom>
              <a:avLst/>
              <a:gdLst/>
              <a:ahLst/>
              <a:cxnLst>
                <a:cxn ang="0">
                  <a:pos x="1961" y="485"/>
                </a:cxn>
                <a:cxn ang="0">
                  <a:pos x="1907" y="390"/>
                </a:cxn>
                <a:cxn ang="0">
                  <a:pos x="1775" y="306"/>
                </a:cxn>
                <a:cxn ang="0">
                  <a:pos x="1584" y="228"/>
                </a:cxn>
                <a:cxn ang="0">
                  <a:pos x="1331" y="162"/>
                </a:cxn>
                <a:cxn ang="0">
                  <a:pos x="1013" y="102"/>
                </a:cxn>
                <a:cxn ang="0">
                  <a:pos x="648" y="54"/>
                </a:cxn>
                <a:cxn ang="0">
                  <a:pos x="228" y="18"/>
                </a:cxn>
                <a:cxn ang="0">
                  <a:pos x="0" y="12"/>
                </a:cxn>
                <a:cxn ang="0">
                  <a:pos x="432" y="48"/>
                </a:cxn>
                <a:cxn ang="0">
                  <a:pos x="815" y="90"/>
                </a:cxn>
                <a:cxn ang="0">
                  <a:pos x="1152" y="144"/>
                </a:cxn>
                <a:cxn ang="0">
                  <a:pos x="1427" y="204"/>
                </a:cxn>
                <a:cxn ang="0">
                  <a:pos x="1643" y="276"/>
                </a:cxn>
                <a:cxn ang="0">
                  <a:pos x="1800" y="360"/>
                </a:cxn>
                <a:cxn ang="0">
                  <a:pos x="1889" y="443"/>
                </a:cxn>
                <a:cxn ang="0">
                  <a:pos x="1907" y="539"/>
                </a:cxn>
                <a:cxn ang="0">
                  <a:pos x="1860" y="629"/>
                </a:cxn>
                <a:cxn ang="0">
                  <a:pos x="1751" y="719"/>
                </a:cxn>
                <a:cxn ang="0">
                  <a:pos x="1584" y="809"/>
                </a:cxn>
                <a:cxn ang="0">
                  <a:pos x="1361" y="899"/>
                </a:cxn>
                <a:cxn ang="0">
                  <a:pos x="1091" y="989"/>
                </a:cxn>
                <a:cxn ang="0">
                  <a:pos x="767" y="1073"/>
                </a:cxn>
                <a:cxn ang="0">
                  <a:pos x="408" y="1157"/>
                </a:cxn>
                <a:cxn ang="0">
                  <a:pos x="0" y="1241"/>
                </a:cxn>
                <a:cxn ang="0">
                  <a:pos x="216" y="1223"/>
                </a:cxn>
                <a:cxn ang="0">
                  <a:pos x="612" y="1139"/>
                </a:cxn>
                <a:cxn ang="0">
                  <a:pos x="960" y="1049"/>
                </a:cxn>
                <a:cxn ang="0">
                  <a:pos x="1266" y="959"/>
                </a:cxn>
                <a:cxn ang="0">
                  <a:pos x="1518" y="863"/>
                </a:cxn>
                <a:cxn ang="0">
                  <a:pos x="1721" y="767"/>
                </a:cxn>
                <a:cxn ang="0">
                  <a:pos x="1866" y="677"/>
                </a:cxn>
                <a:cxn ang="0">
                  <a:pos x="1943" y="581"/>
                </a:cxn>
                <a:cxn ang="0">
                  <a:pos x="1961" y="533"/>
                </a:cxn>
              </a:cxnLst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未知"/>
            <p:cNvSpPr/>
            <p:nvPr/>
          </p:nvSpPr>
          <p:spPr>
            <a:xfrm>
              <a:off x="0" y="0"/>
              <a:ext cx="4709" cy="2901"/>
            </a:xfrm>
            <a:custGeom>
              <a:avLst/>
              <a:gdLst/>
              <a:ahLst/>
              <a:cxnLst>
                <a:cxn ang="0">
                  <a:pos x="4709" y="797"/>
                </a:cxn>
                <a:cxn ang="0">
                  <a:pos x="4679" y="665"/>
                </a:cxn>
                <a:cxn ang="0">
                  <a:pos x="4601" y="540"/>
                </a:cxn>
                <a:cxn ang="0">
                  <a:pos x="4480" y="426"/>
                </a:cxn>
                <a:cxn ang="0">
                  <a:pos x="4313" y="312"/>
                </a:cxn>
                <a:cxn ang="0">
                  <a:pos x="4097" y="216"/>
                </a:cxn>
                <a:cxn ang="0">
                  <a:pos x="3845" y="120"/>
                </a:cxn>
                <a:cxn ang="0">
                  <a:pos x="3551" y="36"/>
                </a:cxn>
                <a:cxn ang="0">
                  <a:pos x="3215" y="0"/>
                </a:cxn>
                <a:cxn ang="0">
                  <a:pos x="3551" y="78"/>
                </a:cxn>
                <a:cxn ang="0">
                  <a:pos x="3845" y="162"/>
                </a:cxn>
                <a:cxn ang="0">
                  <a:pos x="4097" y="258"/>
                </a:cxn>
                <a:cxn ang="0">
                  <a:pos x="4301" y="366"/>
                </a:cxn>
                <a:cxn ang="0">
                  <a:pos x="4457" y="480"/>
                </a:cxn>
                <a:cxn ang="0">
                  <a:pos x="4565" y="605"/>
                </a:cxn>
                <a:cxn ang="0">
                  <a:pos x="4625" y="737"/>
                </a:cxn>
                <a:cxn ang="0">
                  <a:pos x="4625" y="875"/>
                </a:cxn>
                <a:cxn ang="0">
                  <a:pos x="4583" y="1001"/>
                </a:cxn>
                <a:cxn ang="0">
                  <a:pos x="4504" y="1127"/>
                </a:cxn>
                <a:cxn ang="0">
                  <a:pos x="4385" y="1259"/>
                </a:cxn>
                <a:cxn ang="0">
                  <a:pos x="4228" y="1385"/>
                </a:cxn>
                <a:cxn ang="0">
                  <a:pos x="4037" y="1517"/>
                </a:cxn>
                <a:cxn ang="0">
                  <a:pos x="3815" y="1648"/>
                </a:cxn>
                <a:cxn ang="0">
                  <a:pos x="3557" y="1774"/>
                </a:cxn>
                <a:cxn ang="0">
                  <a:pos x="3269" y="1906"/>
                </a:cxn>
                <a:cxn ang="0">
                  <a:pos x="2951" y="2032"/>
                </a:cxn>
                <a:cxn ang="0">
                  <a:pos x="2603" y="2164"/>
                </a:cxn>
                <a:cxn ang="0">
                  <a:pos x="2231" y="2284"/>
                </a:cxn>
                <a:cxn ang="0">
                  <a:pos x="1830" y="2410"/>
                </a:cxn>
                <a:cxn ang="0">
                  <a:pos x="1403" y="2530"/>
                </a:cxn>
                <a:cxn ang="0">
                  <a:pos x="486" y="2757"/>
                </a:cxn>
                <a:cxn ang="0">
                  <a:pos x="0" y="2901"/>
                </a:cxn>
                <a:cxn ang="0">
                  <a:pos x="972" y="2674"/>
                </a:cxn>
                <a:cxn ang="0">
                  <a:pos x="1643" y="2494"/>
                </a:cxn>
                <a:cxn ang="0">
                  <a:pos x="2064" y="2374"/>
                </a:cxn>
                <a:cxn ang="0">
                  <a:pos x="2459" y="2248"/>
                </a:cxn>
                <a:cxn ang="0">
                  <a:pos x="2825" y="2116"/>
                </a:cxn>
                <a:cxn ang="0">
                  <a:pos x="3161" y="1984"/>
                </a:cxn>
                <a:cxn ang="0">
                  <a:pos x="3473" y="1858"/>
                </a:cxn>
                <a:cxn ang="0">
                  <a:pos x="3749" y="1720"/>
                </a:cxn>
                <a:cxn ang="0">
                  <a:pos x="3995" y="1589"/>
                </a:cxn>
                <a:cxn ang="0">
                  <a:pos x="4204" y="1457"/>
                </a:cxn>
                <a:cxn ang="0">
                  <a:pos x="4385" y="1325"/>
                </a:cxn>
                <a:cxn ang="0">
                  <a:pos x="4522" y="1193"/>
                </a:cxn>
                <a:cxn ang="0">
                  <a:pos x="4625" y="1061"/>
                </a:cxn>
                <a:cxn ang="0">
                  <a:pos x="4685" y="935"/>
                </a:cxn>
                <a:cxn ang="0">
                  <a:pos x="4703" y="869"/>
                </a:cxn>
              </a:cxnLst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未知"/>
            <p:cNvSpPr/>
            <p:nvPr/>
          </p:nvSpPr>
          <p:spPr>
            <a:xfrm>
              <a:off x="0" y="0"/>
              <a:ext cx="3773" cy="2356"/>
            </a:xfrm>
            <a:custGeom>
              <a:avLst/>
              <a:gdLst/>
              <a:ahLst/>
              <a:cxnLst>
                <a:cxn ang="0">
                  <a:pos x="3773" y="719"/>
                </a:cxn>
                <a:cxn ang="0">
                  <a:pos x="3743" y="599"/>
                </a:cxn>
                <a:cxn ang="0">
                  <a:pos x="3665" y="486"/>
                </a:cxn>
                <a:cxn ang="0">
                  <a:pos x="3533" y="378"/>
                </a:cxn>
                <a:cxn ang="0">
                  <a:pos x="3359" y="282"/>
                </a:cxn>
                <a:cxn ang="0">
                  <a:pos x="3137" y="192"/>
                </a:cxn>
                <a:cxn ang="0">
                  <a:pos x="2873" y="108"/>
                </a:cxn>
                <a:cxn ang="0">
                  <a:pos x="2567" y="36"/>
                </a:cxn>
                <a:cxn ang="0">
                  <a:pos x="2237" y="0"/>
                </a:cxn>
                <a:cxn ang="0">
                  <a:pos x="2585" y="72"/>
                </a:cxn>
                <a:cxn ang="0">
                  <a:pos x="2885" y="150"/>
                </a:cxn>
                <a:cxn ang="0">
                  <a:pos x="3149" y="234"/>
                </a:cxn>
                <a:cxn ang="0">
                  <a:pos x="3359" y="330"/>
                </a:cxn>
                <a:cxn ang="0">
                  <a:pos x="3527" y="432"/>
                </a:cxn>
                <a:cxn ang="0">
                  <a:pos x="3635" y="545"/>
                </a:cxn>
                <a:cxn ang="0">
                  <a:pos x="3695" y="665"/>
                </a:cxn>
                <a:cxn ang="0">
                  <a:pos x="3701" y="791"/>
                </a:cxn>
                <a:cxn ang="0">
                  <a:pos x="3665" y="887"/>
                </a:cxn>
                <a:cxn ang="0">
                  <a:pos x="3604" y="989"/>
                </a:cxn>
                <a:cxn ang="0">
                  <a:pos x="3509" y="1091"/>
                </a:cxn>
                <a:cxn ang="0">
                  <a:pos x="3383" y="1187"/>
                </a:cxn>
                <a:cxn ang="0">
                  <a:pos x="3233" y="1289"/>
                </a:cxn>
                <a:cxn ang="0">
                  <a:pos x="3053" y="1391"/>
                </a:cxn>
                <a:cxn ang="0">
                  <a:pos x="2843" y="1493"/>
                </a:cxn>
                <a:cxn ang="0">
                  <a:pos x="2615" y="1589"/>
                </a:cxn>
                <a:cxn ang="0">
                  <a:pos x="2082" y="1786"/>
                </a:cxn>
                <a:cxn ang="0">
                  <a:pos x="1464" y="1972"/>
                </a:cxn>
                <a:cxn ang="0">
                  <a:pos x="767" y="2158"/>
                </a:cxn>
                <a:cxn ang="0">
                  <a:pos x="0" y="2326"/>
                </a:cxn>
                <a:cxn ang="0">
                  <a:pos x="402" y="2272"/>
                </a:cxn>
                <a:cxn ang="0">
                  <a:pos x="1146" y="2092"/>
                </a:cxn>
                <a:cxn ang="0">
                  <a:pos x="1818" y="1900"/>
                </a:cxn>
                <a:cxn ang="0">
                  <a:pos x="2400" y="1702"/>
                </a:cxn>
                <a:cxn ang="0">
                  <a:pos x="2657" y="1607"/>
                </a:cxn>
                <a:cxn ang="0">
                  <a:pos x="2891" y="1505"/>
                </a:cxn>
                <a:cxn ang="0">
                  <a:pos x="3101" y="1403"/>
                </a:cxn>
                <a:cxn ang="0">
                  <a:pos x="3287" y="1301"/>
                </a:cxn>
                <a:cxn ang="0">
                  <a:pos x="3443" y="1193"/>
                </a:cxn>
                <a:cxn ang="0">
                  <a:pos x="3569" y="1091"/>
                </a:cxn>
                <a:cxn ang="0">
                  <a:pos x="3665" y="989"/>
                </a:cxn>
                <a:cxn ang="0">
                  <a:pos x="3731" y="887"/>
                </a:cxn>
                <a:cxn ang="0">
                  <a:pos x="3767" y="785"/>
                </a:cxn>
              </a:cxnLst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未知"/>
            <p:cNvSpPr/>
            <p:nvPr/>
          </p:nvSpPr>
          <p:spPr>
            <a:xfrm>
              <a:off x="0" y="0"/>
              <a:ext cx="2933" cy="1846"/>
            </a:xfrm>
            <a:custGeom>
              <a:avLst/>
              <a:gdLst/>
              <a:ahLst/>
              <a:cxnLst>
                <a:cxn ang="0">
                  <a:pos x="2933" y="647"/>
                </a:cxn>
                <a:cxn ang="0">
                  <a:pos x="2885" y="528"/>
                </a:cxn>
                <a:cxn ang="0">
                  <a:pos x="2758" y="414"/>
                </a:cxn>
                <a:cxn ang="0">
                  <a:pos x="2567" y="318"/>
                </a:cxn>
                <a:cxn ang="0">
                  <a:pos x="2309" y="228"/>
                </a:cxn>
                <a:cxn ang="0">
                  <a:pos x="1991" y="150"/>
                </a:cxn>
                <a:cxn ang="0">
                  <a:pos x="1613" y="78"/>
                </a:cxn>
                <a:cxn ang="0">
                  <a:pos x="1182" y="24"/>
                </a:cxn>
                <a:cxn ang="0">
                  <a:pos x="696" y="0"/>
                </a:cxn>
                <a:cxn ang="0">
                  <a:pos x="1194" y="48"/>
                </a:cxn>
                <a:cxn ang="0">
                  <a:pos x="1631" y="108"/>
                </a:cxn>
                <a:cxn ang="0">
                  <a:pos x="2015" y="180"/>
                </a:cxn>
                <a:cxn ang="0">
                  <a:pos x="2333" y="264"/>
                </a:cxn>
                <a:cxn ang="0">
                  <a:pos x="2579" y="360"/>
                </a:cxn>
                <a:cxn ang="0">
                  <a:pos x="2758" y="468"/>
                </a:cxn>
                <a:cxn ang="0">
                  <a:pos x="2855" y="587"/>
                </a:cxn>
                <a:cxn ang="0">
                  <a:pos x="2873" y="713"/>
                </a:cxn>
                <a:cxn ang="0">
                  <a:pos x="2849" y="785"/>
                </a:cxn>
                <a:cxn ang="0">
                  <a:pos x="2801" y="857"/>
                </a:cxn>
                <a:cxn ang="0">
                  <a:pos x="2633" y="1001"/>
                </a:cxn>
                <a:cxn ang="0">
                  <a:pos x="2375" y="1145"/>
                </a:cxn>
                <a:cxn ang="0">
                  <a:pos x="2039" y="1289"/>
                </a:cxn>
                <a:cxn ang="0">
                  <a:pos x="1631" y="1433"/>
                </a:cxn>
                <a:cxn ang="0">
                  <a:pos x="1146" y="1571"/>
                </a:cxn>
                <a:cxn ang="0">
                  <a:pos x="606" y="1702"/>
                </a:cxn>
                <a:cxn ang="0">
                  <a:pos x="0" y="1828"/>
                </a:cxn>
                <a:cxn ang="0">
                  <a:pos x="312" y="1780"/>
                </a:cxn>
                <a:cxn ang="0">
                  <a:pos x="900" y="1648"/>
                </a:cxn>
                <a:cxn ang="0">
                  <a:pos x="1421" y="1511"/>
                </a:cxn>
                <a:cxn ang="0">
                  <a:pos x="1877" y="1367"/>
                </a:cxn>
                <a:cxn ang="0">
                  <a:pos x="2261" y="1223"/>
                </a:cxn>
                <a:cxn ang="0">
                  <a:pos x="2567" y="1079"/>
                </a:cxn>
                <a:cxn ang="0">
                  <a:pos x="2783" y="929"/>
                </a:cxn>
                <a:cxn ang="0">
                  <a:pos x="2885" y="815"/>
                </a:cxn>
                <a:cxn ang="0">
                  <a:pos x="2921" y="743"/>
                </a:cxn>
                <a:cxn ang="0">
                  <a:pos x="2933" y="707"/>
                </a:cxn>
              </a:cxnLst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未知"/>
            <p:cNvSpPr/>
            <p:nvPr/>
          </p:nvSpPr>
          <p:spPr>
            <a:xfrm>
              <a:off x="114" y="2847"/>
              <a:ext cx="1493" cy="204"/>
            </a:xfrm>
            <a:custGeom>
              <a:avLst/>
              <a:gdLst/>
              <a:ahLst/>
              <a:cxnLst>
                <a:cxn ang="0">
                  <a:pos x="1404" y="204"/>
                </a:cxn>
                <a:cxn ang="0">
                  <a:pos x="0" y="18"/>
                </a:cxn>
                <a:cxn ang="0">
                  <a:pos x="77" y="0"/>
                </a:cxn>
                <a:cxn ang="0">
                  <a:pos x="1493" y="186"/>
                </a:cxn>
                <a:cxn ang="0">
                  <a:pos x="1404" y="204"/>
                </a:cxn>
                <a:cxn ang="0">
                  <a:pos x="1404" y="204"/>
                </a:cxn>
              </a:cxnLst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1" name="Rectangle 14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2" name="Group 15"/>
            <p:cNvGrpSpPr/>
            <p:nvPr/>
          </p:nvGrpSpPr>
          <p:grpSpPr>
            <a:xfrm>
              <a:off x="192" y="2284"/>
              <a:ext cx="1254" cy="923"/>
              <a:chOff x="0" y="0"/>
              <a:chExt cx="1254" cy="923"/>
            </a:xfrm>
          </p:grpSpPr>
          <p:sp>
            <p:nvSpPr>
              <p:cNvPr id="1043" name="未知"/>
              <p:cNvSpPr/>
              <p:nvPr/>
            </p:nvSpPr>
            <p:spPr>
              <a:xfrm>
                <a:off x="216" y="725"/>
                <a:ext cx="47" cy="6"/>
              </a:xfrm>
              <a:custGeom>
                <a:avLst/>
                <a:gdLst/>
                <a:ahLst/>
                <a:cxnLst>
                  <a:cxn ang="0">
                    <a:pos x="4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7" y="6"/>
                  </a:cxn>
                  <a:cxn ang="0">
                    <a:pos x="47" y="6"/>
                  </a:cxn>
                  <a:cxn ang="0">
                    <a:pos x="47" y="6"/>
                  </a:cxn>
                </a:cxnLst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4" name="未知"/>
              <p:cNvSpPr/>
              <p:nvPr/>
            </p:nvSpPr>
            <p:spPr>
              <a:xfrm>
                <a:off x="720" y="0"/>
                <a:ext cx="324" cy="162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24"/>
                  </a:cxn>
                  <a:cxn ang="0">
                    <a:pos x="12" y="18"/>
                  </a:cxn>
                  <a:cxn ang="0">
                    <a:pos x="48" y="6"/>
                  </a:cxn>
                  <a:cxn ang="0">
                    <a:pos x="101" y="0"/>
                  </a:cxn>
                  <a:cxn ang="0">
                    <a:pos x="137" y="6"/>
                  </a:cxn>
                  <a:cxn ang="0">
                    <a:pos x="174" y="18"/>
                  </a:cxn>
                  <a:cxn ang="0">
                    <a:pos x="240" y="54"/>
                  </a:cxn>
                  <a:cxn ang="0">
                    <a:pos x="288" y="90"/>
                  </a:cxn>
                  <a:cxn ang="0">
                    <a:pos x="318" y="114"/>
                  </a:cxn>
                  <a:cxn ang="0">
                    <a:pos x="324" y="126"/>
                  </a:cxn>
                  <a:cxn ang="0">
                    <a:pos x="324" y="126"/>
                  </a:cxn>
                  <a:cxn ang="0">
                    <a:pos x="222" y="162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5" name="未知"/>
              <p:cNvSpPr>
                <a:spLocks noEditPoints="1"/>
              </p:cNvSpPr>
              <p:nvPr/>
            </p:nvSpPr>
            <p:spPr>
              <a:xfrm>
                <a:off x="0" y="0"/>
                <a:ext cx="1254" cy="923"/>
              </a:xfrm>
              <a:custGeom>
                <a:avLst/>
                <a:gdLst/>
                <a:ahLst/>
                <a:cxnLst>
                  <a:cxn ang="0">
                    <a:pos x="1170" y="641"/>
                  </a:cxn>
                  <a:cxn ang="0">
                    <a:pos x="1170" y="473"/>
                  </a:cxn>
                  <a:cxn ang="0">
                    <a:pos x="1140" y="384"/>
                  </a:cxn>
                  <a:cxn ang="0">
                    <a:pos x="1116" y="288"/>
                  </a:cxn>
                  <a:cxn ang="0">
                    <a:pos x="1056" y="174"/>
                  </a:cxn>
                  <a:cxn ang="0">
                    <a:pos x="984" y="96"/>
                  </a:cxn>
                  <a:cxn ang="0">
                    <a:pos x="966" y="72"/>
                  </a:cxn>
                  <a:cxn ang="0">
                    <a:pos x="894" y="18"/>
                  </a:cxn>
                  <a:cxn ang="0">
                    <a:pos x="822" y="6"/>
                  </a:cxn>
                  <a:cxn ang="0">
                    <a:pos x="714" y="24"/>
                  </a:cxn>
                  <a:cxn ang="0">
                    <a:pos x="666" y="42"/>
                  </a:cxn>
                  <a:cxn ang="0">
                    <a:pos x="570" y="120"/>
                  </a:cxn>
                  <a:cxn ang="0">
                    <a:pos x="534" y="228"/>
                  </a:cxn>
                  <a:cxn ang="0">
                    <a:pos x="511" y="348"/>
                  </a:cxn>
                  <a:cxn ang="0">
                    <a:pos x="432" y="479"/>
                  </a:cxn>
                  <a:cxn ang="0">
                    <a:pos x="414" y="539"/>
                  </a:cxn>
                  <a:cxn ang="0">
                    <a:pos x="354" y="599"/>
                  </a:cxn>
                  <a:cxn ang="0">
                    <a:pos x="306" y="629"/>
                  </a:cxn>
                  <a:cxn ang="0">
                    <a:pos x="294" y="635"/>
                  </a:cxn>
                  <a:cxn ang="0">
                    <a:pos x="258" y="677"/>
                  </a:cxn>
                  <a:cxn ang="0">
                    <a:pos x="150" y="797"/>
                  </a:cxn>
                  <a:cxn ang="0">
                    <a:pos x="54" y="839"/>
                  </a:cxn>
                  <a:cxn ang="0">
                    <a:pos x="156" y="905"/>
                  </a:cxn>
                  <a:cxn ang="0">
                    <a:pos x="241" y="869"/>
                  </a:cxn>
                  <a:cxn ang="0">
                    <a:pos x="642" y="827"/>
                  </a:cxn>
                  <a:cxn ang="0">
                    <a:pos x="702" y="725"/>
                  </a:cxn>
                  <a:cxn ang="0">
                    <a:pos x="696" y="611"/>
                  </a:cxn>
                  <a:cxn ang="0">
                    <a:pos x="780" y="551"/>
                  </a:cxn>
                  <a:cxn ang="0">
                    <a:pos x="882" y="449"/>
                  </a:cxn>
                  <a:cxn ang="0">
                    <a:pos x="912" y="414"/>
                  </a:cxn>
                  <a:cxn ang="0">
                    <a:pos x="978" y="318"/>
                  </a:cxn>
                  <a:cxn ang="0">
                    <a:pos x="1026" y="336"/>
                  </a:cxn>
                  <a:cxn ang="0">
                    <a:pos x="1122" y="617"/>
                  </a:cxn>
                  <a:cxn ang="0">
                    <a:pos x="1116" y="689"/>
                  </a:cxn>
                  <a:cxn ang="0">
                    <a:pos x="1152" y="749"/>
                  </a:cxn>
                  <a:cxn ang="0">
                    <a:pos x="1206" y="713"/>
                  </a:cxn>
                  <a:cxn ang="0">
                    <a:pos x="1242" y="749"/>
                  </a:cxn>
                  <a:cxn ang="0">
                    <a:pos x="1254" y="743"/>
                  </a:cxn>
                  <a:cxn ang="0">
                    <a:pos x="696" y="264"/>
                  </a:cxn>
                  <a:cxn ang="0">
                    <a:pos x="787" y="372"/>
                  </a:cxn>
                  <a:cxn ang="0">
                    <a:pos x="768" y="443"/>
                  </a:cxn>
                  <a:cxn ang="0">
                    <a:pos x="708" y="515"/>
                  </a:cxn>
                  <a:cxn ang="0">
                    <a:pos x="660" y="569"/>
                  </a:cxn>
                  <a:cxn ang="0">
                    <a:pos x="618" y="593"/>
                  </a:cxn>
                  <a:cxn ang="0">
                    <a:pos x="576" y="617"/>
                  </a:cxn>
                  <a:cxn ang="0">
                    <a:pos x="564" y="707"/>
                  </a:cxn>
                  <a:cxn ang="0">
                    <a:pos x="354" y="755"/>
                  </a:cxn>
                  <a:cxn ang="0">
                    <a:pos x="390" y="641"/>
                  </a:cxn>
                  <a:cxn ang="0">
                    <a:pos x="426" y="647"/>
                  </a:cxn>
                  <a:cxn ang="0">
                    <a:pos x="444" y="617"/>
                  </a:cxn>
                  <a:cxn ang="0">
                    <a:pos x="570" y="515"/>
                  </a:cxn>
                  <a:cxn ang="0">
                    <a:pos x="618" y="473"/>
                  </a:cxn>
                  <a:cxn ang="0">
                    <a:pos x="642" y="396"/>
                  </a:cxn>
                  <a:cxn ang="0">
                    <a:pos x="642" y="378"/>
                  </a:cxn>
                  <a:cxn ang="0">
                    <a:pos x="666" y="270"/>
                  </a:cxn>
                  <a:cxn ang="0">
                    <a:pos x="684" y="192"/>
                  </a:cxn>
                  <a:cxn ang="0">
                    <a:pos x="696" y="264"/>
                  </a:cxn>
                  <a:cxn ang="0">
                    <a:pos x="534" y="455"/>
                  </a:cxn>
                  <a:cxn ang="0">
                    <a:pos x="636" y="803"/>
                  </a:cxn>
                </a:cxnLst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6" name="未知"/>
              <p:cNvSpPr/>
              <p:nvPr/>
            </p:nvSpPr>
            <p:spPr>
              <a:xfrm>
                <a:off x="492" y="425"/>
                <a:ext cx="47" cy="7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18" y="60"/>
                  </a:cxn>
                  <a:cxn ang="0">
                    <a:pos x="24" y="54"/>
                  </a:cxn>
                  <a:cxn ang="0">
                    <a:pos x="47" y="0"/>
                  </a:cxn>
                  <a:cxn ang="0">
                    <a:pos x="0" y="78"/>
                  </a:cxn>
                  <a:cxn ang="0">
                    <a:pos x="12" y="72"/>
                  </a:cxn>
                  <a:cxn ang="0">
                    <a:pos x="12" y="72"/>
                  </a:cxn>
                </a:cxnLst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7" name="未知"/>
              <p:cNvSpPr/>
              <p:nvPr/>
            </p:nvSpPr>
            <p:spPr>
              <a:xfrm>
                <a:off x="1092" y="288"/>
                <a:ext cx="149" cy="419"/>
              </a:xfrm>
              <a:custGeom>
                <a:avLst/>
                <a:gdLst/>
                <a:ahLst/>
                <a:cxnLst>
                  <a:cxn ang="0">
                    <a:pos x="29" y="96"/>
                  </a:cxn>
                  <a:cxn ang="0">
                    <a:pos x="41" y="126"/>
                  </a:cxn>
                  <a:cxn ang="0">
                    <a:pos x="29" y="161"/>
                  </a:cxn>
                  <a:cxn ang="0">
                    <a:pos x="47" y="149"/>
                  </a:cxn>
                  <a:cxn ang="0">
                    <a:pos x="53" y="347"/>
                  </a:cxn>
                  <a:cxn ang="0">
                    <a:pos x="65" y="371"/>
                  </a:cxn>
                  <a:cxn ang="0">
                    <a:pos x="65" y="377"/>
                  </a:cxn>
                  <a:cxn ang="0">
                    <a:pos x="65" y="389"/>
                  </a:cxn>
                  <a:cxn ang="0">
                    <a:pos x="77" y="395"/>
                  </a:cxn>
                  <a:cxn ang="0">
                    <a:pos x="101" y="407"/>
                  </a:cxn>
                  <a:cxn ang="0">
                    <a:pos x="125" y="413"/>
                  </a:cxn>
                  <a:cxn ang="0">
                    <a:pos x="149" y="419"/>
                  </a:cxn>
                  <a:cxn ang="0">
                    <a:pos x="125" y="395"/>
                  </a:cxn>
                  <a:cxn ang="0">
                    <a:pos x="77" y="365"/>
                  </a:cxn>
                  <a:cxn ang="0">
                    <a:pos x="77" y="365"/>
                  </a:cxn>
                  <a:cxn ang="0">
                    <a:pos x="77" y="353"/>
                  </a:cxn>
                  <a:cxn ang="0">
                    <a:pos x="83" y="329"/>
                  </a:cxn>
                  <a:cxn ang="0">
                    <a:pos x="83" y="293"/>
                  </a:cxn>
                  <a:cxn ang="0">
                    <a:pos x="83" y="257"/>
                  </a:cxn>
                  <a:cxn ang="0">
                    <a:pos x="83" y="221"/>
                  </a:cxn>
                  <a:cxn ang="0">
                    <a:pos x="77" y="185"/>
                  </a:cxn>
                  <a:cxn ang="0">
                    <a:pos x="65" y="155"/>
                  </a:cxn>
                  <a:cxn ang="0">
                    <a:pos x="59" y="143"/>
                  </a:cxn>
                  <a:cxn ang="0">
                    <a:pos x="53" y="137"/>
                  </a:cxn>
                  <a:cxn ang="0">
                    <a:pos x="53" y="120"/>
                  </a:cxn>
                  <a:cxn ang="0">
                    <a:pos x="53" y="108"/>
                  </a:cxn>
                  <a:cxn ang="0">
                    <a:pos x="47" y="90"/>
                  </a:cxn>
                  <a:cxn ang="0">
                    <a:pos x="35" y="54"/>
                  </a:cxn>
                  <a:cxn ang="0">
                    <a:pos x="23" y="18"/>
                  </a:cxn>
                  <a:cxn ang="0">
                    <a:pos x="17" y="6"/>
                  </a:cxn>
                  <a:cxn ang="0">
                    <a:pos x="17" y="0"/>
                  </a:cxn>
                  <a:cxn ang="0">
                    <a:pos x="0" y="6"/>
                  </a:cxn>
                  <a:cxn ang="0">
                    <a:pos x="6" y="114"/>
                  </a:cxn>
                  <a:cxn ang="0">
                    <a:pos x="29" y="96"/>
                  </a:cxn>
                  <a:cxn ang="0">
                    <a:pos x="29" y="96"/>
                  </a:cxn>
                </a:cxnLst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8" name="未知"/>
              <p:cNvSpPr/>
              <p:nvPr/>
            </p:nvSpPr>
            <p:spPr>
              <a:xfrm>
                <a:off x="948" y="150"/>
                <a:ext cx="167" cy="138"/>
              </a:xfrm>
              <a:custGeom>
                <a:avLst/>
                <a:gdLst/>
                <a:ahLst/>
                <a:cxnLst>
                  <a:cxn ang="0">
                    <a:pos x="102" y="18"/>
                  </a:cxn>
                  <a:cxn ang="0">
                    <a:pos x="96" y="12"/>
                  </a:cxn>
                  <a:cxn ang="0">
                    <a:pos x="90" y="0"/>
                  </a:cxn>
                  <a:cxn ang="0">
                    <a:pos x="78" y="0"/>
                  </a:cxn>
                  <a:cxn ang="0">
                    <a:pos x="66" y="0"/>
                  </a:cxn>
                  <a:cxn ang="0">
                    <a:pos x="60" y="0"/>
                  </a:cxn>
                  <a:cxn ang="0">
                    <a:pos x="48" y="6"/>
                  </a:cxn>
                  <a:cxn ang="0">
                    <a:pos x="36" y="12"/>
                  </a:cxn>
                  <a:cxn ang="0">
                    <a:pos x="30" y="12"/>
                  </a:cxn>
                  <a:cxn ang="0">
                    <a:pos x="24" y="24"/>
                  </a:cxn>
                  <a:cxn ang="0">
                    <a:pos x="18" y="42"/>
                  </a:cxn>
                  <a:cxn ang="0">
                    <a:pos x="6" y="66"/>
                  </a:cxn>
                  <a:cxn ang="0">
                    <a:pos x="0" y="72"/>
                  </a:cxn>
                  <a:cxn ang="0">
                    <a:pos x="42" y="30"/>
                  </a:cxn>
                  <a:cxn ang="0">
                    <a:pos x="30" y="66"/>
                  </a:cxn>
                  <a:cxn ang="0">
                    <a:pos x="96" y="36"/>
                  </a:cxn>
                  <a:cxn ang="0">
                    <a:pos x="120" y="78"/>
                  </a:cxn>
                  <a:cxn ang="0">
                    <a:pos x="120" y="54"/>
                  </a:cxn>
                  <a:cxn ang="0">
                    <a:pos x="167" y="138"/>
                  </a:cxn>
                  <a:cxn ang="0">
                    <a:pos x="167" y="120"/>
                  </a:cxn>
                  <a:cxn ang="0">
                    <a:pos x="161" y="102"/>
                  </a:cxn>
                  <a:cxn ang="0">
                    <a:pos x="138" y="60"/>
                  </a:cxn>
                  <a:cxn ang="0">
                    <a:pos x="114" y="30"/>
                  </a:cxn>
                  <a:cxn ang="0">
                    <a:pos x="108" y="24"/>
                  </a:cxn>
                  <a:cxn ang="0">
                    <a:pos x="102" y="18"/>
                  </a:cxn>
                  <a:cxn ang="0">
                    <a:pos x="102" y="18"/>
                  </a:cxn>
                </a:cxnLst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9" name="未知"/>
              <p:cNvSpPr/>
              <p:nvPr/>
            </p:nvSpPr>
            <p:spPr>
              <a:xfrm>
                <a:off x="756" y="30"/>
                <a:ext cx="113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24" y="6"/>
                  </a:cxn>
                  <a:cxn ang="0">
                    <a:pos x="48" y="18"/>
                  </a:cxn>
                  <a:cxn ang="0">
                    <a:pos x="71" y="36"/>
                  </a:cxn>
                  <a:cxn ang="0">
                    <a:pos x="83" y="48"/>
                  </a:cxn>
                  <a:cxn ang="0">
                    <a:pos x="95" y="66"/>
                  </a:cxn>
                  <a:cxn ang="0">
                    <a:pos x="107" y="90"/>
                  </a:cxn>
                  <a:cxn ang="0">
                    <a:pos x="113" y="114"/>
                  </a:cxn>
                  <a:cxn ang="0">
                    <a:pos x="83" y="66"/>
                  </a:cxn>
                  <a:cxn ang="0">
                    <a:pos x="60" y="78"/>
                  </a:cxn>
                  <a:cxn ang="0">
                    <a:pos x="71" y="54"/>
                  </a:cxn>
                  <a:cxn ang="0">
                    <a:pos x="12" y="78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4" y="30"/>
                  </a:cxn>
                  <a:cxn ang="0">
                    <a:pos x="36" y="1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未知"/>
              <p:cNvSpPr/>
              <p:nvPr/>
            </p:nvSpPr>
            <p:spPr>
              <a:xfrm>
                <a:off x="930" y="294"/>
                <a:ext cx="66" cy="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42" y="18"/>
                  </a:cxn>
                  <a:cxn ang="0">
                    <a:pos x="36" y="6"/>
                  </a:cxn>
                  <a:cxn ang="0">
                    <a:pos x="24" y="30"/>
                  </a:cxn>
                  <a:cxn ang="0">
                    <a:pos x="18" y="36"/>
                  </a:cxn>
                  <a:cxn ang="0">
                    <a:pos x="6" y="48"/>
                  </a:cxn>
                  <a:cxn ang="0">
                    <a:pos x="0" y="60"/>
                  </a:cxn>
                  <a:cxn ang="0">
                    <a:pos x="12" y="54"/>
                  </a:cxn>
                  <a:cxn ang="0">
                    <a:pos x="30" y="36"/>
                  </a:cxn>
                  <a:cxn ang="0">
                    <a:pos x="54" y="18"/>
                  </a:cxn>
                  <a:cxn ang="0">
                    <a:pos x="66" y="6"/>
                  </a:cxn>
                  <a:cxn ang="0">
                    <a:pos x="54" y="0"/>
                  </a:cxn>
                  <a:cxn ang="0">
                    <a:pos x="54" y="0"/>
                  </a:cxn>
                </a:cxnLst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未知"/>
              <p:cNvSpPr/>
              <p:nvPr/>
            </p:nvSpPr>
            <p:spPr>
              <a:xfrm>
                <a:off x="750" y="390"/>
                <a:ext cx="161" cy="179"/>
              </a:xfrm>
              <a:custGeom>
                <a:avLst/>
                <a:gdLst/>
                <a:ahLst/>
                <a:cxnLst>
                  <a:cxn ang="0">
                    <a:pos x="131" y="53"/>
                  </a:cxn>
                  <a:cxn ang="0">
                    <a:pos x="137" y="53"/>
                  </a:cxn>
                  <a:cxn ang="0">
                    <a:pos x="143" y="41"/>
                  </a:cxn>
                  <a:cxn ang="0">
                    <a:pos x="155" y="35"/>
                  </a:cxn>
                  <a:cxn ang="0">
                    <a:pos x="161" y="24"/>
                  </a:cxn>
                  <a:cxn ang="0">
                    <a:pos x="161" y="12"/>
                  </a:cxn>
                  <a:cxn ang="0">
                    <a:pos x="161" y="0"/>
                  </a:cxn>
                  <a:cxn ang="0">
                    <a:pos x="149" y="24"/>
                  </a:cxn>
                  <a:cxn ang="0">
                    <a:pos x="143" y="35"/>
                  </a:cxn>
                  <a:cxn ang="0">
                    <a:pos x="131" y="35"/>
                  </a:cxn>
                  <a:cxn ang="0">
                    <a:pos x="119" y="41"/>
                  </a:cxn>
                  <a:cxn ang="0">
                    <a:pos x="125" y="53"/>
                  </a:cxn>
                  <a:cxn ang="0">
                    <a:pos x="95" y="95"/>
                  </a:cxn>
                  <a:cxn ang="0">
                    <a:pos x="0" y="137"/>
                  </a:cxn>
                  <a:cxn ang="0">
                    <a:pos x="60" y="119"/>
                  </a:cxn>
                  <a:cxn ang="0">
                    <a:pos x="54" y="125"/>
                  </a:cxn>
                  <a:cxn ang="0">
                    <a:pos x="48" y="131"/>
                  </a:cxn>
                  <a:cxn ang="0">
                    <a:pos x="24" y="155"/>
                  </a:cxn>
                  <a:cxn ang="0">
                    <a:pos x="12" y="167"/>
                  </a:cxn>
                  <a:cxn ang="0">
                    <a:pos x="0" y="173"/>
                  </a:cxn>
                  <a:cxn ang="0">
                    <a:pos x="0" y="179"/>
                  </a:cxn>
                  <a:cxn ang="0">
                    <a:pos x="6" y="173"/>
                  </a:cxn>
                  <a:cxn ang="0">
                    <a:pos x="30" y="155"/>
                  </a:cxn>
                  <a:cxn ang="0">
                    <a:pos x="48" y="143"/>
                  </a:cxn>
                  <a:cxn ang="0">
                    <a:pos x="71" y="125"/>
                  </a:cxn>
                  <a:cxn ang="0">
                    <a:pos x="95" y="107"/>
                  </a:cxn>
                  <a:cxn ang="0">
                    <a:pos x="119" y="77"/>
                  </a:cxn>
                  <a:cxn ang="0">
                    <a:pos x="131" y="59"/>
                  </a:cxn>
                  <a:cxn ang="0">
                    <a:pos x="131" y="53"/>
                  </a:cxn>
                  <a:cxn ang="0">
                    <a:pos x="131" y="53"/>
                  </a:cxn>
                </a:cxnLst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2" name="未知"/>
              <p:cNvSpPr/>
              <p:nvPr/>
            </p:nvSpPr>
            <p:spPr>
              <a:xfrm>
                <a:off x="545" y="479"/>
                <a:ext cx="73" cy="54"/>
              </a:xfrm>
              <a:custGeom>
                <a:avLst/>
                <a:gdLst/>
                <a:ahLst/>
                <a:cxnLst>
                  <a:cxn ang="0">
                    <a:pos x="24" y="36"/>
                  </a:cxn>
                  <a:cxn ang="0">
                    <a:pos x="49" y="24"/>
                  </a:cxn>
                  <a:cxn ang="0">
                    <a:pos x="61" y="12"/>
                  </a:cxn>
                  <a:cxn ang="0">
                    <a:pos x="67" y="6"/>
                  </a:cxn>
                  <a:cxn ang="0">
                    <a:pos x="73" y="0"/>
                  </a:cxn>
                  <a:cxn ang="0">
                    <a:pos x="43" y="18"/>
                  </a:cxn>
                  <a:cxn ang="0">
                    <a:pos x="30" y="24"/>
                  </a:cxn>
                  <a:cxn ang="0">
                    <a:pos x="24" y="24"/>
                  </a:cxn>
                  <a:cxn ang="0">
                    <a:pos x="18" y="18"/>
                  </a:cxn>
                  <a:cxn ang="0">
                    <a:pos x="12" y="12"/>
                  </a:cxn>
                  <a:cxn ang="0">
                    <a:pos x="0" y="54"/>
                  </a:cxn>
                  <a:cxn ang="0">
                    <a:pos x="12" y="42"/>
                  </a:cxn>
                  <a:cxn ang="0">
                    <a:pos x="24" y="36"/>
                  </a:cxn>
                  <a:cxn ang="0">
                    <a:pos x="24" y="36"/>
                  </a:cxn>
                </a:cxnLst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3" name="未知"/>
              <p:cNvSpPr/>
              <p:nvPr/>
            </p:nvSpPr>
            <p:spPr>
              <a:xfrm>
                <a:off x="432" y="605"/>
                <a:ext cx="12" cy="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6" y="54"/>
                  </a:cxn>
                  <a:cxn ang="0">
                    <a:pos x="12" y="36"/>
                  </a:cxn>
                  <a:cxn ang="0">
                    <a:pos x="12" y="18"/>
                  </a:cxn>
                  <a:cxn ang="0">
                    <a:pos x="12" y="6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4" name="未知"/>
              <p:cNvSpPr/>
              <p:nvPr/>
            </p:nvSpPr>
            <p:spPr>
              <a:xfrm>
                <a:off x="300" y="737"/>
                <a:ext cx="48" cy="72"/>
              </a:xfrm>
              <a:custGeom>
                <a:avLst/>
                <a:gdLst/>
                <a:ahLst/>
                <a:cxnLst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6" y="0"/>
                  </a:cxn>
                  <a:cxn ang="0">
                    <a:pos x="42" y="12"/>
                  </a:cxn>
                  <a:cxn ang="0">
                    <a:pos x="42" y="12"/>
                  </a:cxn>
                  <a:cxn ang="0">
                    <a:pos x="0" y="72"/>
                  </a:cxn>
                  <a:cxn ang="0">
                    <a:pos x="18" y="54"/>
                  </a:cxn>
                  <a:cxn ang="0">
                    <a:pos x="18" y="6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</a:cxnLst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5" name="未知"/>
              <p:cNvSpPr/>
              <p:nvPr/>
            </p:nvSpPr>
            <p:spPr>
              <a:xfrm>
                <a:off x="245" y="743"/>
                <a:ext cx="288" cy="84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84"/>
                  </a:cxn>
                  <a:cxn ang="0">
                    <a:pos x="169" y="36"/>
                  </a:cxn>
                  <a:cxn ang="0">
                    <a:pos x="114" y="60"/>
                  </a:cxn>
                  <a:cxn ang="0">
                    <a:pos x="277" y="18"/>
                  </a:cxn>
                  <a:cxn ang="0">
                    <a:pos x="288" y="0"/>
                  </a:cxn>
                  <a:cxn ang="0">
                    <a:pos x="288" y="0"/>
                  </a:cxn>
                </a:cxnLst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6" name="未知"/>
              <p:cNvSpPr/>
              <p:nvPr/>
            </p:nvSpPr>
            <p:spPr>
              <a:xfrm>
                <a:off x="636" y="719"/>
                <a:ext cx="66" cy="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6" y="6"/>
                  </a:cxn>
                  <a:cxn ang="0">
                    <a:pos x="0" y="84"/>
                  </a:cxn>
                  <a:cxn ang="0">
                    <a:pos x="54" y="24"/>
                  </a:cxn>
                  <a:cxn ang="0">
                    <a:pos x="6" y="108"/>
                  </a:cxn>
                  <a:cxn ang="0">
                    <a:pos x="66" y="6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7" name="未知"/>
              <p:cNvSpPr/>
              <p:nvPr/>
            </p:nvSpPr>
            <p:spPr>
              <a:xfrm>
                <a:off x="174" y="827"/>
                <a:ext cx="77" cy="42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0"/>
                  </a:cxn>
                  <a:cxn ang="0">
                    <a:pos x="60" y="6"/>
                  </a:cxn>
                  <a:cxn ang="0">
                    <a:pos x="48" y="6"/>
                  </a:cxn>
                  <a:cxn ang="0">
                    <a:pos x="42" y="6"/>
                  </a:cxn>
                  <a:cxn ang="0">
                    <a:pos x="60" y="6"/>
                  </a:cxn>
                  <a:cxn ang="0">
                    <a:pos x="0" y="24"/>
                  </a:cxn>
                  <a:cxn ang="0">
                    <a:pos x="71" y="6"/>
                  </a:cxn>
                  <a:cxn ang="0">
                    <a:pos x="66" y="42"/>
                  </a:cxn>
                  <a:cxn ang="0">
                    <a:pos x="77" y="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8" name="未知"/>
              <p:cNvSpPr/>
              <p:nvPr/>
            </p:nvSpPr>
            <p:spPr>
              <a:xfrm>
                <a:off x="306" y="881"/>
                <a:ext cx="66" cy="30"/>
              </a:xfrm>
              <a:custGeom>
                <a:avLst/>
                <a:gdLst/>
                <a:ahLst/>
                <a:cxnLst>
                  <a:cxn ang="0">
                    <a:pos x="66" y="6"/>
                  </a:cxn>
                  <a:cxn ang="0">
                    <a:pos x="0" y="0"/>
                  </a:cxn>
                  <a:cxn ang="0">
                    <a:pos x="54" y="6"/>
                  </a:cxn>
                  <a:cxn ang="0">
                    <a:pos x="18" y="18"/>
                  </a:cxn>
                  <a:cxn ang="0">
                    <a:pos x="60" y="12"/>
                  </a:cxn>
                  <a:cxn ang="0">
                    <a:pos x="60" y="30"/>
                  </a:cxn>
                  <a:cxn ang="0">
                    <a:pos x="60" y="30"/>
                  </a:cxn>
                  <a:cxn ang="0">
                    <a:pos x="66" y="6"/>
                  </a:cxn>
                  <a:cxn ang="0">
                    <a:pos x="66" y="6"/>
                  </a:cxn>
                </a:cxnLst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9" name="未知"/>
              <p:cNvSpPr/>
              <p:nvPr/>
            </p:nvSpPr>
            <p:spPr>
              <a:xfrm>
                <a:off x="648" y="635"/>
                <a:ext cx="18" cy="6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24"/>
                  </a:cxn>
                  <a:cxn ang="0">
                    <a:pos x="12" y="60"/>
                  </a:cxn>
                  <a:cxn ang="0">
                    <a:pos x="18" y="18"/>
                  </a:cxn>
                  <a:cxn ang="0">
                    <a:pos x="18" y="18"/>
                  </a:cxn>
                  <a:cxn ang="0">
                    <a:pos x="18" y="0"/>
                  </a:cxn>
                  <a:cxn ang="0">
                    <a:pos x="12" y="18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0" name="未知"/>
              <p:cNvSpPr/>
              <p:nvPr/>
            </p:nvSpPr>
            <p:spPr>
              <a:xfrm>
                <a:off x="354" y="737"/>
                <a:ext cx="6" cy="1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8"/>
                  </a:cxn>
                  <a:cxn ang="0">
                    <a:pos x="6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1" name="未知"/>
              <p:cNvSpPr/>
              <p:nvPr/>
            </p:nvSpPr>
            <p:spPr>
              <a:xfrm>
                <a:off x="342" y="659"/>
                <a:ext cx="30" cy="78"/>
              </a:xfrm>
              <a:custGeom>
                <a:avLst/>
                <a:gdLst/>
                <a:ahLst/>
                <a:cxnLst>
                  <a:cxn ang="0">
                    <a:pos x="24" y="6"/>
                  </a:cxn>
                  <a:cxn ang="0">
                    <a:pos x="18" y="24"/>
                  </a:cxn>
                  <a:cxn ang="0">
                    <a:pos x="0" y="18"/>
                  </a:cxn>
                  <a:cxn ang="0">
                    <a:pos x="12" y="30"/>
                  </a:cxn>
                  <a:cxn ang="0">
                    <a:pos x="6" y="42"/>
                  </a:cxn>
                  <a:cxn ang="0">
                    <a:pos x="18" y="78"/>
                  </a:cxn>
                  <a:cxn ang="0">
                    <a:pos x="18" y="24"/>
                  </a:cxn>
                  <a:cxn ang="0">
                    <a:pos x="24" y="12"/>
                  </a:cxn>
                  <a:cxn ang="0">
                    <a:pos x="30" y="6"/>
                  </a:cxn>
                  <a:cxn ang="0">
                    <a:pos x="30" y="6"/>
                  </a:cxn>
                  <a:cxn ang="0">
                    <a:pos x="12" y="0"/>
                  </a:cxn>
                  <a:cxn ang="0">
                    <a:pos x="24" y="6"/>
                  </a:cxn>
                  <a:cxn ang="0">
                    <a:pos x="24" y="6"/>
                  </a:cxn>
                </a:cxnLst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2" name="未知"/>
              <p:cNvSpPr/>
              <p:nvPr/>
            </p:nvSpPr>
            <p:spPr>
              <a:xfrm>
                <a:off x="348" y="755"/>
                <a:ext cx="24" cy="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24" y="24"/>
                  </a:cxn>
                  <a:cxn ang="0">
                    <a:pos x="24" y="18"/>
                  </a:cxn>
                  <a:cxn ang="0">
                    <a:pos x="18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未知"/>
              <p:cNvSpPr/>
              <p:nvPr/>
            </p:nvSpPr>
            <p:spPr>
              <a:xfrm>
                <a:off x="609" y="397"/>
                <a:ext cx="215" cy="216"/>
              </a:xfrm>
              <a:custGeom>
                <a:avLst/>
                <a:gdLst/>
                <a:ahLst/>
                <a:cxnLst>
                  <a:cxn ang="0">
                    <a:pos x="215" y="0"/>
                  </a:cxn>
                  <a:cxn ang="0">
                    <a:pos x="147" y="36"/>
                  </a:cxn>
                  <a:cxn ang="0">
                    <a:pos x="132" y="49"/>
                  </a:cxn>
                  <a:cxn ang="0">
                    <a:pos x="104" y="79"/>
                  </a:cxn>
                  <a:cxn ang="0">
                    <a:pos x="87" y="114"/>
                  </a:cxn>
                  <a:cxn ang="0">
                    <a:pos x="48" y="156"/>
                  </a:cxn>
                  <a:cxn ang="0">
                    <a:pos x="42" y="166"/>
                  </a:cxn>
                  <a:cxn ang="0">
                    <a:pos x="29" y="177"/>
                  </a:cxn>
                  <a:cxn ang="0">
                    <a:pos x="0" y="208"/>
                  </a:cxn>
                  <a:cxn ang="0">
                    <a:pos x="48" y="216"/>
                  </a:cxn>
                  <a:cxn ang="0">
                    <a:pos x="215" y="0"/>
                  </a:cxn>
                </a:cxnLst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未知"/>
              <p:cNvSpPr/>
              <p:nvPr/>
            </p:nvSpPr>
            <p:spPr>
              <a:xfrm>
                <a:off x="344" y="426"/>
                <a:ext cx="212" cy="179"/>
              </a:xfrm>
              <a:custGeom>
                <a:avLst/>
                <a:gdLst/>
                <a:ahLst/>
                <a:cxnLst>
                  <a:cxn ang="0">
                    <a:pos x="212" y="0"/>
                  </a:cxn>
                  <a:cxn ang="0">
                    <a:pos x="144" y="36"/>
                  </a:cxn>
                  <a:cxn ang="0">
                    <a:pos x="0" y="179"/>
                  </a:cxn>
                  <a:cxn ang="0">
                    <a:pos x="177" y="85"/>
                  </a:cxn>
                  <a:cxn ang="0">
                    <a:pos x="212" y="0"/>
                  </a:cxn>
                </a:cxnLst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未知"/>
              <p:cNvSpPr/>
              <p:nvPr/>
            </p:nvSpPr>
            <p:spPr>
              <a:xfrm>
                <a:off x="845" y="325"/>
                <a:ext cx="64" cy="79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4" y="79"/>
                  </a:cxn>
                  <a:cxn ang="0">
                    <a:pos x="60" y="0"/>
                  </a:cxn>
                  <a:cxn ang="0">
                    <a:pos x="0" y="22"/>
                  </a:cxn>
                </a:cxnLst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6" name="未知"/>
              <p:cNvSpPr/>
              <p:nvPr userDrawn="1"/>
            </p:nvSpPr>
            <p:spPr>
              <a:xfrm>
                <a:off x="675" y="187"/>
                <a:ext cx="137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87"/>
                  </a:cxn>
                  <a:cxn ang="0">
                    <a:pos x="69" y="154"/>
                  </a:cxn>
                  <a:cxn ang="0">
                    <a:pos x="137" y="207"/>
                  </a:cxn>
                  <a:cxn ang="0">
                    <a:pos x="0" y="0"/>
                  </a:cxn>
                </a:cxnLst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7" name="未知"/>
              <p:cNvSpPr/>
              <p:nvPr userDrawn="1"/>
            </p:nvSpPr>
            <p:spPr>
              <a:xfrm>
                <a:off x="625" y="223"/>
                <a:ext cx="65" cy="222"/>
              </a:xfrm>
              <a:custGeom>
                <a:avLst/>
                <a:gdLst/>
                <a:ahLst/>
                <a:cxnLst>
                  <a:cxn ang="0">
                    <a:pos x="0" y="222"/>
                  </a:cxn>
                  <a:cxn ang="0">
                    <a:pos x="40" y="142"/>
                  </a:cxn>
                  <a:cxn ang="0">
                    <a:pos x="65" y="72"/>
                  </a:cxn>
                  <a:cxn ang="0">
                    <a:pos x="7" y="0"/>
                  </a:cxn>
                  <a:cxn ang="0">
                    <a:pos x="0" y="222"/>
                  </a:cxn>
                </a:cxnLst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89" name="Rectangle 41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47800"/>
            <a:ext cx="7772400" cy="1470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090" name="Rectangle 4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203575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1" name="Rectangle 4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fld id="{9A0DB2DC-4C9A-4742-B13C-FB6460FD3503}" type="slidenum">
              <a:rPr lang="en-US" altLang="zh-CN" sz="1000" b="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</a:fld>
            <a:endParaRPr lang="en-US" altLang="zh-CN" sz="1000" b="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1030" name="未知"/>
            <p:cNvSpPr/>
            <p:nvPr/>
          </p:nvSpPr>
          <p:spPr>
            <a:xfrm>
              <a:off x="1812" y="2811"/>
              <a:ext cx="3946" cy="1505"/>
            </a:xfrm>
            <a:custGeom>
              <a:avLst/>
              <a:gdLst/>
              <a:ahLst/>
              <a:cxnLst>
                <a:cxn ang="0">
                  <a:pos x="149" y="1505"/>
                </a:cxn>
                <a:cxn ang="0">
                  <a:pos x="689" y="1331"/>
                </a:cxn>
                <a:cxn ang="0">
                  <a:pos x="1217" y="1157"/>
                </a:cxn>
                <a:cxn ang="0">
                  <a:pos x="1733" y="977"/>
                </a:cxn>
                <a:cxn ang="0">
                  <a:pos x="2225" y="792"/>
                </a:cxn>
                <a:cxn ang="0">
                  <a:pos x="2464" y="696"/>
                </a:cxn>
                <a:cxn ang="0">
                  <a:pos x="2698" y="606"/>
                </a:cxn>
                <a:cxn ang="0">
                  <a:pos x="2927" y="510"/>
                </a:cxn>
                <a:cxn ang="0">
                  <a:pos x="3149" y="420"/>
                </a:cxn>
                <a:cxn ang="0">
                  <a:pos x="3358" y="324"/>
                </a:cxn>
                <a:cxn ang="0">
                  <a:pos x="3562" y="234"/>
                </a:cxn>
                <a:cxn ang="0">
                  <a:pos x="3760" y="138"/>
                </a:cxn>
                <a:cxn ang="0">
                  <a:pos x="3946" y="48"/>
                </a:cxn>
                <a:cxn ang="0">
                  <a:pos x="3946" y="0"/>
                </a:cxn>
                <a:cxn ang="0">
                  <a:pos x="3754" y="96"/>
                </a:cxn>
                <a:cxn ang="0">
                  <a:pos x="3550" y="192"/>
                </a:cxn>
                <a:cxn ang="0">
                  <a:pos x="3340" y="288"/>
                </a:cxn>
                <a:cxn ang="0">
                  <a:pos x="3125" y="384"/>
                </a:cxn>
                <a:cxn ang="0">
                  <a:pos x="2897" y="480"/>
                </a:cxn>
                <a:cxn ang="0">
                  <a:pos x="2662" y="576"/>
                </a:cxn>
                <a:cxn ang="0">
                  <a:pos x="2416" y="672"/>
                </a:cxn>
                <a:cxn ang="0">
                  <a:pos x="2171" y="768"/>
                </a:cxn>
                <a:cxn ang="0">
                  <a:pos x="1913" y="864"/>
                </a:cxn>
                <a:cxn ang="0">
                  <a:pos x="1655" y="960"/>
                </a:cxn>
                <a:cxn ang="0">
                  <a:pos x="1115" y="1145"/>
                </a:cxn>
                <a:cxn ang="0">
                  <a:pos x="564" y="1331"/>
                </a:cxn>
                <a:cxn ang="0">
                  <a:pos x="0" y="1505"/>
                </a:cxn>
                <a:cxn ang="0">
                  <a:pos x="149" y="1505"/>
                </a:cxn>
                <a:cxn ang="0">
                  <a:pos x="149" y="1505"/>
                </a:cxn>
              </a:cxnLst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未知"/>
            <p:cNvSpPr/>
            <p:nvPr/>
          </p:nvSpPr>
          <p:spPr>
            <a:xfrm>
              <a:off x="4025" y="3627"/>
              <a:ext cx="1733" cy="689"/>
            </a:xfrm>
            <a:custGeom>
              <a:avLst/>
              <a:gdLst/>
              <a:ahLst/>
              <a:cxnLst>
                <a:cxn ang="0">
                  <a:pos x="132" y="689"/>
                </a:cxn>
                <a:cxn ang="0">
                  <a:pos x="552" y="527"/>
                </a:cxn>
                <a:cxn ang="0">
                  <a:pos x="966" y="365"/>
                </a:cxn>
                <a:cxn ang="0">
                  <a:pos x="1163" y="287"/>
                </a:cxn>
                <a:cxn ang="0">
                  <a:pos x="1361" y="203"/>
                </a:cxn>
                <a:cxn ang="0">
                  <a:pos x="1553" y="126"/>
                </a:cxn>
                <a:cxn ang="0">
                  <a:pos x="1733" y="48"/>
                </a:cxn>
                <a:cxn ang="0">
                  <a:pos x="1733" y="0"/>
                </a:cxn>
                <a:cxn ang="0">
                  <a:pos x="1535" y="84"/>
                </a:cxn>
                <a:cxn ang="0">
                  <a:pos x="1331" y="167"/>
                </a:cxn>
                <a:cxn ang="0">
                  <a:pos x="1121" y="257"/>
                </a:cxn>
                <a:cxn ang="0">
                  <a:pos x="906" y="341"/>
                </a:cxn>
                <a:cxn ang="0">
                  <a:pos x="455" y="515"/>
                </a:cxn>
                <a:cxn ang="0">
                  <a:pos x="0" y="689"/>
                </a:cxn>
                <a:cxn ang="0">
                  <a:pos x="132" y="689"/>
                </a:cxn>
                <a:cxn ang="0">
                  <a:pos x="132" y="689"/>
                </a:cxn>
              </a:cxnLst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未知"/>
            <p:cNvSpPr/>
            <p:nvPr/>
          </p:nvSpPr>
          <p:spPr>
            <a:xfrm>
              <a:off x="0" y="0"/>
              <a:ext cx="5578" cy="3447"/>
            </a:xfrm>
            <a:custGeom>
              <a:avLst/>
              <a:gdLst/>
              <a:ahLst/>
              <a:cxnLst>
                <a:cxn ang="0">
                  <a:pos x="5578" y="929"/>
                </a:cxn>
                <a:cxn ang="0">
                  <a:pos x="5554" y="773"/>
                </a:cxn>
                <a:cxn ang="0">
                  <a:pos x="5470" y="629"/>
                </a:cxn>
                <a:cxn ang="0">
                  <a:pos x="5343" y="492"/>
                </a:cxn>
                <a:cxn ang="0">
                  <a:pos x="5164" y="366"/>
                </a:cxn>
                <a:cxn ang="0">
                  <a:pos x="4936" y="252"/>
                </a:cxn>
                <a:cxn ang="0">
                  <a:pos x="4666" y="144"/>
                </a:cxn>
                <a:cxn ang="0">
                  <a:pos x="4354" y="48"/>
                </a:cxn>
                <a:cxn ang="0">
                  <a:pos x="4012" y="0"/>
                </a:cxn>
                <a:cxn ang="0">
                  <a:pos x="4372" y="90"/>
                </a:cxn>
                <a:cxn ang="0">
                  <a:pos x="4684" y="192"/>
                </a:cxn>
                <a:cxn ang="0">
                  <a:pos x="4948" y="306"/>
                </a:cxn>
                <a:cxn ang="0">
                  <a:pos x="5164" y="426"/>
                </a:cxn>
                <a:cxn ang="0">
                  <a:pos x="5331" y="557"/>
                </a:cxn>
                <a:cxn ang="0">
                  <a:pos x="5446" y="701"/>
                </a:cxn>
                <a:cxn ang="0">
                  <a:pos x="5506" y="851"/>
                </a:cxn>
                <a:cxn ang="0">
                  <a:pos x="5506" y="1013"/>
                </a:cxn>
                <a:cxn ang="0">
                  <a:pos x="5458" y="1163"/>
                </a:cxn>
                <a:cxn ang="0">
                  <a:pos x="5361" y="1319"/>
                </a:cxn>
                <a:cxn ang="0">
                  <a:pos x="5218" y="1475"/>
                </a:cxn>
                <a:cxn ang="0">
                  <a:pos x="5032" y="1630"/>
                </a:cxn>
                <a:cxn ang="0">
                  <a:pos x="4804" y="1786"/>
                </a:cxn>
                <a:cxn ang="0">
                  <a:pos x="4540" y="1948"/>
                </a:cxn>
                <a:cxn ang="0">
                  <a:pos x="4228" y="2104"/>
                </a:cxn>
                <a:cxn ang="0">
                  <a:pos x="3887" y="2260"/>
                </a:cxn>
                <a:cxn ang="0">
                  <a:pos x="3509" y="2416"/>
                </a:cxn>
                <a:cxn ang="0">
                  <a:pos x="3094" y="2566"/>
                </a:cxn>
                <a:cxn ang="0">
                  <a:pos x="2651" y="2715"/>
                </a:cxn>
                <a:cxn ang="0">
                  <a:pos x="2171" y="2865"/>
                </a:cxn>
                <a:cxn ang="0">
                  <a:pos x="1667" y="3009"/>
                </a:cxn>
                <a:cxn ang="0">
                  <a:pos x="1139" y="3147"/>
                </a:cxn>
                <a:cxn ang="0">
                  <a:pos x="582" y="3279"/>
                </a:cxn>
                <a:cxn ang="0">
                  <a:pos x="0" y="3447"/>
                </a:cxn>
                <a:cxn ang="0">
                  <a:pos x="870" y="3249"/>
                </a:cxn>
                <a:cxn ang="0">
                  <a:pos x="1421" y="3105"/>
                </a:cxn>
                <a:cxn ang="0">
                  <a:pos x="1943" y="2961"/>
                </a:cxn>
                <a:cxn ang="0">
                  <a:pos x="2441" y="2817"/>
                </a:cxn>
                <a:cxn ang="0">
                  <a:pos x="2909" y="2668"/>
                </a:cxn>
                <a:cxn ang="0">
                  <a:pos x="3340" y="2512"/>
                </a:cxn>
                <a:cxn ang="0">
                  <a:pos x="3742" y="2356"/>
                </a:cxn>
                <a:cxn ang="0">
                  <a:pos x="4109" y="2200"/>
                </a:cxn>
                <a:cxn ang="0">
                  <a:pos x="4439" y="2038"/>
                </a:cxn>
                <a:cxn ang="0">
                  <a:pos x="4732" y="1876"/>
                </a:cxn>
                <a:cxn ang="0">
                  <a:pos x="4984" y="1720"/>
                </a:cxn>
                <a:cxn ang="0">
                  <a:pos x="5194" y="1559"/>
                </a:cxn>
                <a:cxn ang="0">
                  <a:pos x="5355" y="1397"/>
                </a:cxn>
                <a:cxn ang="0">
                  <a:pos x="5476" y="1241"/>
                </a:cxn>
                <a:cxn ang="0">
                  <a:pos x="5554" y="1085"/>
                </a:cxn>
                <a:cxn ang="0">
                  <a:pos x="5572" y="1007"/>
                </a:cxn>
              </a:cxnLst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未知"/>
            <p:cNvSpPr/>
            <p:nvPr/>
          </p:nvSpPr>
          <p:spPr bwMode="auto">
            <a:xfrm>
              <a:off x="4942" y="0"/>
              <a:ext cx="816" cy="276"/>
            </a:xfrm>
            <a:custGeom>
              <a:avLst/>
              <a:gdLst>
                <a:gd name="T0" fmla="*/ 813 w 813"/>
                <a:gd name="T1" fmla="*/ 222 h 276"/>
                <a:gd name="T2" fmla="*/ 670 w 813"/>
                <a:gd name="T3" fmla="*/ 162 h 276"/>
                <a:gd name="T4" fmla="*/ 514 w 813"/>
                <a:gd name="T5" fmla="*/ 108 h 276"/>
                <a:gd name="T6" fmla="*/ 347 w 813"/>
                <a:gd name="T7" fmla="*/ 54 h 276"/>
                <a:gd name="T8" fmla="*/ 167 w 813"/>
                <a:gd name="T9" fmla="*/ 0 h 276"/>
                <a:gd name="T10" fmla="*/ 0 w 813"/>
                <a:gd name="T11" fmla="*/ 0 h 276"/>
                <a:gd name="T12" fmla="*/ 227 w 813"/>
                <a:gd name="T13" fmla="*/ 60 h 276"/>
                <a:gd name="T14" fmla="*/ 442 w 813"/>
                <a:gd name="T15" fmla="*/ 132 h 276"/>
                <a:gd name="T16" fmla="*/ 634 w 813"/>
                <a:gd name="T17" fmla="*/ 204 h 276"/>
                <a:gd name="T18" fmla="*/ 813 w 813"/>
                <a:gd name="T19" fmla="*/ 276 h 276"/>
                <a:gd name="T20" fmla="*/ 813 w 813"/>
                <a:gd name="T21" fmla="*/ 222 h 276"/>
                <a:gd name="T22" fmla="*/ 813 w 813"/>
                <a:gd name="T23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未知"/>
            <p:cNvSpPr/>
            <p:nvPr/>
          </p:nvSpPr>
          <p:spPr>
            <a:xfrm>
              <a:off x="0" y="1984"/>
              <a:ext cx="5758" cy="2098"/>
            </a:xfrm>
            <a:custGeom>
              <a:avLst/>
              <a:gdLst/>
              <a:ahLst/>
              <a:cxnLst>
                <a:cxn ang="0">
                  <a:pos x="5758" y="0"/>
                </a:cxn>
                <a:cxn ang="0">
                  <a:pos x="5656" y="72"/>
                </a:cxn>
                <a:cxn ang="0">
                  <a:pos x="5554" y="138"/>
                </a:cxn>
                <a:cxn ang="0">
                  <a:pos x="5440" y="210"/>
                </a:cxn>
                <a:cxn ang="0">
                  <a:pos x="5321" y="276"/>
                </a:cxn>
                <a:cxn ang="0">
                  <a:pos x="5068" y="414"/>
                </a:cxn>
                <a:cxn ang="0">
                  <a:pos x="4792" y="552"/>
                </a:cxn>
                <a:cxn ang="0">
                  <a:pos x="4492" y="690"/>
                </a:cxn>
                <a:cxn ang="0">
                  <a:pos x="4175" y="827"/>
                </a:cxn>
                <a:cxn ang="0">
                  <a:pos x="3839" y="959"/>
                </a:cxn>
                <a:cxn ang="0">
                  <a:pos x="3479" y="1091"/>
                </a:cxn>
                <a:cxn ang="0">
                  <a:pos x="3101" y="1223"/>
                </a:cxn>
                <a:cxn ang="0">
                  <a:pos x="2705" y="1355"/>
                </a:cxn>
                <a:cxn ang="0">
                  <a:pos x="2291" y="1481"/>
                </a:cxn>
                <a:cxn ang="0">
                  <a:pos x="1866" y="1601"/>
                </a:cxn>
                <a:cxn ang="0">
                  <a:pos x="1421" y="1721"/>
                </a:cxn>
                <a:cxn ang="0">
                  <a:pos x="960" y="1834"/>
                </a:cxn>
                <a:cxn ang="0">
                  <a:pos x="486" y="1948"/>
                </a:cxn>
                <a:cxn ang="0">
                  <a:pos x="0" y="2056"/>
                </a:cxn>
                <a:cxn ang="0">
                  <a:pos x="0" y="2098"/>
                </a:cxn>
                <a:cxn ang="0">
                  <a:pos x="479" y="1990"/>
                </a:cxn>
                <a:cxn ang="0">
                  <a:pos x="954" y="1882"/>
                </a:cxn>
                <a:cxn ang="0">
                  <a:pos x="1409" y="1763"/>
                </a:cxn>
                <a:cxn ang="0">
                  <a:pos x="1848" y="1649"/>
                </a:cxn>
                <a:cxn ang="0">
                  <a:pos x="2273" y="1523"/>
                </a:cxn>
                <a:cxn ang="0">
                  <a:pos x="2687" y="1397"/>
                </a:cxn>
                <a:cxn ang="0">
                  <a:pos x="3077" y="1271"/>
                </a:cxn>
                <a:cxn ang="0">
                  <a:pos x="3455" y="1139"/>
                </a:cxn>
                <a:cxn ang="0">
                  <a:pos x="3815" y="1007"/>
                </a:cxn>
                <a:cxn ang="0">
                  <a:pos x="4151" y="875"/>
                </a:cxn>
                <a:cxn ang="0">
                  <a:pos x="4474" y="737"/>
                </a:cxn>
                <a:cxn ang="0">
                  <a:pos x="4774" y="600"/>
                </a:cxn>
                <a:cxn ang="0">
                  <a:pos x="5056" y="462"/>
                </a:cxn>
                <a:cxn ang="0">
                  <a:pos x="5309" y="324"/>
                </a:cxn>
                <a:cxn ang="0">
                  <a:pos x="5548" y="186"/>
                </a:cxn>
                <a:cxn ang="0">
                  <a:pos x="5758" y="48"/>
                </a:cxn>
                <a:cxn ang="0">
                  <a:pos x="5758" y="0"/>
                </a:cxn>
                <a:cxn ang="0">
                  <a:pos x="5758" y="0"/>
                </a:cxn>
              </a:cxnLst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未知"/>
            <p:cNvSpPr/>
            <p:nvPr/>
          </p:nvSpPr>
          <p:spPr>
            <a:xfrm>
              <a:off x="0" y="102"/>
              <a:ext cx="1961" cy="1265"/>
            </a:xfrm>
            <a:custGeom>
              <a:avLst/>
              <a:gdLst/>
              <a:ahLst/>
              <a:cxnLst>
                <a:cxn ang="0">
                  <a:pos x="1961" y="485"/>
                </a:cxn>
                <a:cxn ang="0">
                  <a:pos x="1907" y="390"/>
                </a:cxn>
                <a:cxn ang="0">
                  <a:pos x="1775" y="306"/>
                </a:cxn>
                <a:cxn ang="0">
                  <a:pos x="1584" y="228"/>
                </a:cxn>
                <a:cxn ang="0">
                  <a:pos x="1331" y="162"/>
                </a:cxn>
                <a:cxn ang="0">
                  <a:pos x="1013" y="102"/>
                </a:cxn>
                <a:cxn ang="0">
                  <a:pos x="648" y="54"/>
                </a:cxn>
                <a:cxn ang="0">
                  <a:pos x="228" y="18"/>
                </a:cxn>
                <a:cxn ang="0">
                  <a:pos x="0" y="12"/>
                </a:cxn>
                <a:cxn ang="0">
                  <a:pos x="432" y="48"/>
                </a:cxn>
                <a:cxn ang="0">
                  <a:pos x="815" y="90"/>
                </a:cxn>
                <a:cxn ang="0">
                  <a:pos x="1152" y="144"/>
                </a:cxn>
                <a:cxn ang="0">
                  <a:pos x="1427" y="204"/>
                </a:cxn>
                <a:cxn ang="0">
                  <a:pos x="1643" y="276"/>
                </a:cxn>
                <a:cxn ang="0">
                  <a:pos x="1800" y="360"/>
                </a:cxn>
                <a:cxn ang="0">
                  <a:pos x="1889" y="443"/>
                </a:cxn>
                <a:cxn ang="0">
                  <a:pos x="1907" y="539"/>
                </a:cxn>
                <a:cxn ang="0">
                  <a:pos x="1860" y="629"/>
                </a:cxn>
                <a:cxn ang="0">
                  <a:pos x="1751" y="719"/>
                </a:cxn>
                <a:cxn ang="0">
                  <a:pos x="1584" y="809"/>
                </a:cxn>
                <a:cxn ang="0">
                  <a:pos x="1361" y="899"/>
                </a:cxn>
                <a:cxn ang="0">
                  <a:pos x="1091" y="989"/>
                </a:cxn>
                <a:cxn ang="0">
                  <a:pos x="767" y="1073"/>
                </a:cxn>
                <a:cxn ang="0">
                  <a:pos x="408" y="1157"/>
                </a:cxn>
                <a:cxn ang="0">
                  <a:pos x="0" y="1241"/>
                </a:cxn>
                <a:cxn ang="0">
                  <a:pos x="216" y="1223"/>
                </a:cxn>
                <a:cxn ang="0">
                  <a:pos x="612" y="1139"/>
                </a:cxn>
                <a:cxn ang="0">
                  <a:pos x="960" y="1049"/>
                </a:cxn>
                <a:cxn ang="0">
                  <a:pos x="1266" y="959"/>
                </a:cxn>
                <a:cxn ang="0">
                  <a:pos x="1518" y="863"/>
                </a:cxn>
                <a:cxn ang="0">
                  <a:pos x="1721" y="767"/>
                </a:cxn>
                <a:cxn ang="0">
                  <a:pos x="1866" y="677"/>
                </a:cxn>
                <a:cxn ang="0">
                  <a:pos x="1943" y="581"/>
                </a:cxn>
                <a:cxn ang="0">
                  <a:pos x="1961" y="533"/>
                </a:cxn>
              </a:cxnLst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未知"/>
            <p:cNvSpPr/>
            <p:nvPr/>
          </p:nvSpPr>
          <p:spPr>
            <a:xfrm>
              <a:off x="0" y="0"/>
              <a:ext cx="4709" cy="2901"/>
            </a:xfrm>
            <a:custGeom>
              <a:avLst/>
              <a:gdLst/>
              <a:ahLst/>
              <a:cxnLst>
                <a:cxn ang="0">
                  <a:pos x="4709" y="797"/>
                </a:cxn>
                <a:cxn ang="0">
                  <a:pos x="4679" y="665"/>
                </a:cxn>
                <a:cxn ang="0">
                  <a:pos x="4601" y="540"/>
                </a:cxn>
                <a:cxn ang="0">
                  <a:pos x="4480" y="426"/>
                </a:cxn>
                <a:cxn ang="0">
                  <a:pos x="4313" y="312"/>
                </a:cxn>
                <a:cxn ang="0">
                  <a:pos x="4097" y="216"/>
                </a:cxn>
                <a:cxn ang="0">
                  <a:pos x="3845" y="120"/>
                </a:cxn>
                <a:cxn ang="0">
                  <a:pos x="3551" y="36"/>
                </a:cxn>
                <a:cxn ang="0">
                  <a:pos x="3215" y="0"/>
                </a:cxn>
                <a:cxn ang="0">
                  <a:pos x="3551" y="78"/>
                </a:cxn>
                <a:cxn ang="0">
                  <a:pos x="3845" y="162"/>
                </a:cxn>
                <a:cxn ang="0">
                  <a:pos x="4097" y="258"/>
                </a:cxn>
                <a:cxn ang="0">
                  <a:pos x="4301" y="366"/>
                </a:cxn>
                <a:cxn ang="0">
                  <a:pos x="4457" y="480"/>
                </a:cxn>
                <a:cxn ang="0">
                  <a:pos x="4565" y="605"/>
                </a:cxn>
                <a:cxn ang="0">
                  <a:pos x="4625" y="737"/>
                </a:cxn>
                <a:cxn ang="0">
                  <a:pos x="4625" y="875"/>
                </a:cxn>
                <a:cxn ang="0">
                  <a:pos x="4583" y="1001"/>
                </a:cxn>
                <a:cxn ang="0">
                  <a:pos x="4504" y="1127"/>
                </a:cxn>
                <a:cxn ang="0">
                  <a:pos x="4385" y="1259"/>
                </a:cxn>
                <a:cxn ang="0">
                  <a:pos x="4228" y="1385"/>
                </a:cxn>
                <a:cxn ang="0">
                  <a:pos x="4037" y="1517"/>
                </a:cxn>
                <a:cxn ang="0">
                  <a:pos x="3815" y="1648"/>
                </a:cxn>
                <a:cxn ang="0">
                  <a:pos x="3557" y="1774"/>
                </a:cxn>
                <a:cxn ang="0">
                  <a:pos x="3269" y="1906"/>
                </a:cxn>
                <a:cxn ang="0">
                  <a:pos x="2951" y="2032"/>
                </a:cxn>
                <a:cxn ang="0">
                  <a:pos x="2603" y="2164"/>
                </a:cxn>
                <a:cxn ang="0">
                  <a:pos x="2231" y="2284"/>
                </a:cxn>
                <a:cxn ang="0">
                  <a:pos x="1830" y="2410"/>
                </a:cxn>
                <a:cxn ang="0">
                  <a:pos x="1403" y="2530"/>
                </a:cxn>
                <a:cxn ang="0">
                  <a:pos x="486" y="2757"/>
                </a:cxn>
                <a:cxn ang="0">
                  <a:pos x="0" y="2901"/>
                </a:cxn>
                <a:cxn ang="0">
                  <a:pos x="972" y="2674"/>
                </a:cxn>
                <a:cxn ang="0">
                  <a:pos x="1643" y="2494"/>
                </a:cxn>
                <a:cxn ang="0">
                  <a:pos x="2064" y="2374"/>
                </a:cxn>
                <a:cxn ang="0">
                  <a:pos x="2459" y="2248"/>
                </a:cxn>
                <a:cxn ang="0">
                  <a:pos x="2825" y="2116"/>
                </a:cxn>
                <a:cxn ang="0">
                  <a:pos x="3161" y="1984"/>
                </a:cxn>
                <a:cxn ang="0">
                  <a:pos x="3473" y="1858"/>
                </a:cxn>
                <a:cxn ang="0">
                  <a:pos x="3749" y="1720"/>
                </a:cxn>
                <a:cxn ang="0">
                  <a:pos x="3995" y="1589"/>
                </a:cxn>
                <a:cxn ang="0">
                  <a:pos x="4204" y="1457"/>
                </a:cxn>
                <a:cxn ang="0">
                  <a:pos x="4385" y="1325"/>
                </a:cxn>
                <a:cxn ang="0">
                  <a:pos x="4522" y="1193"/>
                </a:cxn>
                <a:cxn ang="0">
                  <a:pos x="4625" y="1061"/>
                </a:cxn>
                <a:cxn ang="0">
                  <a:pos x="4685" y="935"/>
                </a:cxn>
                <a:cxn ang="0">
                  <a:pos x="4703" y="869"/>
                </a:cxn>
              </a:cxnLst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未知"/>
            <p:cNvSpPr/>
            <p:nvPr/>
          </p:nvSpPr>
          <p:spPr>
            <a:xfrm>
              <a:off x="0" y="0"/>
              <a:ext cx="3773" cy="2356"/>
            </a:xfrm>
            <a:custGeom>
              <a:avLst/>
              <a:gdLst/>
              <a:ahLst/>
              <a:cxnLst>
                <a:cxn ang="0">
                  <a:pos x="3773" y="719"/>
                </a:cxn>
                <a:cxn ang="0">
                  <a:pos x="3743" y="599"/>
                </a:cxn>
                <a:cxn ang="0">
                  <a:pos x="3665" y="486"/>
                </a:cxn>
                <a:cxn ang="0">
                  <a:pos x="3533" y="378"/>
                </a:cxn>
                <a:cxn ang="0">
                  <a:pos x="3359" y="282"/>
                </a:cxn>
                <a:cxn ang="0">
                  <a:pos x="3137" y="192"/>
                </a:cxn>
                <a:cxn ang="0">
                  <a:pos x="2873" y="108"/>
                </a:cxn>
                <a:cxn ang="0">
                  <a:pos x="2567" y="36"/>
                </a:cxn>
                <a:cxn ang="0">
                  <a:pos x="2237" y="0"/>
                </a:cxn>
                <a:cxn ang="0">
                  <a:pos x="2585" y="72"/>
                </a:cxn>
                <a:cxn ang="0">
                  <a:pos x="2885" y="150"/>
                </a:cxn>
                <a:cxn ang="0">
                  <a:pos x="3149" y="234"/>
                </a:cxn>
                <a:cxn ang="0">
                  <a:pos x="3359" y="330"/>
                </a:cxn>
                <a:cxn ang="0">
                  <a:pos x="3527" y="432"/>
                </a:cxn>
                <a:cxn ang="0">
                  <a:pos x="3635" y="545"/>
                </a:cxn>
                <a:cxn ang="0">
                  <a:pos x="3695" y="665"/>
                </a:cxn>
                <a:cxn ang="0">
                  <a:pos x="3701" y="791"/>
                </a:cxn>
                <a:cxn ang="0">
                  <a:pos x="3665" y="887"/>
                </a:cxn>
                <a:cxn ang="0">
                  <a:pos x="3604" y="989"/>
                </a:cxn>
                <a:cxn ang="0">
                  <a:pos x="3509" y="1091"/>
                </a:cxn>
                <a:cxn ang="0">
                  <a:pos x="3383" y="1187"/>
                </a:cxn>
                <a:cxn ang="0">
                  <a:pos x="3233" y="1289"/>
                </a:cxn>
                <a:cxn ang="0">
                  <a:pos x="3053" y="1391"/>
                </a:cxn>
                <a:cxn ang="0">
                  <a:pos x="2843" y="1493"/>
                </a:cxn>
                <a:cxn ang="0">
                  <a:pos x="2615" y="1589"/>
                </a:cxn>
                <a:cxn ang="0">
                  <a:pos x="2082" y="1786"/>
                </a:cxn>
                <a:cxn ang="0">
                  <a:pos x="1464" y="1972"/>
                </a:cxn>
                <a:cxn ang="0">
                  <a:pos x="767" y="2158"/>
                </a:cxn>
                <a:cxn ang="0">
                  <a:pos x="0" y="2326"/>
                </a:cxn>
                <a:cxn ang="0">
                  <a:pos x="402" y="2272"/>
                </a:cxn>
                <a:cxn ang="0">
                  <a:pos x="1146" y="2092"/>
                </a:cxn>
                <a:cxn ang="0">
                  <a:pos x="1818" y="1900"/>
                </a:cxn>
                <a:cxn ang="0">
                  <a:pos x="2400" y="1702"/>
                </a:cxn>
                <a:cxn ang="0">
                  <a:pos x="2657" y="1607"/>
                </a:cxn>
                <a:cxn ang="0">
                  <a:pos x="2891" y="1505"/>
                </a:cxn>
                <a:cxn ang="0">
                  <a:pos x="3101" y="1403"/>
                </a:cxn>
                <a:cxn ang="0">
                  <a:pos x="3287" y="1301"/>
                </a:cxn>
                <a:cxn ang="0">
                  <a:pos x="3443" y="1193"/>
                </a:cxn>
                <a:cxn ang="0">
                  <a:pos x="3569" y="1091"/>
                </a:cxn>
                <a:cxn ang="0">
                  <a:pos x="3665" y="989"/>
                </a:cxn>
                <a:cxn ang="0">
                  <a:pos x="3731" y="887"/>
                </a:cxn>
                <a:cxn ang="0">
                  <a:pos x="3767" y="785"/>
                </a:cxn>
              </a:cxnLst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未知"/>
            <p:cNvSpPr/>
            <p:nvPr/>
          </p:nvSpPr>
          <p:spPr>
            <a:xfrm>
              <a:off x="0" y="0"/>
              <a:ext cx="2933" cy="1846"/>
            </a:xfrm>
            <a:custGeom>
              <a:avLst/>
              <a:gdLst/>
              <a:ahLst/>
              <a:cxnLst>
                <a:cxn ang="0">
                  <a:pos x="2933" y="647"/>
                </a:cxn>
                <a:cxn ang="0">
                  <a:pos x="2885" y="528"/>
                </a:cxn>
                <a:cxn ang="0">
                  <a:pos x="2758" y="414"/>
                </a:cxn>
                <a:cxn ang="0">
                  <a:pos x="2567" y="318"/>
                </a:cxn>
                <a:cxn ang="0">
                  <a:pos x="2309" y="228"/>
                </a:cxn>
                <a:cxn ang="0">
                  <a:pos x="1991" y="150"/>
                </a:cxn>
                <a:cxn ang="0">
                  <a:pos x="1613" y="78"/>
                </a:cxn>
                <a:cxn ang="0">
                  <a:pos x="1182" y="24"/>
                </a:cxn>
                <a:cxn ang="0">
                  <a:pos x="696" y="0"/>
                </a:cxn>
                <a:cxn ang="0">
                  <a:pos x="1194" y="48"/>
                </a:cxn>
                <a:cxn ang="0">
                  <a:pos x="1631" y="108"/>
                </a:cxn>
                <a:cxn ang="0">
                  <a:pos x="2015" y="180"/>
                </a:cxn>
                <a:cxn ang="0">
                  <a:pos x="2333" y="264"/>
                </a:cxn>
                <a:cxn ang="0">
                  <a:pos x="2579" y="360"/>
                </a:cxn>
                <a:cxn ang="0">
                  <a:pos x="2758" y="468"/>
                </a:cxn>
                <a:cxn ang="0">
                  <a:pos x="2855" y="587"/>
                </a:cxn>
                <a:cxn ang="0">
                  <a:pos x="2873" y="713"/>
                </a:cxn>
                <a:cxn ang="0">
                  <a:pos x="2849" y="785"/>
                </a:cxn>
                <a:cxn ang="0">
                  <a:pos x="2801" y="857"/>
                </a:cxn>
                <a:cxn ang="0">
                  <a:pos x="2633" y="1001"/>
                </a:cxn>
                <a:cxn ang="0">
                  <a:pos x="2375" y="1145"/>
                </a:cxn>
                <a:cxn ang="0">
                  <a:pos x="2039" y="1289"/>
                </a:cxn>
                <a:cxn ang="0">
                  <a:pos x="1631" y="1433"/>
                </a:cxn>
                <a:cxn ang="0">
                  <a:pos x="1146" y="1571"/>
                </a:cxn>
                <a:cxn ang="0">
                  <a:pos x="606" y="1702"/>
                </a:cxn>
                <a:cxn ang="0">
                  <a:pos x="0" y="1828"/>
                </a:cxn>
                <a:cxn ang="0">
                  <a:pos x="312" y="1780"/>
                </a:cxn>
                <a:cxn ang="0">
                  <a:pos x="900" y="1648"/>
                </a:cxn>
                <a:cxn ang="0">
                  <a:pos x="1421" y="1511"/>
                </a:cxn>
                <a:cxn ang="0">
                  <a:pos x="1877" y="1367"/>
                </a:cxn>
                <a:cxn ang="0">
                  <a:pos x="2261" y="1223"/>
                </a:cxn>
                <a:cxn ang="0">
                  <a:pos x="2567" y="1079"/>
                </a:cxn>
                <a:cxn ang="0">
                  <a:pos x="2783" y="929"/>
                </a:cxn>
                <a:cxn ang="0">
                  <a:pos x="2885" y="815"/>
                </a:cxn>
                <a:cxn ang="0">
                  <a:pos x="2921" y="743"/>
                </a:cxn>
                <a:cxn ang="0">
                  <a:pos x="2933" y="707"/>
                </a:cxn>
              </a:cxnLst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未知"/>
            <p:cNvSpPr/>
            <p:nvPr/>
          </p:nvSpPr>
          <p:spPr>
            <a:xfrm>
              <a:off x="114" y="2847"/>
              <a:ext cx="1493" cy="204"/>
            </a:xfrm>
            <a:custGeom>
              <a:avLst/>
              <a:gdLst/>
              <a:ahLst/>
              <a:cxnLst>
                <a:cxn ang="0">
                  <a:pos x="1404" y="204"/>
                </a:cxn>
                <a:cxn ang="0">
                  <a:pos x="0" y="18"/>
                </a:cxn>
                <a:cxn ang="0">
                  <a:pos x="77" y="0"/>
                </a:cxn>
                <a:cxn ang="0">
                  <a:pos x="1493" y="186"/>
                </a:cxn>
                <a:cxn ang="0">
                  <a:pos x="1404" y="204"/>
                </a:cxn>
                <a:cxn ang="0">
                  <a:pos x="1404" y="204"/>
                </a:cxn>
              </a:cxnLst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1" name="Rectangle 14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2" name="Group 15"/>
            <p:cNvGrpSpPr/>
            <p:nvPr/>
          </p:nvGrpSpPr>
          <p:grpSpPr>
            <a:xfrm>
              <a:off x="192" y="2284"/>
              <a:ext cx="1254" cy="923"/>
              <a:chOff x="0" y="0"/>
              <a:chExt cx="1254" cy="923"/>
            </a:xfrm>
          </p:grpSpPr>
          <p:sp>
            <p:nvSpPr>
              <p:cNvPr id="1043" name="未知"/>
              <p:cNvSpPr/>
              <p:nvPr/>
            </p:nvSpPr>
            <p:spPr>
              <a:xfrm>
                <a:off x="216" y="725"/>
                <a:ext cx="47" cy="6"/>
              </a:xfrm>
              <a:custGeom>
                <a:avLst/>
                <a:gdLst/>
                <a:ahLst/>
                <a:cxnLst>
                  <a:cxn ang="0">
                    <a:pos x="4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7" y="6"/>
                  </a:cxn>
                  <a:cxn ang="0">
                    <a:pos x="47" y="6"/>
                  </a:cxn>
                  <a:cxn ang="0">
                    <a:pos x="47" y="6"/>
                  </a:cxn>
                </a:cxnLst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4" name="未知"/>
              <p:cNvSpPr/>
              <p:nvPr/>
            </p:nvSpPr>
            <p:spPr>
              <a:xfrm>
                <a:off x="720" y="0"/>
                <a:ext cx="324" cy="162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24"/>
                  </a:cxn>
                  <a:cxn ang="0">
                    <a:pos x="12" y="18"/>
                  </a:cxn>
                  <a:cxn ang="0">
                    <a:pos x="48" y="6"/>
                  </a:cxn>
                  <a:cxn ang="0">
                    <a:pos x="101" y="0"/>
                  </a:cxn>
                  <a:cxn ang="0">
                    <a:pos x="137" y="6"/>
                  </a:cxn>
                  <a:cxn ang="0">
                    <a:pos x="174" y="18"/>
                  </a:cxn>
                  <a:cxn ang="0">
                    <a:pos x="240" y="54"/>
                  </a:cxn>
                  <a:cxn ang="0">
                    <a:pos x="288" y="90"/>
                  </a:cxn>
                  <a:cxn ang="0">
                    <a:pos x="318" y="114"/>
                  </a:cxn>
                  <a:cxn ang="0">
                    <a:pos x="324" y="126"/>
                  </a:cxn>
                  <a:cxn ang="0">
                    <a:pos x="324" y="126"/>
                  </a:cxn>
                  <a:cxn ang="0">
                    <a:pos x="222" y="162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5" name="未知"/>
              <p:cNvSpPr>
                <a:spLocks noEditPoints="1"/>
              </p:cNvSpPr>
              <p:nvPr/>
            </p:nvSpPr>
            <p:spPr>
              <a:xfrm>
                <a:off x="0" y="0"/>
                <a:ext cx="1254" cy="923"/>
              </a:xfrm>
              <a:custGeom>
                <a:avLst/>
                <a:gdLst/>
                <a:ahLst/>
                <a:cxnLst>
                  <a:cxn ang="0">
                    <a:pos x="1170" y="641"/>
                  </a:cxn>
                  <a:cxn ang="0">
                    <a:pos x="1170" y="473"/>
                  </a:cxn>
                  <a:cxn ang="0">
                    <a:pos x="1140" y="384"/>
                  </a:cxn>
                  <a:cxn ang="0">
                    <a:pos x="1116" y="288"/>
                  </a:cxn>
                  <a:cxn ang="0">
                    <a:pos x="1056" y="174"/>
                  </a:cxn>
                  <a:cxn ang="0">
                    <a:pos x="984" y="96"/>
                  </a:cxn>
                  <a:cxn ang="0">
                    <a:pos x="966" y="72"/>
                  </a:cxn>
                  <a:cxn ang="0">
                    <a:pos x="894" y="18"/>
                  </a:cxn>
                  <a:cxn ang="0">
                    <a:pos x="822" y="6"/>
                  </a:cxn>
                  <a:cxn ang="0">
                    <a:pos x="714" y="24"/>
                  </a:cxn>
                  <a:cxn ang="0">
                    <a:pos x="666" y="42"/>
                  </a:cxn>
                  <a:cxn ang="0">
                    <a:pos x="570" y="120"/>
                  </a:cxn>
                  <a:cxn ang="0">
                    <a:pos x="534" y="228"/>
                  </a:cxn>
                  <a:cxn ang="0">
                    <a:pos x="511" y="348"/>
                  </a:cxn>
                  <a:cxn ang="0">
                    <a:pos x="432" y="479"/>
                  </a:cxn>
                  <a:cxn ang="0">
                    <a:pos x="414" y="539"/>
                  </a:cxn>
                  <a:cxn ang="0">
                    <a:pos x="354" y="599"/>
                  </a:cxn>
                  <a:cxn ang="0">
                    <a:pos x="306" y="629"/>
                  </a:cxn>
                  <a:cxn ang="0">
                    <a:pos x="294" y="635"/>
                  </a:cxn>
                  <a:cxn ang="0">
                    <a:pos x="258" y="677"/>
                  </a:cxn>
                  <a:cxn ang="0">
                    <a:pos x="150" y="797"/>
                  </a:cxn>
                  <a:cxn ang="0">
                    <a:pos x="54" y="839"/>
                  </a:cxn>
                  <a:cxn ang="0">
                    <a:pos x="156" y="905"/>
                  </a:cxn>
                  <a:cxn ang="0">
                    <a:pos x="241" y="869"/>
                  </a:cxn>
                  <a:cxn ang="0">
                    <a:pos x="642" y="827"/>
                  </a:cxn>
                  <a:cxn ang="0">
                    <a:pos x="702" y="725"/>
                  </a:cxn>
                  <a:cxn ang="0">
                    <a:pos x="696" y="611"/>
                  </a:cxn>
                  <a:cxn ang="0">
                    <a:pos x="780" y="551"/>
                  </a:cxn>
                  <a:cxn ang="0">
                    <a:pos x="882" y="449"/>
                  </a:cxn>
                  <a:cxn ang="0">
                    <a:pos x="912" y="414"/>
                  </a:cxn>
                  <a:cxn ang="0">
                    <a:pos x="978" y="318"/>
                  </a:cxn>
                  <a:cxn ang="0">
                    <a:pos x="1026" y="336"/>
                  </a:cxn>
                  <a:cxn ang="0">
                    <a:pos x="1122" y="617"/>
                  </a:cxn>
                  <a:cxn ang="0">
                    <a:pos x="1116" y="689"/>
                  </a:cxn>
                  <a:cxn ang="0">
                    <a:pos x="1152" y="749"/>
                  </a:cxn>
                  <a:cxn ang="0">
                    <a:pos x="1206" y="713"/>
                  </a:cxn>
                  <a:cxn ang="0">
                    <a:pos x="1242" y="749"/>
                  </a:cxn>
                  <a:cxn ang="0">
                    <a:pos x="1254" y="743"/>
                  </a:cxn>
                  <a:cxn ang="0">
                    <a:pos x="696" y="264"/>
                  </a:cxn>
                  <a:cxn ang="0">
                    <a:pos x="787" y="372"/>
                  </a:cxn>
                  <a:cxn ang="0">
                    <a:pos x="768" y="443"/>
                  </a:cxn>
                  <a:cxn ang="0">
                    <a:pos x="708" y="515"/>
                  </a:cxn>
                  <a:cxn ang="0">
                    <a:pos x="660" y="569"/>
                  </a:cxn>
                  <a:cxn ang="0">
                    <a:pos x="618" y="593"/>
                  </a:cxn>
                  <a:cxn ang="0">
                    <a:pos x="576" y="617"/>
                  </a:cxn>
                  <a:cxn ang="0">
                    <a:pos x="564" y="707"/>
                  </a:cxn>
                  <a:cxn ang="0">
                    <a:pos x="354" y="755"/>
                  </a:cxn>
                  <a:cxn ang="0">
                    <a:pos x="390" y="641"/>
                  </a:cxn>
                  <a:cxn ang="0">
                    <a:pos x="426" y="647"/>
                  </a:cxn>
                  <a:cxn ang="0">
                    <a:pos x="444" y="617"/>
                  </a:cxn>
                  <a:cxn ang="0">
                    <a:pos x="570" y="515"/>
                  </a:cxn>
                  <a:cxn ang="0">
                    <a:pos x="618" y="473"/>
                  </a:cxn>
                  <a:cxn ang="0">
                    <a:pos x="642" y="396"/>
                  </a:cxn>
                  <a:cxn ang="0">
                    <a:pos x="642" y="378"/>
                  </a:cxn>
                  <a:cxn ang="0">
                    <a:pos x="666" y="270"/>
                  </a:cxn>
                  <a:cxn ang="0">
                    <a:pos x="684" y="192"/>
                  </a:cxn>
                  <a:cxn ang="0">
                    <a:pos x="696" y="264"/>
                  </a:cxn>
                  <a:cxn ang="0">
                    <a:pos x="534" y="455"/>
                  </a:cxn>
                  <a:cxn ang="0">
                    <a:pos x="636" y="803"/>
                  </a:cxn>
                </a:cxnLst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6" name="未知"/>
              <p:cNvSpPr/>
              <p:nvPr/>
            </p:nvSpPr>
            <p:spPr>
              <a:xfrm>
                <a:off x="492" y="425"/>
                <a:ext cx="47" cy="7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18" y="60"/>
                  </a:cxn>
                  <a:cxn ang="0">
                    <a:pos x="24" y="54"/>
                  </a:cxn>
                  <a:cxn ang="0">
                    <a:pos x="47" y="0"/>
                  </a:cxn>
                  <a:cxn ang="0">
                    <a:pos x="0" y="78"/>
                  </a:cxn>
                  <a:cxn ang="0">
                    <a:pos x="12" y="72"/>
                  </a:cxn>
                  <a:cxn ang="0">
                    <a:pos x="12" y="72"/>
                  </a:cxn>
                </a:cxnLst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7" name="未知"/>
              <p:cNvSpPr/>
              <p:nvPr/>
            </p:nvSpPr>
            <p:spPr>
              <a:xfrm>
                <a:off x="1092" y="288"/>
                <a:ext cx="149" cy="419"/>
              </a:xfrm>
              <a:custGeom>
                <a:avLst/>
                <a:gdLst/>
                <a:ahLst/>
                <a:cxnLst>
                  <a:cxn ang="0">
                    <a:pos x="29" y="96"/>
                  </a:cxn>
                  <a:cxn ang="0">
                    <a:pos x="41" y="126"/>
                  </a:cxn>
                  <a:cxn ang="0">
                    <a:pos x="29" y="161"/>
                  </a:cxn>
                  <a:cxn ang="0">
                    <a:pos x="47" y="149"/>
                  </a:cxn>
                  <a:cxn ang="0">
                    <a:pos x="53" y="347"/>
                  </a:cxn>
                  <a:cxn ang="0">
                    <a:pos x="65" y="371"/>
                  </a:cxn>
                  <a:cxn ang="0">
                    <a:pos x="65" y="377"/>
                  </a:cxn>
                  <a:cxn ang="0">
                    <a:pos x="65" y="389"/>
                  </a:cxn>
                  <a:cxn ang="0">
                    <a:pos x="77" y="395"/>
                  </a:cxn>
                  <a:cxn ang="0">
                    <a:pos x="101" y="407"/>
                  </a:cxn>
                  <a:cxn ang="0">
                    <a:pos x="125" y="413"/>
                  </a:cxn>
                  <a:cxn ang="0">
                    <a:pos x="149" y="419"/>
                  </a:cxn>
                  <a:cxn ang="0">
                    <a:pos x="125" y="395"/>
                  </a:cxn>
                  <a:cxn ang="0">
                    <a:pos x="77" y="365"/>
                  </a:cxn>
                  <a:cxn ang="0">
                    <a:pos x="77" y="365"/>
                  </a:cxn>
                  <a:cxn ang="0">
                    <a:pos x="77" y="353"/>
                  </a:cxn>
                  <a:cxn ang="0">
                    <a:pos x="83" y="329"/>
                  </a:cxn>
                  <a:cxn ang="0">
                    <a:pos x="83" y="293"/>
                  </a:cxn>
                  <a:cxn ang="0">
                    <a:pos x="83" y="257"/>
                  </a:cxn>
                  <a:cxn ang="0">
                    <a:pos x="83" y="221"/>
                  </a:cxn>
                  <a:cxn ang="0">
                    <a:pos x="77" y="185"/>
                  </a:cxn>
                  <a:cxn ang="0">
                    <a:pos x="65" y="155"/>
                  </a:cxn>
                  <a:cxn ang="0">
                    <a:pos x="59" y="143"/>
                  </a:cxn>
                  <a:cxn ang="0">
                    <a:pos x="53" y="137"/>
                  </a:cxn>
                  <a:cxn ang="0">
                    <a:pos x="53" y="120"/>
                  </a:cxn>
                  <a:cxn ang="0">
                    <a:pos x="53" y="108"/>
                  </a:cxn>
                  <a:cxn ang="0">
                    <a:pos x="47" y="90"/>
                  </a:cxn>
                  <a:cxn ang="0">
                    <a:pos x="35" y="54"/>
                  </a:cxn>
                  <a:cxn ang="0">
                    <a:pos x="23" y="18"/>
                  </a:cxn>
                  <a:cxn ang="0">
                    <a:pos x="17" y="6"/>
                  </a:cxn>
                  <a:cxn ang="0">
                    <a:pos x="17" y="0"/>
                  </a:cxn>
                  <a:cxn ang="0">
                    <a:pos x="0" y="6"/>
                  </a:cxn>
                  <a:cxn ang="0">
                    <a:pos x="6" y="114"/>
                  </a:cxn>
                  <a:cxn ang="0">
                    <a:pos x="29" y="96"/>
                  </a:cxn>
                  <a:cxn ang="0">
                    <a:pos x="29" y="96"/>
                  </a:cxn>
                </a:cxnLst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8" name="未知"/>
              <p:cNvSpPr/>
              <p:nvPr/>
            </p:nvSpPr>
            <p:spPr>
              <a:xfrm>
                <a:off x="948" y="150"/>
                <a:ext cx="167" cy="138"/>
              </a:xfrm>
              <a:custGeom>
                <a:avLst/>
                <a:gdLst/>
                <a:ahLst/>
                <a:cxnLst>
                  <a:cxn ang="0">
                    <a:pos x="102" y="18"/>
                  </a:cxn>
                  <a:cxn ang="0">
                    <a:pos x="96" y="12"/>
                  </a:cxn>
                  <a:cxn ang="0">
                    <a:pos x="90" y="0"/>
                  </a:cxn>
                  <a:cxn ang="0">
                    <a:pos x="78" y="0"/>
                  </a:cxn>
                  <a:cxn ang="0">
                    <a:pos x="66" y="0"/>
                  </a:cxn>
                  <a:cxn ang="0">
                    <a:pos x="60" y="0"/>
                  </a:cxn>
                  <a:cxn ang="0">
                    <a:pos x="48" y="6"/>
                  </a:cxn>
                  <a:cxn ang="0">
                    <a:pos x="36" y="12"/>
                  </a:cxn>
                  <a:cxn ang="0">
                    <a:pos x="30" y="12"/>
                  </a:cxn>
                  <a:cxn ang="0">
                    <a:pos x="24" y="24"/>
                  </a:cxn>
                  <a:cxn ang="0">
                    <a:pos x="18" y="42"/>
                  </a:cxn>
                  <a:cxn ang="0">
                    <a:pos x="6" y="66"/>
                  </a:cxn>
                  <a:cxn ang="0">
                    <a:pos x="0" y="72"/>
                  </a:cxn>
                  <a:cxn ang="0">
                    <a:pos x="42" y="30"/>
                  </a:cxn>
                  <a:cxn ang="0">
                    <a:pos x="30" y="66"/>
                  </a:cxn>
                  <a:cxn ang="0">
                    <a:pos x="96" y="36"/>
                  </a:cxn>
                  <a:cxn ang="0">
                    <a:pos x="120" y="78"/>
                  </a:cxn>
                  <a:cxn ang="0">
                    <a:pos x="120" y="54"/>
                  </a:cxn>
                  <a:cxn ang="0">
                    <a:pos x="167" y="138"/>
                  </a:cxn>
                  <a:cxn ang="0">
                    <a:pos x="167" y="120"/>
                  </a:cxn>
                  <a:cxn ang="0">
                    <a:pos x="161" y="102"/>
                  </a:cxn>
                  <a:cxn ang="0">
                    <a:pos x="138" y="60"/>
                  </a:cxn>
                  <a:cxn ang="0">
                    <a:pos x="114" y="30"/>
                  </a:cxn>
                  <a:cxn ang="0">
                    <a:pos x="108" y="24"/>
                  </a:cxn>
                  <a:cxn ang="0">
                    <a:pos x="102" y="18"/>
                  </a:cxn>
                  <a:cxn ang="0">
                    <a:pos x="102" y="18"/>
                  </a:cxn>
                </a:cxnLst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9" name="未知"/>
              <p:cNvSpPr/>
              <p:nvPr/>
            </p:nvSpPr>
            <p:spPr>
              <a:xfrm>
                <a:off x="756" y="30"/>
                <a:ext cx="113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24" y="6"/>
                  </a:cxn>
                  <a:cxn ang="0">
                    <a:pos x="48" y="18"/>
                  </a:cxn>
                  <a:cxn ang="0">
                    <a:pos x="71" y="36"/>
                  </a:cxn>
                  <a:cxn ang="0">
                    <a:pos x="83" y="48"/>
                  </a:cxn>
                  <a:cxn ang="0">
                    <a:pos x="95" y="66"/>
                  </a:cxn>
                  <a:cxn ang="0">
                    <a:pos x="107" y="90"/>
                  </a:cxn>
                  <a:cxn ang="0">
                    <a:pos x="113" y="114"/>
                  </a:cxn>
                  <a:cxn ang="0">
                    <a:pos x="83" y="66"/>
                  </a:cxn>
                  <a:cxn ang="0">
                    <a:pos x="60" y="78"/>
                  </a:cxn>
                  <a:cxn ang="0">
                    <a:pos x="71" y="54"/>
                  </a:cxn>
                  <a:cxn ang="0">
                    <a:pos x="12" y="78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4" y="30"/>
                  </a:cxn>
                  <a:cxn ang="0">
                    <a:pos x="36" y="1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未知"/>
              <p:cNvSpPr/>
              <p:nvPr/>
            </p:nvSpPr>
            <p:spPr>
              <a:xfrm>
                <a:off x="930" y="294"/>
                <a:ext cx="66" cy="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42" y="18"/>
                  </a:cxn>
                  <a:cxn ang="0">
                    <a:pos x="36" y="6"/>
                  </a:cxn>
                  <a:cxn ang="0">
                    <a:pos x="24" y="30"/>
                  </a:cxn>
                  <a:cxn ang="0">
                    <a:pos x="18" y="36"/>
                  </a:cxn>
                  <a:cxn ang="0">
                    <a:pos x="6" y="48"/>
                  </a:cxn>
                  <a:cxn ang="0">
                    <a:pos x="0" y="60"/>
                  </a:cxn>
                  <a:cxn ang="0">
                    <a:pos x="12" y="54"/>
                  </a:cxn>
                  <a:cxn ang="0">
                    <a:pos x="30" y="36"/>
                  </a:cxn>
                  <a:cxn ang="0">
                    <a:pos x="54" y="18"/>
                  </a:cxn>
                  <a:cxn ang="0">
                    <a:pos x="66" y="6"/>
                  </a:cxn>
                  <a:cxn ang="0">
                    <a:pos x="54" y="0"/>
                  </a:cxn>
                  <a:cxn ang="0">
                    <a:pos x="54" y="0"/>
                  </a:cxn>
                </a:cxnLst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未知"/>
              <p:cNvSpPr/>
              <p:nvPr/>
            </p:nvSpPr>
            <p:spPr>
              <a:xfrm>
                <a:off x="750" y="390"/>
                <a:ext cx="161" cy="179"/>
              </a:xfrm>
              <a:custGeom>
                <a:avLst/>
                <a:gdLst/>
                <a:ahLst/>
                <a:cxnLst>
                  <a:cxn ang="0">
                    <a:pos x="131" y="53"/>
                  </a:cxn>
                  <a:cxn ang="0">
                    <a:pos x="137" y="53"/>
                  </a:cxn>
                  <a:cxn ang="0">
                    <a:pos x="143" y="41"/>
                  </a:cxn>
                  <a:cxn ang="0">
                    <a:pos x="155" y="35"/>
                  </a:cxn>
                  <a:cxn ang="0">
                    <a:pos x="161" y="24"/>
                  </a:cxn>
                  <a:cxn ang="0">
                    <a:pos x="161" y="12"/>
                  </a:cxn>
                  <a:cxn ang="0">
                    <a:pos x="161" y="0"/>
                  </a:cxn>
                  <a:cxn ang="0">
                    <a:pos x="149" y="24"/>
                  </a:cxn>
                  <a:cxn ang="0">
                    <a:pos x="143" y="35"/>
                  </a:cxn>
                  <a:cxn ang="0">
                    <a:pos x="131" y="35"/>
                  </a:cxn>
                  <a:cxn ang="0">
                    <a:pos x="119" y="41"/>
                  </a:cxn>
                  <a:cxn ang="0">
                    <a:pos x="125" y="53"/>
                  </a:cxn>
                  <a:cxn ang="0">
                    <a:pos x="95" y="95"/>
                  </a:cxn>
                  <a:cxn ang="0">
                    <a:pos x="0" y="137"/>
                  </a:cxn>
                  <a:cxn ang="0">
                    <a:pos x="60" y="119"/>
                  </a:cxn>
                  <a:cxn ang="0">
                    <a:pos x="54" y="125"/>
                  </a:cxn>
                  <a:cxn ang="0">
                    <a:pos x="48" y="131"/>
                  </a:cxn>
                  <a:cxn ang="0">
                    <a:pos x="24" y="155"/>
                  </a:cxn>
                  <a:cxn ang="0">
                    <a:pos x="12" y="167"/>
                  </a:cxn>
                  <a:cxn ang="0">
                    <a:pos x="0" y="173"/>
                  </a:cxn>
                  <a:cxn ang="0">
                    <a:pos x="0" y="179"/>
                  </a:cxn>
                  <a:cxn ang="0">
                    <a:pos x="6" y="173"/>
                  </a:cxn>
                  <a:cxn ang="0">
                    <a:pos x="30" y="155"/>
                  </a:cxn>
                  <a:cxn ang="0">
                    <a:pos x="48" y="143"/>
                  </a:cxn>
                  <a:cxn ang="0">
                    <a:pos x="71" y="125"/>
                  </a:cxn>
                  <a:cxn ang="0">
                    <a:pos x="95" y="107"/>
                  </a:cxn>
                  <a:cxn ang="0">
                    <a:pos x="119" y="77"/>
                  </a:cxn>
                  <a:cxn ang="0">
                    <a:pos x="131" y="59"/>
                  </a:cxn>
                  <a:cxn ang="0">
                    <a:pos x="131" y="53"/>
                  </a:cxn>
                  <a:cxn ang="0">
                    <a:pos x="131" y="53"/>
                  </a:cxn>
                </a:cxnLst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2" name="未知"/>
              <p:cNvSpPr/>
              <p:nvPr/>
            </p:nvSpPr>
            <p:spPr>
              <a:xfrm>
                <a:off x="545" y="479"/>
                <a:ext cx="73" cy="54"/>
              </a:xfrm>
              <a:custGeom>
                <a:avLst/>
                <a:gdLst/>
                <a:ahLst/>
                <a:cxnLst>
                  <a:cxn ang="0">
                    <a:pos x="24" y="36"/>
                  </a:cxn>
                  <a:cxn ang="0">
                    <a:pos x="49" y="24"/>
                  </a:cxn>
                  <a:cxn ang="0">
                    <a:pos x="61" y="12"/>
                  </a:cxn>
                  <a:cxn ang="0">
                    <a:pos x="67" y="6"/>
                  </a:cxn>
                  <a:cxn ang="0">
                    <a:pos x="73" y="0"/>
                  </a:cxn>
                  <a:cxn ang="0">
                    <a:pos x="43" y="18"/>
                  </a:cxn>
                  <a:cxn ang="0">
                    <a:pos x="30" y="24"/>
                  </a:cxn>
                  <a:cxn ang="0">
                    <a:pos x="24" y="24"/>
                  </a:cxn>
                  <a:cxn ang="0">
                    <a:pos x="18" y="18"/>
                  </a:cxn>
                  <a:cxn ang="0">
                    <a:pos x="12" y="12"/>
                  </a:cxn>
                  <a:cxn ang="0">
                    <a:pos x="0" y="54"/>
                  </a:cxn>
                  <a:cxn ang="0">
                    <a:pos x="12" y="42"/>
                  </a:cxn>
                  <a:cxn ang="0">
                    <a:pos x="24" y="36"/>
                  </a:cxn>
                  <a:cxn ang="0">
                    <a:pos x="24" y="36"/>
                  </a:cxn>
                </a:cxnLst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3" name="未知"/>
              <p:cNvSpPr/>
              <p:nvPr/>
            </p:nvSpPr>
            <p:spPr>
              <a:xfrm>
                <a:off x="432" y="605"/>
                <a:ext cx="12" cy="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6" y="54"/>
                  </a:cxn>
                  <a:cxn ang="0">
                    <a:pos x="12" y="36"/>
                  </a:cxn>
                  <a:cxn ang="0">
                    <a:pos x="12" y="18"/>
                  </a:cxn>
                  <a:cxn ang="0">
                    <a:pos x="12" y="6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4" name="未知"/>
              <p:cNvSpPr/>
              <p:nvPr/>
            </p:nvSpPr>
            <p:spPr>
              <a:xfrm>
                <a:off x="300" y="737"/>
                <a:ext cx="48" cy="72"/>
              </a:xfrm>
              <a:custGeom>
                <a:avLst/>
                <a:gdLst/>
                <a:ahLst/>
                <a:cxnLst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6" y="0"/>
                  </a:cxn>
                  <a:cxn ang="0">
                    <a:pos x="42" y="12"/>
                  </a:cxn>
                  <a:cxn ang="0">
                    <a:pos x="42" y="12"/>
                  </a:cxn>
                  <a:cxn ang="0">
                    <a:pos x="0" y="72"/>
                  </a:cxn>
                  <a:cxn ang="0">
                    <a:pos x="18" y="54"/>
                  </a:cxn>
                  <a:cxn ang="0">
                    <a:pos x="18" y="6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</a:cxnLst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5" name="未知"/>
              <p:cNvSpPr/>
              <p:nvPr/>
            </p:nvSpPr>
            <p:spPr>
              <a:xfrm>
                <a:off x="245" y="743"/>
                <a:ext cx="288" cy="84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84"/>
                  </a:cxn>
                  <a:cxn ang="0">
                    <a:pos x="169" y="36"/>
                  </a:cxn>
                  <a:cxn ang="0">
                    <a:pos x="114" y="60"/>
                  </a:cxn>
                  <a:cxn ang="0">
                    <a:pos x="277" y="18"/>
                  </a:cxn>
                  <a:cxn ang="0">
                    <a:pos x="288" y="0"/>
                  </a:cxn>
                  <a:cxn ang="0">
                    <a:pos x="288" y="0"/>
                  </a:cxn>
                </a:cxnLst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6" name="未知"/>
              <p:cNvSpPr/>
              <p:nvPr/>
            </p:nvSpPr>
            <p:spPr>
              <a:xfrm>
                <a:off x="636" y="719"/>
                <a:ext cx="66" cy="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6" y="6"/>
                  </a:cxn>
                  <a:cxn ang="0">
                    <a:pos x="0" y="84"/>
                  </a:cxn>
                  <a:cxn ang="0">
                    <a:pos x="54" y="24"/>
                  </a:cxn>
                  <a:cxn ang="0">
                    <a:pos x="6" y="108"/>
                  </a:cxn>
                  <a:cxn ang="0">
                    <a:pos x="66" y="6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7" name="未知"/>
              <p:cNvSpPr/>
              <p:nvPr/>
            </p:nvSpPr>
            <p:spPr>
              <a:xfrm>
                <a:off x="174" y="827"/>
                <a:ext cx="77" cy="42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0"/>
                  </a:cxn>
                  <a:cxn ang="0">
                    <a:pos x="60" y="6"/>
                  </a:cxn>
                  <a:cxn ang="0">
                    <a:pos x="48" y="6"/>
                  </a:cxn>
                  <a:cxn ang="0">
                    <a:pos x="42" y="6"/>
                  </a:cxn>
                  <a:cxn ang="0">
                    <a:pos x="60" y="6"/>
                  </a:cxn>
                  <a:cxn ang="0">
                    <a:pos x="0" y="24"/>
                  </a:cxn>
                  <a:cxn ang="0">
                    <a:pos x="71" y="6"/>
                  </a:cxn>
                  <a:cxn ang="0">
                    <a:pos x="66" y="42"/>
                  </a:cxn>
                  <a:cxn ang="0">
                    <a:pos x="77" y="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8" name="未知"/>
              <p:cNvSpPr/>
              <p:nvPr/>
            </p:nvSpPr>
            <p:spPr>
              <a:xfrm>
                <a:off x="306" y="881"/>
                <a:ext cx="66" cy="30"/>
              </a:xfrm>
              <a:custGeom>
                <a:avLst/>
                <a:gdLst/>
                <a:ahLst/>
                <a:cxnLst>
                  <a:cxn ang="0">
                    <a:pos x="66" y="6"/>
                  </a:cxn>
                  <a:cxn ang="0">
                    <a:pos x="0" y="0"/>
                  </a:cxn>
                  <a:cxn ang="0">
                    <a:pos x="54" y="6"/>
                  </a:cxn>
                  <a:cxn ang="0">
                    <a:pos x="18" y="18"/>
                  </a:cxn>
                  <a:cxn ang="0">
                    <a:pos x="60" y="12"/>
                  </a:cxn>
                  <a:cxn ang="0">
                    <a:pos x="60" y="30"/>
                  </a:cxn>
                  <a:cxn ang="0">
                    <a:pos x="60" y="30"/>
                  </a:cxn>
                  <a:cxn ang="0">
                    <a:pos x="66" y="6"/>
                  </a:cxn>
                  <a:cxn ang="0">
                    <a:pos x="66" y="6"/>
                  </a:cxn>
                </a:cxnLst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9" name="未知"/>
              <p:cNvSpPr/>
              <p:nvPr/>
            </p:nvSpPr>
            <p:spPr>
              <a:xfrm>
                <a:off x="648" y="635"/>
                <a:ext cx="18" cy="6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24"/>
                  </a:cxn>
                  <a:cxn ang="0">
                    <a:pos x="12" y="60"/>
                  </a:cxn>
                  <a:cxn ang="0">
                    <a:pos x="18" y="18"/>
                  </a:cxn>
                  <a:cxn ang="0">
                    <a:pos x="18" y="18"/>
                  </a:cxn>
                  <a:cxn ang="0">
                    <a:pos x="18" y="0"/>
                  </a:cxn>
                  <a:cxn ang="0">
                    <a:pos x="12" y="18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0" name="未知"/>
              <p:cNvSpPr/>
              <p:nvPr/>
            </p:nvSpPr>
            <p:spPr>
              <a:xfrm>
                <a:off x="354" y="737"/>
                <a:ext cx="6" cy="1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8"/>
                  </a:cxn>
                  <a:cxn ang="0">
                    <a:pos x="6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1" name="未知"/>
              <p:cNvSpPr/>
              <p:nvPr/>
            </p:nvSpPr>
            <p:spPr>
              <a:xfrm>
                <a:off x="342" y="659"/>
                <a:ext cx="30" cy="78"/>
              </a:xfrm>
              <a:custGeom>
                <a:avLst/>
                <a:gdLst/>
                <a:ahLst/>
                <a:cxnLst>
                  <a:cxn ang="0">
                    <a:pos x="24" y="6"/>
                  </a:cxn>
                  <a:cxn ang="0">
                    <a:pos x="18" y="24"/>
                  </a:cxn>
                  <a:cxn ang="0">
                    <a:pos x="0" y="18"/>
                  </a:cxn>
                  <a:cxn ang="0">
                    <a:pos x="12" y="30"/>
                  </a:cxn>
                  <a:cxn ang="0">
                    <a:pos x="6" y="42"/>
                  </a:cxn>
                  <a:cxn ang="0">
                    <a:pos x="18" y="78"/>
                  </a:cxn>
                  <a:cxn ang="0">
                    <a:pos x="18" y="24"/>
                  </a:cxn>
                  <a:cxn ang="0">
                    <a:pos x="24" y="12"/>
                  </a:cxn>
                  <a:cxn ang="0">
                    <a:pos x="30" y="6"/>
                  </a:cxn>
                  <a:cxn ang="0">
                    <a:pos x="30" y="6"/>
                  </a:cxn>
                  <a:cxn ang="0">
                    <a:pos x="12" y="0"/>
                  </a:cxn>
                  <a:cxn ang="0">
                    <a:pos x="24" y="6"/>
                  </a:cxn>
                  <a:cxn ang="0">
                    <a:pos x="24" y="6"/>
                  </a:cxn>
                </a:cxnLst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2" name="未知"/>
              <p:cNvSpPr/>
              <p:nvPr/>
            </p:nvSpPr>
            <p:spPr>
              <a:xfrm>
                <a:off x="348" y="755"/>
                <a:ext cx="24" cy="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24" y="24"/>
                  </a:cxn>
                  <a:cxn ang="0">
                    <a:pos x="24" y="18"/>
                  </a:cxn>
                  <a:cxn ang="0">
                    <a:pos x="18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未知"/>
              <p:cNvSpPr/>
              <p:nvPr/>
            </p:nvSpPr>
            <p:spPr>
              <a:xfrm>
                <a:off x="609" y="397"/>
                <a:ext cx="215" cy="216"/>
              </a:xfrm>
              <a:custGeom>
                <a:avLst/>
                <a:gdLst/>
                <a:ahLst/>
                <a:cxnLst>
                  <a:cxn ang="0">
                    <a:pos x="215" y="0"/>
                  </a:cxn>
                  <a:cxn ang="0">
                    <a:pos x="147" y="36"/>
                  </a:cxn>
                  <a:cxn ang="0">
                    <a:pos x="132" y="49"/>
                  </a:cxn>
                  <a:cxn ang="0">
                    <a:pos x="104" y="79"/>
                  </a:cxn>
                  <a:cxn ang="0">
                    <a:pos x="87" y="114"/>
                  </a:cxn>
                  <a:cxn ang="0">
                    <a:pos x="48" y="156"/>
                  </a:cxn>
                  <a:cxn ang="0">
                    <a:pos x="42" y="166"/>
                  </a:cxn>
                  <a:cxn ang="0">
                    <a:pos x="29" y="177"/>
                  </a:cxn>
                  <a:cxn ang="0">
                    <a:pos x="0" y="208"/>
                  </a:cxn>
                  <a:cxn ang="0">
                    <a:pos x="48" y="216"/>
                  </a:cxn>
                  <a:cxn ang="0">
                    <a:pos x="215" y="0"/>
                  </a:cxn>
                </a:cxnLst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未知"/>
              <p:cNvSpPr/>
              <p:nvPr/>
            </p:nvSpPr>
            <p:spPr>
              <a:xfrm>
                <a:off x="344" y="426"/>
                <a:ext cx="212" cy="179"/>
              </a:xfrm>
              <a:custGeom>
                <a:avLst/>
                <a:gdLst/>
                <a:ahLst/>
                <a:cxnLst>
                  <a:cxn ang="0">
                    <a:pos x="212" y="0"/>
                  </a:cxn>
                  <a:cxn ang="0">
                    <a:pos x="144" y="36"/>
                  </a:cxn>
                  <a:cxn ang="0">
                    <a:pos x="0" y="179"/>
                  </a:cxn>
                  <a:cxn ang="0">
                    <a:pos x="177" y="85"/>
                  </a:cxn>
                  <a:cxn ang="0">
                    <a:pos x="212" y="0"/>
                  </a:cxn>
                </a:cxnLst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未知"/>
              <p:cNvSpPr/>
              <p:nvPr/>
            </p:nvSpPr>
            <p:spPr>
              <a:xfrm>
                <a:off x="845" y="325"/>
                <a:ext cx="64" cy="79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4" y="79"/>
                  </a:cxn>
                  <a:cxn ang="0">
                    <a:pos x="60" y="0"/>
                  </a:cxn>
                  <a:cxn ang="0">
                    <a:pos x="0" y="22"/>
                  </a:cxn>
                </a:cxnLst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6" name="未知"/>
              <p:cNvSpPr/>
              <p:nvPr userDrawn="1"/>
            </p:nvSpPr>
            <p:spPr>
              <a:xfrm>
                <a:off x="675" y="187"/>
                <a:ext cx="137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87"/>
                  </a:cxn>
                  <a:cxn ang="0">
                    <a:pos x="69" y="154"/>
                  </a:cxn>
                  <a:cxn ang="0">
                    <a:pos x="137" y="207"/>
                  </a:cxn>
                  <a:cxn ang="0">
                    <a:pos x="0" y="0"/>
                  </a:cxn>
                </a:cxnLst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7" name="未知"/>
              <p:cNvSpPr/>
              <p:nvPr userDrawn="1"/>
            </p:nvSpPr>
            <p:spPr>
              <a:xfrm>
                <a:off x="625" y="223"/>
                <a:ext cx="65" cy="222"/>
              </a:xfrm>
              <a:custGeom>
                <a:avLst/>
                <a:gdLst/>
                <a:ahLst/>
                <a:cxnLst>
                  <a:cxn ang="0">
                    <a:pos x="0" y="222"/>
                  </a:cxn>
                  <a:cxn ang="0">
                    <a:pos x="40" y="142"/>
                  </a:cxn>
                  <a:cxn ang="0">
                    <a:pos x="65" y="72"/>
                  </a:cxn>
                  <a:cxn ang="0">
                    <a:pos x="7" y="0"/>
                  </a:cxn>
                  <a:cxn ang="0">
                    <a:pos x="0" y="222"/>
                  </a:cxn>
                </a:cxnLst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89" name="Rectangle 41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47800"/>
            <a:ext cx="7772400" cy="1470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090" name="Rectangle 4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203575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1" name="Rectangle 4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fld id="{9A0DB2DC-4C9A-4742-B13C-FB6460FD3503}" type="slidenum">
              <a:rPr lang="en-US" altLang="zh-CN" sz="1000" b="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</a:fld>
            <a:endParaRPr lang="en-US" altLang="zh-CN" sz="1000" b="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1030" name="未知"/>
            <p:cNvSpPr/>
            <p:nvPr/>
          </p:nvSpPr>
          <p:spPr>
            <a:xfrm>
              <a:off x="1812" y="2811"/>
              <a:ext cx="3946" cy="1505"/>
            </a:xfrm>
            <a:custGeom>
              <a:avLst/>
              <a:gdLst/>
              <a:ahLst/>
              <a:cxnLst>
                <a:cxn ang="0">
                  <a:pos x="149" y="1505"/>
                </a:cxn>
                <a:cxn ang="0">
                  <a:pos x="689" y="1331"/>
                </a:cxn>
                <a:cxn ang="0">
                  <a:pos x="1217" y="1157"/>
                </a:cxn>
                <a:cxn ang="0">
                  <a:pos x="1733" y="977"/>
                </a:cxn>
                <a:cxn ang="0">
                  <a:pos x="2225" y="792"/>
                </a:cxn>
                <a:cxn ang="0">
                  <a:pos x="2464" y="696"/>
                </a:cxn>
                <a:cxn ang="0">
                  <a:pos x="2698" y="606"/>
                </a:cxn>
                <a:cxn ang="0">
                  <a:pos x="2927" y="510"/>
                </a:cxn>
                <a:cxn ang="0">
                  <a:pos x="3149" y="420"/>
                </a:cxn>
                <a:cxn ang="0">
                  <a:pos x="3358" y="324"/>
                </a:cxn>
                <a:cxn ang="0">
                  <a:pos x="3562" y="234"/>
                </a:cxn>
                <a:cxn ang="0">
                  <a:pos x="3760" y="138"/>
                </a:cxn>
                <a:cxn ang="0">
                  <a:pos x="3946" y="48"/>
                </a:cxn>
                <a:cxn ang="0">
                  <a:pos x="3946" y="0"/>
                </a:cxn>
                <a:cxn ang="0">
                  <a:pos x="3754" y="96"/>
                </a:cxn>
                <a:cxn ang="0">
                  <a:pos x="3550" y="192"/>
                </a:cxn>
                <a:cxn ang="0">
                  <a:pos x="3340" y="288"/>
                </a:cxn>
                <a:cxn ang="0">
                  <a:pos x="3125" y="384"/>
                </a:cxn>
                <a:cxn ang="0">
                  <a:pos x="2897" y="480"/>
                </a:cxn>
                <a:cxn ang="0">
                  <a:pos x="2662" y="576"/>
                </a:cxn>
                <a:cxn ang="0">
                  <a:pos x="2416" y="672"/>
                </a:cxn>
                <a:cxn ang="0">
                  <a:pos x="2171" y="768"/>
                </a:cxn>
                <a:cxn ang="0">
                  <a:pos x="1913" y="864"/>
                </a:cxn>
                <a:cxn ang="0">
                  <a:pos x="1655" y="960"/>
                </a:cxn>
                <a:cxn ang="0">
                  <a:pos x="1115" y="1145"/>
                </a:cxn>
                <a:cxn ang="0">
                  <a:pos x="564" y="1331"/>
                </a:cxn>
                <a:cxn ang="0">
                  <a:pos x="0" y="1505"/>
                </a:cxn>
                <a:cxn ang="0">
                  <a:pos x="149" y="1505"/>
                </a:cxn>
                <a:cxn ang="0">
                  <a:pos x="149" y="1505"/>
                </a:cxn>
              </a:cxnLst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未知"/>
            <p:cNvSpPr/>
            <p:nvPr/>
          </p:nvSpPr>
          <p:spPr>
            <a:xfrm>
              <a:off x="4025" y="3627"/>
              <a:ext cx="1733" cy="689"/>
            </a:xfrm>
            <a:custGeom>
              <a:avLst/>
              <a:gdLst/>
              <a:ahLst/>
              <a:cxnLst>
                <a:cxn ang="0">
                  <a:pos x="132" y="689"/>
                </a:cxn>
                <a:cxn ang="0">
                  <a:pos x="552" y="527"/>
                </a:cxn>
                <a:cxn ang="0">
                  <a:pos x="966" y="365"/>
                </a:cxn>
                <a:cxn ang="0">
                  <a:pos x="1163" y="287"/>
                </a:cxn>
                <a:cxn ang="0">
                  <a:pos x="1361" y="203"/>
                </a:cxn>
                <a:cxn ang="0">
                  <a:pos x="1553" y="126"/>
                </a:cxn>
                <a:cxn ang="0">
                  <a:pos x="1733" y="48"/>
                </a:cxn>
                <a:cxn ang="0">
                  <a:pos x="1733" y="0"/>
                </a:cxn>
                <a:cxn ang="0">
                  <a:pos x="1535" y="84"/>
                </a:cxn>
                <a:cxn ang="0">
                  <a:pos x="1331" y="167"/>
                </a:cxn>
                <a:cxn ang="0">
                  <a:pos x="1121" y="257"/>
                </a:cxn>
                <a:cxn ang="0">
                  <a:pos x="906" y="341"/>
                </a:cxn>
                <a:cxn ang="0">
                  <a:pos x="455" y="515"/>
                </a:cxn>
                <a:cxn ang="0">
                  <a:pos x="0" y="689"/>
                </a:cxn>
                <a:cxn ang="0">
                  <a:pos x="132" y="689"/>
                </a:cxn>
                <a:cxn ang="0">
                  <a:pos x="132" y="689"/>
                </a:cxn>
              </a:cxnLst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未知"/>
            <p:cNvSpPr/>
            <p:nvPr/>
          </p:nvSpPr>
          <p:spPr>
            <a:xfrm>
              <a:off x="0" y="0"/>
              <a:ext cx="5578" cy="3447"/>
            </a:xfrm>
            <a:custGeom>
              <a:avLst/>
              <a:gdLst/>
              <a:ahLst/>
              <a:cxnLst>
                <a:cxn ang="0">
                  <a:pos x="5578" y="929"/>
                </a:cxn>
                <a:cxn ang="0">
                  <a:pos x="5554" y="773"/>
                </a:cxn>
                <a:cxn ang="0">
                  <a:pos x="5470" y="629"/>
                </a:cxn>
                <a:cxn ang="0">
                  <a:pos x="5343" y="492"/>
                </a:cxn>
                <a:cxn ang="0">
                  <a:pos x="5164" y="366"/>
                </a:cxn>
                <a:cxn ang="0">
                  <a:pos x="4936" y="252"/>
                </a:cxn>
                <a:cxn ang="0">
                  <a:pos x="4666" y="144"/>
                </a:cxn>
                <a:cxn ang="0">
                  <a:pos x="4354" y="48"/>
                </a:cxn>
                <a:cxn ang="0">
                  <a:pos x="4012" y="0"/>
                </a:cxn>
                <a:cxn ang="0">
                  <a:pos x="4372" y="90"/>
                </a:cxn>
                <a:cxn ang="0">
                  <a:pos x="4684" y="192"/>
                </a:cxn>
                <a:cxn ang="0">
                  <a:pos x="4948" y="306"/>
                </a:cxn>
                <a:cxn ang="0">
                  <a:pos x="5164" y="426"/>
                </a:cxn>
                <a:cxn ang="0">
                  <a:pos x="5331" y="557"/>
                </a:cxn>
                <a:cxn ang="0">
                  <a:pos x="5446" y="701"/>
                </a:cxn>
                <a:cxn ang="0">
                  <a:pos x="5506" y="851"/>
                </a:cxn>
                <a:cxn ang="0">
                  <a:pos x="5506" y="1013"/>
                </a:cxn>
                <a:cxn ang="0">
                  <a:pos x="5458" y="1163"/>
                </a:cxn>
                <a:cxn ang="0">
                  <a:pos x="5361" y="1319"/>
                </a:cxn>
                <a:cxn ang="0">
                  <a:pos x="5218" y="1475"/>
                </a:cxn>
                <a:cxn ang="0">
                  <a:pos x="5032" y="1630"/>
                </a:cxn>
                <a:cxn ang="0">
                  <a:pos x="4804" y="1786"/>
                </a:cxn>
                <a:cxn ang="0">
                  <a:pos x="4540" y="1948"/>
                </a:cxn>
                <a:cxn ang="0">
                  <a:pos x="4228" y="2104"/>
                </a:cxn>
                <a:cxn ang="0">
                  <a:pos x="3887" y="2260"/>
                </a:cxn>
                <a:cxn ang="0">
                  <a:pos x="3509" y="2416"/>
                </a:cxn>
                <a:cxn ang="0">
                  <a:pos x="3094" y="2566"/>
                </a:cxn>
                <a:cxn ang="0">
                  <a:pos x="2651" y="2715"/>
                </a:cxn>
                <a:cxn ang="0">
                  <a:pos x="2171" y="2865"/>
                </a:cxn>
                <a:cxn ang="0">
                  <a:pos x="1667" y="3009"/>
                </a:cxn>
                <a:cxn ang="0">
                  <a:pos x="1139" y="3147"/>
                </a:cxn>
                <a:cxn ang="0">
                  <a:pos x="582" y="3279"/>
                </a:cxn>
                <a:cxn ang="0">
                  <a:pos x="0" y="3447"/>
                </a:cxn>
                <a:cxn ang="0">
                  <a:pos x="870" y="3249"/>
                </a:cxn>
                <a:cxn ang="0">
                  <a:pos x="1421" y="3105"/>
                </a:cxn>
                <a:cxn ang="0">
                  <a:pos x="1943" y="2961"/>
                </a:cxn>
                <a:cxn ang="0">
                  <a:pos x="2441" y="2817"/>
                </a:cxn>
                <a:cxn ang="0">
                  <a:pos x="2909" y="2668"/>
                </a:cxn>
                <a:cxn ang="0">
                  <a:pos x="3340" y="2512"/>
                </a:cxn>
                <a:cxn ang="0">
                  <a:pos x="3742" y="2356"/>
                </a:cxn>
                <a:cxn ang="0">
                  <a:pos x="4109" y="2200"/>
                </a:cxn>
                <a:cxn ang="0">
                  <a:pos x="4439" y="2038"/>
                </a:cxn>
                <a:cxn ang="0">
                  <a:pos x="4732" y="1876"/>
                </a:cxn>
                <a:cxn ang="0">
                  <a:pos x="4984" y="1720"/>
                </a:cxn>
                <a:cxn ang="0">
                  <a:pos x="5194" y="1559"/>
                </a:cxn>
                <a:cxn ang="0">
                  <a:pos x="5355" y="1397"/>
                </a:cxn>
                <a:cxn ang="0">
                  <a:pos x="5476" y="1241"/>
                </a:cxn>
                <a:cxn ang="0">
                  <a:pos x="5554" y="1085"/>
                </a:cxn>
                <a:cxn ang="0">
                  <a:pos x="5572" y="1007"/>
                </a:cxn>
              </a:cxnLst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未知"/>
            <p:cNvSpPr/>
            <p:nvPr/>
          </p:nvSpPr>
          <p:spPr bwMode="auto">
            <a:xfrm>
              <a:off x="4942" y="0"/>
              <a:ext cx="816" cy="276"/>
            </a:xfrm>
            <a:custGeom>
              <a:avLst/>
              <a:gdLst>
                <a:gd name="T0" fmla="*/ 813 w 813"/>
                <a:gd name="T1" fmla="*/ 222 h 276"/>
                <a:gd name="T2" fmla="*/ 670 w 813"/>
                <a:gd name="T3" fmla="*/ 162 h 276"/>
                <a:gd name="T4" fmla="*/ 514 w 813"/>
                <a:gd name="T5" fmla="*/ 108 h 276"/>
                <a:gd name="T6" fmla="*/ 347 w 813"/>
                <a:gd name="T7" fmla="*/ 54 h 276"/>
                <a:gd name="T8" fmla="*/ 167 w 813"/>
                <a:gd name="T9" fmla="*/ 0 h 276"/>
                <a:gd name="T10" fmla="*/ 0 w 813"/>
                <a:gd name="T11" fmla="*/ 0 h 276"/>
                <a:gd name="T12" fmla="*/ 227 w 813"/>
                <a:gd name="T13" fmla="*/ 60 h 276"/>
                <a:gd name="T14" fmla="*/ 442 w 813"/>
                <a:gd name="T15" fmla="*/ 132 h 276"/>
                <a:gd name="T16" fmla="*/ 634 w 813"/>
                <a:gd name="T17" fmla="*/ 204 h 276"/>
                <a:gd name="T18" fmla="*/ 813 w 813"/>
                <a:gd name="T19" fmla="*/ 276 h 276"/>
                <a:gd name="T20" fmla="*/ 813 w 813"/>
                <a:gd name="T21" fmla="*/ 222 h 276"/>
                <a:gd name="T22" fmla="*/ 813 w 813"/>
                <a:gd name="T23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未知"/>
            <p:cNvSpPr/>
            <p:nvPr/>
          </p:nvSpPr>
          <p:spPr>
            <a:xfrm>
              <a:off x="0" y="1984"/>
              <a:ext cx="5758" cy="2098"/>
            </a:xfrm>
            <a:custGeom>
              <a:avLst/>
              <a:gdLst/>
              <a:ahLst/>
              <a:cxnLst>
                <a:cxn ang="0">
                  <a:pos x="5758" y="0"/>
                </a:cxn>
                <a:cxn ang="0">
                  <a:pos x="5656" y="72"/>
                </a:cxn>
                <a:cxn ang="0">
                  <a:pos x="5554" y="138"/>
                </a:cxn>
                <a:cxn ang="0">
                  <a:pos x="5440" y="210"/>
                </a:cxn>
                <a:cxn ang="0">
                  <a:pos x="5321" y="276"/>
                </a:cxn>
                <a:cxn ang="0">
                  <a:pos x="5068" y="414"/>
                </a:cxn>
                <a:cxn ang="0">
                  <a:pos x="4792" y="552"/>
                </a:cxn>
                <a:cxn ang="0">
                  <a:pos x="4492" y="690"/>
                </a:cxn>
                <a:cxn ang="0">
                  <a:pos x="4175" y="827"/>
                </a:cxn>
                <a:cxn ang="0">
                  <a:pos x="3839" y="959"/>
                </a:cxn>
                <a:cxn ang="0">
                  <a:pos x="3479" y="1091"/>
                </a:cxn>
                <a:cxn ang="0">
                  <a:pos x="3101" y="1223"/>
                </a:cxn>
                <a:cxn ang="0">
                  <a:pos x="2705" y="1355"/>
                </a:cxn>
                <a:cxn ang="0">
                  <a:pos x="2291" y="1481"/>
                </a:cxn>
                <a:cxn ang="0">
                  <a:pos x="1866" y="1601"/>
                </a:cxn>
                <a:cxn ang="0">
                  <a:pos x="1421" y="1721"/>
                </a:cxn>
                <a:cxn ang="0">
                  <a:pos x="960" y="1834"/>
                </a:cxn>
                <a:cxn ang="0">
                  <a:pos x="486" y="1948"/>
                </a:cxn>
                <a:cxn ang="0">
                  <a:pos x="0" y="2056"/>
                </a:cxn>
                <a:cxn ang="0">
                  <a:pos x="0" y="2098"/>
                </a:cxn>
                <a:cxn ang="0">
                  <a:pos x="479" y="1990"/>
                </a:cxn>
                <a:cxn ang="0">
                  <a:pos x="954" y="1882"/>
                </a:cxn>
                <a:cxn ang="0">
                  <a:pos x="1409" y="1763"/>
                </a:cxn>
                <a:cxn ang="0">
                  <a:pos x="1848" y="1649"/>
                </a:cxn>
                <a:cxn ang="0">
                  <a:pos x="2273" y="1523"/>
                </a:cxn>
                <a:cxn ang="0">
                  <a:pos x="2687" y="1397"/>
                </a:cxn>
                <a:cxn ang="0">
                  <a:pos x="3077" y="1271"/>
                </a:cxn>
                <a:cxn ang="0">
                  <a:pos x="3455" y="1139"/>
                </a:cxn>
                <a:cxn ang="0">
                  <a:pos x="3815" y="1007"/>
                </a:cxn>
                <a:cxn ang="0">
                  <a:pos x="4151" y="875"/>
                </a:cxn>
                <a:cxn ang="0">
                  <a:pos x="4474" y="737"/>
                </a:cxn>
                <a:cxn ang="0">
                  <a:pos x="4774" y="600"/>
                </a:cxn>
                <a:cxn ang="0">
                  <a:pos x="5056" y="462"/>
                </a:cxn>
                <a:cxn ang="0">
                  <a:pos x="5309" y="324"/>
                </a:cxn>
                <a:cxn ang="0">
                  <a:pos x="5548" y="186"/>
                </a:cxn>
                <a:cxn ang="0">
                  <a:pos x="5758" y="48"/>
                </a:cxn>
                <a:cxn ang="0">
                  <a:pos x="5758" y="0"/>
                </a:cxn>
                <a:cxn ang="0">
                  <a:pos x="5758" y="0"/>
                </a:cxn>
              </a:cxnLst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未知"/>
            <p:cNvSpPr/>
            <p:nvPr/>
          </p:nvSpPr>
          <p:spPr>
            <a:xfrm>
              <a:off x="0" y="102"/>
              <a:ext cx="1961" cy="1265"/>
            </a:xfrm>
            <a:custGeom>
              <a:avLst/>
              <a:gdLst/>
              <a:ahLst/>
              <a:cxnLst>
                <a:cxn ang="0">
                  <a:pos x="1961" y="485"/>
                </a:cxn>
                <a:cxn ang="0">
                  <a:pos x="1907" y="390"/>
                </a:cxn>
                <a:cxn ang="0">
                  <a:pos x="1775" y="306"/>
                </a:cxn>
                <a:cxn ang="0">
                  <a:pos x="1584" y="228"/>
                </a:cxn>
                <a:cxn ang="0">
                  <a:pos x="1331" y="162"/>
                </a:cxn>
                <a:cxn ang="0">
                  <a:pos x="1013" y="102"/>
                </a:cxn>
                <a:cxn ang="0">
                  <a:pos x="648" y="54"/>
                </a:cxn>
                <a:cxn ang="0">
                  <a:pos x="228" y="18"/>
                </a:cxn>
                <a:cxn ang="0">
                  <a:pos x="0" y="12"/>
                </a:cxn>
                <a:cxn ang="0">
                  <a:pos x="432" y="48"/>
                </a:cxn>
                <a:cxn ang="0">
                  <a:pos x="815" y="90"/>
                </a:cxn>
                <a:cxn ang="0">
                  <a:pos x="1152" y="144"/>
                </a:cxn>
                <a:cxn ang="0">
                  <a:pos x="1427" y="204"/>
                </a:cxn>
                <a:cxn ang="0">
                  <a:pos x="1643" y="276"/>
                </a:cxn>
                <a:cxn ang="0">
                  <a:pos x="1800" y="360"/>
                </a:cxn>
                <a:cxn ang="0">
                  <a:pos x="1889" y="443"/>
                </a:cxn>
                <a:cxn ang="0">
                  <a:pos x="1907" y="539"/>
                </a:cxn>
                <a:cxn ang="0">
                  <a:pos x="1860" y="629"/>
                </a:cxn>
                <a:cxn ang="0">
                  <a:pos x="1751" y="719"/>
                </a:cxn>
                <a:cxn ang="0">
                  <a:pos x="1584" y="809"/>
                </a:cxn>
                <a:cxn ang="0">
                  <a:pos x="1361" y="899"/>
                </a:cxn>
                <a:cxn ang="0">
                  <a:pos x="1091" y="989"/>
                </a:cxn>
                <a:cxn ang="0">
                  <a:pos x="767" y="1073"/>
                </a:cxn>
                <a:cxn ang="0">
                  <a:pos x="408" y="1157"/>
                </a:cxn>
                <a:cxn ang="0">
                  <a:pos x="0" y="1241"/>
                </a:cxn>
                <a:cxn ang="0">
                  <a:pos x="216" y="1223"/>
                </a:cxn>
                <a:cxn ang="0">
                  <a:pos x="612" y="1139"/>
                </a:cxn>
                <a:cxn ang="0">
                  <a:pos x="960" y="1049"/>
                </a:cxn>
                <a:cxn ang="0">
                  <a:pos x="1266" y="959"/>
                </a:cxn>
                <a:cxn ang="0">
                  <a:pos x="1518" y="863"/>
                </a:cxn>
                <a:cxn ang="0">
                  <a:pos x="1721" y="767"/>
                </a:cxn>
                <a:cxn ang="0">
                  <a:pos x="1866" y="677"/>
                </a:cxn>
                <a:cxn ang="0">
                  <a:pos x="1943" y="581"/>
                </a:cxn>
                <a:cxn ang="0">
                  <a:pos x="1961" y="533"/>
                </a:cxn>
              </a:cxnLst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未知"/>
            <p:cNvSpPr/>
            <p:nvPr/>
          </p:nvSpPr>
          <p:spPr>
            <a:xfrm>
              <a:off x="0" y="0"/>
              <a:ext cx="4709" cy="2901"/>
            </a:xfrm>
            <a:custGeom>
              <a:avLst/>
              <a:gdLst/>
              <a:ahLst/>
              <a:cxnLst>
                <a:cxn ang="0">
                  <a:pos x="4709" y="797"/>
                </a:cxn>
                <a:cxn ang="0">
                  <a:pos x="4679" y="665"/>
                </a:cxn>
                <a:cxn ang="0">
                  <a:pos x="4601" y="540"/>
                </a:cxn>
                <a:cxn ang="0">
                  <a:pos x="4480" y="426"/>
                </a:cxn>
                <a:cxn ang="0">
                  <a:pos x="4313" y="312"/>
                </a:cxn>
                <a:cxn ang="0">
                  <a:pos x="4097" y="216"/>
                </a:cxn>
                <a:cxn ang="0">
                  <a:pos x="3845" y="120"/>
                </a:cxn>
                <a:cxn ang="0">
                  <a:pos x="3551" y="36"/>
                </a:cxn>
                <a:cxn ang="0">
                  <a:pos x="3215" y="0"/>
                </a:cxn>
                <a:cxn ang="0">
                  <a:pos x="3551" y="78"/>
                </a:cxn>
                <a:cxn ang="0">
                  <a:pos x="3845" y="162"/>
                </a:cxn>
                <a:cxn ang="0">
                  <a:pos x="4097" y="258"/>
                </a:cxn>
                <a:cxn ang="0">
                  <a:pos x="4301" y="366"/>
                </a:cxn>
                <a:cxn ang="0">
                  <a:pos x="4457" y="480"/>
                </a:cxn>
                <a:cxn ang="0">
                  <a:pos x="4565" y="605"/>
                </a:cxn>
                <a:cxn ang="0">
                  <a:pos x="4625" y="737"/>
                </a:cxn>
                <a:cxn ang="0">
                  <a:pos x="4625" y="875"/>
                </a:cxn>
                <a:cxn ang="0">
                  <a:pos x="4583" y="1001"/>
                </a:cxn>
                <a:cxn ang="0">
                  <a:pos x="4504" y="1127"/>
                </a:cxn>
                <a:cxn ang="0">
                  <a:pos x="4385" y="1259"/>
                </a:cxn>
                <a:cxn ang="0">
                  <a:pos x="4228" y="1385"/>
                </a:cxn>
                <a:cxn ang="0">
                  <a:pos x="4037" y="1517"/>
                </a:cxn>
                <a:cxn ang="0">
                  <a:pos x="3815" y="1648"/>
                </a:cxn>
                <a:cxn ang="0">
                  <a:pos x="3557" y="1774"/>
                </a:cxn>
                <a:cxn ang="0">
                  <a:pos x="3269" y="1906"/>
                </a:cxn>
                <a:cxn ang="0">
                  <a:pos x="2951" y="2032"/>
                </a:cxn>
                <a:cxn ang="0">
                  <a:pos x="2603" y="2164"/>
                </a:cxn>
                <a:cxn ang="0">
                  <a:pos x="2231" y="2284"/>
                </a:cxn>
                <a:cxn ang="0">
                  <a:pos x="1830" y="2410"/>
                </a:cxn>
                <a:cxn ang="0">
                  <a:pos x="1403" y="2530"/>
                </a:cxn>
                <a:cxn ang="0">
                  <a:pos x="486" y="2757"/>
                </a:cxn>
                <a:cxn ang="0">
                  <a:pos x="0" y="2901"/>
                </a:cxn>
                <a:cxn ang="0">
                  <a:pos x="972" y="2674"/>
                </a:cxn>
                <a:cxn ang="0">
                  <a:pos x="1643" y="2494"/>
                </a:cxn>
                <a:cxn ang="0">
                  <a:pos x="2064" y="2374"/>
                </a:cxn>
                <a:cxn ang="0">
                  <a:pos x="2459" y="2248"/>
                </a:cxn>
                <a:cxn ang="0">
                  <a:pos x="2825" y="2116"/>
                </a:cxn>
                <a:cxn ang="0">
                  <a:pos x="3161" y="1984"/>
                </a:cxn>
                <a:cxn ang="0">
                  <a:pos x="3473" y="1858"/>
                </a:cxn>
                <a:cxn ang="0">
                  <a:pos x="3749" y="1720"/>
                </a:cxn>
                <a:cxn ang="0">
                  <a:pos x="3995" y="1589"/>
                </a:cxn>
                <a:cxn ang="0">
                  <a:pos x="4204" y="1457"/>
                </a:cxn>
                <a:cxn ang="0">
                  <a:pos x="4385" y="1325"/>
                </a:cxn>
                <a:cxn ang="0">
                  <a:pos x="4522" y="1193"/>
                </a:cxn>
                <a:cxn ang="0">
                  <a:pos x="4625" y="1061"/>
                </a:cxn>
                <a:cxn ang="0">
                  <a:pos x="4685" y="935"/>
                </a:cxn>
                <a:cxn ang="0">
                  <a:pos x="4703" y="869"/>
                </a:cxn>
              </a:cxnLst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未知"/>
            <p:cNvSpPr/>
            <p:nvPr/>
          </p:nvSpPr>
          <p:spPr>
            <a:xfrm>
              <a:off x="0" y="0"/>
              <a:ext cx="3773" cy="2356"/>
            </a:xfrm>
            <a:custGeom>
              <a:avLst/>
              <a:gdLst/>
              <a:ahLst/>
              <a:cxnLst>
                <a:cxn ang="0">
                  <a:pos x="3773" y="719"/>
                </a:cxn>
                <a:cxn ang="0">
                  <a:pos x="3743" y="599"/>
                </a:cxn>
                <a:cxn ang="0">
                  <a:pos x="3665" y="486"/>
                </a:cxn>
                <a:cxn ang="0">
                  <a:pos x="3533" y="378"/>
                </a:cxn>
                <a:cxn ang="0">
                  <a:pos x="3359" y="282"/>
                </a:cxn>
                <a:cxn ang="0">
                  <a:pos x="3137" y="192"/>
                </a:cxn>
                <a:cxn ang="0">
                  <a:pos x="2873" y="108"/>
                </a:cxn>
                <a:cxn ang="0">
                  <a:pos x="2567" y="36"/>
                </a:cxn>
                <a:cxn ang="0">
                  <a:pos x="2237" y="0"/>
                </a:cxn>
                <a:cxn ang="0">
                  <a:pos x="2585" y="72"/>
                </a:cxn>
                <a:cxn ang="0">
                  <a:pos x="2885" y="150"/>
                </a:cxn>
                <a:cxn ang="0">
                  <a:pos x="3149" y="234"/>
                </a:cxn>
                <a:cxn ang="0">
                  <a:pos x="3359" y="330"/>
                </a:cxn>
                <a:cxn ang="0">
                  <a:pos x="3527" y="432"/>
                </a:cxn>
                <a:cxn ang="0">
                  <a:pos x="3635" y="545"/>
                </a:cxn>
                <a:cxn ang="0">
                  <a:pos x="3695" y="665"/>
                </a:cxn>
                <a:cxn ang="0">
                  <a:pos x="3701" y="791"/>
                </a:cxn>
                <a:cxn ang="0">
                  <a:pos x="3665" y="887"/>
                </a:cxn>
                <a:cxn ang="0">
                  <a:pos x="3604" y="989"/>
                </a:cxn>
                <a:cxn ang="0">
                  <a:pos x="3509" y="1091"/>
                </a:cxn>
                <a:cxn ang="0">
                  <a:pos x="3383" y="1187"/>
                </a:cxn>
                <a:cxn ang="0">
                  <a:pos x="3233" y="1289"/>
                </a:cxn>
                <a:cxn ang="0">
                  <a:pos x="3053" y="1391"/>
                </a:cxn>
                <a:cxn ang="0">
                  <a:pos x="2843" y="1493"/>
                </a:cxn>
                <a:cxn ang="0">
                  <a:pos x="2615" y="1589"/>
                </a:cxn>
                <a:cxn ang="0">
                  <a:pos x="2082" y="1786"/>
                </a:cxn>
                <a:cxn ang="0">
                  <a:pos x="1464" y="1972"/>
                </a:cxn>
                <a:cxn ang="0">
                  <a:pos x="767" y="2158"/>
                </a:cxn>
                <a:cxn ang="0">
                  <a:pos x="0" y="2326"/>
                </a:cxn>
                <a:cxn ang="0">
                  <a:pos x="402" y="2272"/>
                </a:cxn>
                <a:cxn ang="0">
                  <a:pos x="1146" y="2092"/>
                </a:cxn>
                <a:cxn ang="0">
                  <a:pos x="1818" y="1900"/>
                </a:cxn>
                <a:cxn ang="0">
                  <a:pos x="2400" y="1702"/>
                </a:cxn>
                <a:cxn ang="0">
                  <a:pos x="2657" y="1607"/>
                </a:cxn>
                <a:cxn ang="0">
                  <a:pos x="2891" y="1505"/>
                </a:cxn>
                <a:cxn ang="0">
                  <a:pos x="3101" y="1403"/>
                </a:cxn>
                <a:cxn ang="0">
                  <a:pos x="3287" y="1301"/>
                </a:cxn>
                <a:cxn ang="0">
                  <a:pos x="3443" y="1193"/>
                </a:cxn>
                <a:cxn ang="0">
                  <a:pos x="3569" y="1091"/>
                </a:cxn>
                <a:cxn ang="0">
                  <a:pos x="3665" y="989"/>
                </a:cxn>
                <a:cxn ang="0">
                  <a:pos x="3731" y="887"/>
                </a:cxn>
                <a:cxn ang="0">
                  <a:pos x="3767" y="785"/>
                </a:cxn>
              </a:cxnLst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未知"/>
            <p:cNvSpPr/>
            <p:nvPr/>
          </p:nvSpPr>
          <p:spPr>
            <a:xfrm>
              <a:off x="0" y="0"/>
              <a:ext cx="2933" cy="1846"/>
            </a:xfrm>
            <a:custGeom>
              <a:avLst/>
              <a:gdLst/>
              <a:ahLst/>
              <a:cxnLst>
                <a:cxn ang="0">
                  <a:pos x="2933" y="647"/>
                </a:cxn>
                <a:cxn ang="0">
                  <a:pos x="2885" y="528"/>
                </a:cxn>
                <a:cxn ang="0">
                  <a:pos x="2758" y="414"/>
                </a:cxn>
                <a:cxn ang="0">
                  <a:pos x="2567" y="318"/>
                </a:cxn>
                <a:cxn ang="0">
                  <a:pos x="2309" y="228"/>
                </a:cxn>
                <a:cxn ang="0">
                  <a:pos x="1991" y="150"/>
                </a:cxn>
                <a:cxn ang="0">
                  <a:pos x="1613" y="78"/>
                </a:cxn>
                <a:cxn ang="0">
                  <a:pos x="1182" y="24"/>
                </a:cxn>
                <a:cxn ang="0">
                  <a:pos x="696" y="0"/>
                </a:cxn>
                <a:cxn ang="0">
                  <a:pos x="1194" y="48"/>
                </a:cxn>
                <a:cxn ang="0">
                  <a:pos x="1631" y="108"/>
                </a:cxn>
                <a:cxn ang="0">
                  <a:pos x="2015" y="180"/>
                </a:cxn>
                <a:cxn ang="0">
                  <a:pos x="2333" y="264"/>
                </a:cxn>
                <a:cxn ang="0">
                  <a:pos x="2579" y="360"/>
                </a:cxn>
                <a:cxn ang="0">
                  <a:pos x="2758" y="468"/>
                </a:cxn>
                <a:cxn ang="0">
                  <a:pos x="2855" y="587"/>
                </a:cxn>
                <a:cxn ang="0">
                  <a:pos x="2873" y="713"/>
                </a:cxn>
                <a:cxn ang="0">
                  <a:pos x="2849" y="785"/>
                </a:cxn>
                <a:cxn ang="0">
                  <a:pos x="2801" y="857"/>
                </a:cxn>
                <a:cxn ang="0">
                  <a:pos x="2633" y="1001"/>
                </a:cxn>
                <a:cxn ang="0">
                  <a:pos x="2375" y="1145"/>
                </a:cxn>
                <a:cxn ang="0">
                  <a:pos x="2039" y="1289"/>
                </a:cxn>
                <a:cxn ang="0">
                  <a:pos x="1631" y="1433"/>
                </a:cxn>
                <a:cxn ang="0">
                  <a:pos x="1146" y="1571"/>
                </a:cxn>
                <a:cxn ang="0">
                  <a:pos x="606" y="1702"/>
                </a:cxn>
                <a:cxn ang="0">
                  <a:pos x="0" y="1828"/>
                </a:cxn>
                <a:cxn ang="0">
                  <a:pos x="312" y="1780"/>
                </a:cxn>
                <a:cxn ang="0">
                  <a:pos x="900" y="1648"/>
                </a:cxn>
                <a:cxn ang="0">
                  <a:pos x="1421" y="1511"/>
                </a:cxn>
                <a:cxn ang="0">
                  <a:pos x="1877" y="1367"/>
                </a:cxn>
                <a:cxn ang="0">
                  <a:pos x="2261" y="1223"/>
                </a:cxn>
                <a:cxn ang="0">
                  <a:pos x="2567" y="1079"/>
                </a:cxn>
                <a:cxn ang="0">
                  <a:pos x="2783" y="929"/>
                </a:cxn>
                <a:cxn ang="0">
                  <a:pos x="2885" y="815"/>
                </a:cxn>
                <a:cxn ang="0">
                  <a:pos x="2921" y="743"/>
                </a:cxn>
                <a:cxn ang="0">
                  <a:pos x="2933" y="707"/>
                </a:cxn>
              </a:cxnLst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未知"/>
            <p:cNvSpPr/>
            <p:nvPr/>
          </p:nvSpPr>
          <p:spPr>
            <a:xfrm>
              <a:off x="114" y="2847"/>
              <a:ext cx="1493" cy="204"/>
            </a:xfrm>
            <a:custGeom>
              <a:avLst/>
              <a:gdLst/>
              <a:ahLst/>
              <a:cxnLst>
                <a:cxn ang="0">
                  <a:pos x="1404" y="204"/>
                </a:cxn>
                <a:cxn ang="0">
                  <a:pos x="0" y="18"/>
                </a:cxn>
                <a:cxn ang="0">
                  <a:pos x="77" y="0"/>
                </a:cxn>
                <a:cxn ang="0">
                  <a:pos x="1493" y="186"/>
                </a:cxn>
                <a:cxn ang="0">
                  <a:pos x="1404" y="204"/>
                </a:cxn>
                <a:cxn ang="0">
                  <a:pos x="1404" y="204"/>
                </a:cxn>
              </a:cxnLst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1" name="Rectangle 14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2" name="Group 15"/>
            <p:cNvGrpSpPr/>
            <p:nvPr/>
          </p:nvGrpSpPr>
          <p:grpSpPr>
            <a:xfrm>
              <a:off x="192" y="2284"/>
              <a:ext cx="1254" cy="923"/>
              <a:chOff x="0" y="0"/>
              <a:chExt cx="1254" cy="923"/>
            </a:xfrm>
          </p:grpSpPr>
          <p:sp>
            <p:nvSpPr>
              <p:cNvPr id="1043" name="未知"/>
              <p:cNvSpPr/>
              <p:nvPr/>
            </p:nvSpPr>
            <p:spPr>
              <a:xfrm>
                <a:off x="216" y="725"/>
                <a:ext cx="47" cy="6"/>
              </a:xfrm>
              <a:custGeom>
                <a:avLst/>
                <a:gdLst/>
                <a:ahLst/>
                <a:cxnLst>
                  <a:cxn ang="0">
                    <a:pos x="4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7" y="6"/>
                  </a:cxn>
                  <a:cxn ang="0">
                    <a:pos x="47" y="6"/>
                  </a:cxn>
                  <a:cxn ang="0">
                    <a:pos x="47" y="6"/>
                  </a:cxn>
                </a:cxnLst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4" name="未知"/>
              <p:cNvSpPr/>
              <p:nvPr/>
            </p:nvSpPr>
            <p:spPr>
              <a:xfrm>
                <a:off x="720" y="0"/>
                <a:ext cx="324" cy="162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24"/>
                  </a:cxn>
                  <a:cxn ang="0">
                    <a:pos x="12" y="18"/>
                  </a:cxn>
                  <a:cxn ang="0">
                    <a:pos x="48" y="6"/>
                  </a:cxn>
                  <a:cxn ang="0">
                    <a:pos x="101" y="0"/>
                  </a:cxn>
                  <a:cxn ang="0">
                    <a:pos x="137" y="6"/>
                  </a:cxn>
                  <a:cxn ang="0">
                    <a:pos x="174" y="18"/>
                  </a:cxn>
                  <a:cxn ang="0">
                    <a:pos x="240" y="54"/>
                  </a:cxn>
                  <a:cxn ang="0">
                    <a:pos x="288" y="90"/>
                  </a:cxn>
                  <a:cxn ang="0">
                    <a:pos x="318" y="114"/>
                  </a:cxn>
                  <a:cxn ang="0">
                    <a:pos x="324" y="126"/>
                  </a:cxn>
                  <a:cxn ang="0">
                    <a:pos x="324" y="126"/>
                  </a:cxn>
                  <a:cxn ang="0">
                    <a:pos x="222" y="162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5" name="未知"/>
              <p:cNvSpPr>
                <a:spLocks noEditPoints="1"/>
              </p:cNvSpPr>
              <p:nvPr/>
            </p:nvSpPr>
            <p:spPr>
              <a:xfrm>
                <a:off x="0" y="0"/>
                <a:ext cx="1254" cy="923"/>
              </a:xfrm>
              <a:custGeom>
                <a:avLst/>
                <a:gdLst/>
                <a:ahLst/>
                <a:cxnLst>
                  <a:cxn ang="0">
                    <a:pos x="1170" y="641"/>
                  </a:cxn>
                  <a:cxn ang="0">
                    <a:pos x="1170" y="473"/>
                  </a:cxn>
                  <a:cxn ang="0">
                    <a:pos x="1140" y="384"/>
                  </a:cxn>
                  <a:cxn ang="0">
                    <a:pos x="1116" y="288"/>
                  </a:cxn>
                  <a:cxn ang="0">
                    <a:pos x="1056" y="174"/>
                  </a:cxn>
                  <a:cxn ang="0">
                    <a:pos x="984" y="96"/>
                  </a:cxn>
                  <a:cxn ang="0">
                    <a:pos x="966" y="72"/>
                  </a:cxn>
                  <a:cxn ang="0">
                    <a:pos x="894" y="18"/>
                  </a:cxn>
                  <a:cxn ang="0">
                    <a:pos x="822" y="6"/>
                  </a:cxn>
                  <a:cxn ang="0">
                    <a:pos x="714" y="24"/>
                  </a:cxn>
                  <a:cxn ang="0">
                    <a:pos x="666" y="42"/>
                  </a:cxn>
                  <a:cxn ang="0">
                    <a:pos x="570" y="120"/>
                  </a:cxn>
                  <a:cxn ang="0">
                    <a:pos x="534" y="228"/>
                  </a:cxn>
                  <a:cxn ang="0">
                    <a:pos x="511" y="348"/>
                  </a:cxn>
                  <a:cxn ang="0">
                    <a:pos x="432" y="479"/>
                  </a:cxn>
                  <a:cxn ang="0">
                    <a:pos x="414" y="539"/>
                  </a:cxn>
                  <a:cxn ang="0">
                    <a:pos x="354" y="599"/>
                  </a:cxn>
                  <a:cxn ang="0">
                    <a:pos x="306" y="629"/>
                  </a:cxn>
                  <a:cxn ang="0">
                    <a:pos x="294" y="635"/>
                  </a:cxn>
                  <a:cxn ang="0">
                    <a:pos x="258" y="677"/>
                  </a:cxn>
                  <a:cxn ang="0">
                    <a:pos x="150" y="797"/>
                  </a:cxn>
                  <a:cxn ang="0">
                    <a:pos x="54" y="839"/>
                  </a:cxn>
                  <a:cxn ang="0">
                    <a:pos x="156" y="905"/>
                  </a:cxn>
                  <a:cxn ang="0">
                    <a:pos x="241" y="869"/>
                  </a:cxn>
                  <a:cxn ang="0">
                    <a:pos x="642" y="827"/>
                  </a:cxn>
                  <a:cxn ang="0">
                    <a:pos x="702" y="725"/>
                  </a:cxn>
                  <a:cxn ang="0">
                    <a:pos x="696" y="611"/>
                  </a:cxn>
                  <a:cxn ang="0">
                    <a:pos x="780" y="551"/>
                  </a:cxn>
                  <a:cxn ang="0">
                    <a:pos x="882" y="449"/>
                  </a:cxn>
                  <a:cxn ang="0">
                    <a:pos x="912" y="414"/>
                  </a:cxn>
                  <a:cxn ang="0">
                    <a:pos x="978" y="318"/>
                  </a:cxn>
                  <a:cxn ang="0">
                    <a:pos x="1026" y="336"/>
                  </a:cxn>
                  <a:cxn ang="0">
                    <a:pos x="1122" y="617"/>
                  </a:cxn>
                  <a:cxn ang="0">
                    <a:pos x="1116" y="689"/>
                  </a:cxn>
                  <a:cxn ang="0">
                    <a:pos x="1152" y="749"/>
                  </a:cxn>
                  <a:cxn ang="0">
                    <a:pos x="1206" y="713"/>
                  </a:cxn>
                  <a:cxn ang="0">
                    <a:pos x="1242" y="749"/>
                  </a:cxn>
                  <a:cxn ang="0">
                    <a:pos x="1254" y="743"/>
                  </a:cxn>
                  <a:cxn ang="0">
                    <a:pos x="696" y="264"/>
                  </a:cxn>
                  <a:cxn ang="0">
                    <a:pos x="787" y="372"/>
                  </a:cxn>
                  <a:cxn ang="0">
                    <a:pos x="768" y="443"/>
                  </a:cxn>
                  <a:cxn ang="0">
                    <a:pos x="708" y="515"/>
                  </a:cxn>
                  <a:cxn ang="0">
                    <a:pos x="660" y="569"/>
                  </a:cxn>
                  <a:cxn ang="0">
                    <a:pos x="618" y="593"/>
                  </a:cxn>
                  <a:cxn ang="0">
                    <a:pos x="576" y="617"/>
                  </a:cxn>
                  <a:cxn ang="0">
                    <a:pos x="564" y="707"/>
                  </a:cxn>
                  <a:cxn ang="0">
                    <a:pos x="354" y="755"/>
                  </a:cxn>
                  <a:cxn ang="0">
                    <a:pos x="390" y="641"/>
                  </a:cxn>
                  <a:cxn ang="0">
                    <a:pos x="426" y="647"/>
                  </a:cxn>
                  <a:cxn ang="0">
                    <a:pos x="444" y="617"/>
                  </a:cxn>
                  <a:cxn ang="0">
                    <a:pos x="570" y="515"/>
                  </a:cxn>
                  <a:cxn ang="0">
                    <a:pos x="618" y="473"/>
                  </a:cxn>
                  <a:cxn ang="0">
                    <a:pos x="642" y="396"/>
                  </a:cxn>
                  <a:cxn ang="0">
                    <a:pos x="642" y="378"/>
                  </a:cxn>
                  <a:cxn ang="0">
                    <a:pos x="666" y="270"/>
                  </a:cxn>
                  <a:cxn ang="0">
                    <a:pos x="684" y="192"/>
                  </a:cxn>
                  <a:cxn ang="0">
                    <a:pos x="696" y="264"/>
                  </a:cxn>
                  <a:cxn ang="0">
                    <a:pos x="534" y="455"/>
                  </a:cxn>
                  <a:cxn ang="0">
                    <a:pos x="636" y="803"/>
                  </a:cxn>
                </a:cxnLst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6" name="未知"/>
              <p:cNvSpPr/>
              <p:nvPr/>
            </p:nvSpPr>
            <p:spPr>
              <a:xfrm>
                <a:off x="492" y="425"/>
                <a:ext cx="47" cy="7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18" y="60"/>
                  </a:cxn>
                  <a:cxn ang="0">
                    <a:pos x="24" y="54"/>
                  </a:cxn>
                  <a:cxn ang="0">
                    <a:pos x="47" y="0"/>
                  </a:cxn>
                  <a:cxn ang="0">
                    <a:pos x="0" y="78"/>
                  </a:cxn>
                  <a:cxn ang="0">
                    <a:pos x="12" y="72"/>
                  </a:cxn>
                  <a:cxn ang="0">
                    <a:pos x="12" y="72"/>
                  </a:cxn>
                </a:cxnLst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7" name="未知"/>
              <p:cNvSpPr/>
              <p:nvPr/>
            </p:nvSpPr>
            <p:spPr>
              <a:xfrm>
                <a:off x="1092" y="288"/>
                <a:ext cx="149" cy="419"/>
              </a:xfrm>
              <a:custGeom>
                <a:avLst/>
                <a:gdLst/>
                <a:ahLst/>
                <a:cxnLst>
                  <a:cxn ang="0">
                    <a:pos x="29" y="96"/>
                  </a:cxn>
                  <a:cxn ang="0">
                    <a:pos x="41" y="126"/>
                  </a:cxn>
                  <a:cxn ang="0">
                    <a:pos x="29" y="161"/>
                  </a:cxn>
                  <a:cxn ang="0">
                    <a:pos x="47" y="149"/>
                  </a:cxn>
                  <a:cxn ang="0">
                    <a:pos x="53" y="347"/>
                  </a:cxn>
                  <a:cxn ang="0">
                    <a:pos x="65" y="371"/>
                  </a:cxn>
                  <a:cxn ang="0">
                    <a:pos x="65" y="377"/>
                  </a:cxn>
                  <a:cxn ang="0">
                    <a:pos x="65" y="389"/>
                  </a:cxn>
                  <a:cxn ang="0">
                    <a:pos x="77" y="395"/>
                  </a:cxn>
                  <a:cxn ang="0">
                    <a:pos x="101" y="407"/>
                  </a:cxn>
                  <a:cxn ang="0">
                    <a:pos x="125" y="413"/>
                  </a:cxn>
                  <a:cxn ang="0">
                    <a:pos x="149" y="419"/>
                  </a:cxn>
                  <a:cxn ang="0">
                    <a:pos x="125" y="395"/>
                  </a:cxn>
                  <a:cxn ang="0">
                    <a:pos x="77" y="365"/>
                  </a:cxn>
                  <a:cxn ang="0">
                    <a:pos x="77" y="365"/>
                  </a:cxn>
                  <a:cxn ang="0">
                    <a:pos x="77" y="353"/>
                  </a:cxn>
                  <a:cxn ang="0">
                    <a:pos x="83" y="329"/>
                  </a:cxn>
                  <a:cxn ang="0">
                    <a:pos x="83" y="293"/>
                  </a:cxn>
                  <a:cxn ang="0">
                    <a:pos x="83" y="257"/>
                  </a:cxn>
                  <a:cxn ang="0">
                    <a:pos x="83" y="221"/>
                  </a:cxn>
                  <a:cxn ang="0">
                    <a:pos x="77" y="185"/>
                  </a:cxn>
                  <a:cxn ang="0">
                    <a:pos x="65" y="155"/>
                  </a:cxn>
                  <a:cxn ang="0">
                    <a:pos x="59" y="143"/>
                  </a:cxn>
                  <a:cxn ang="0">
                    <a:pos x="53" y="137"/>
                  </a:cxn>
                  <a:cxn ang="0">
                    <a:pos x="53" y="120"/>
                  </a:cxn>
                  <a:cxn ang="0">
                    <a:pos x="53" y="108"/>
                  </a:cxn>
                  <a:cxn ang="0">
                    <a:pos x="47" y="90"/>
                  </a:cxn>
                  <a:cxn ang="0">
                    <a:pos x="35" y="54"/>
                  </a:cxn>
                  <a:cxn ang="0">
                    <a:pos x="23" y="18"/>
                  </a:cxn>
                  <a:cxn ang="0">
                    <a:pos x="17" y="6"/>
                  </a:cxn>
                  <a:cxn ang="0">
                    <a:pos x="17" y="0"/>
                  </a:cxn>
                  <a:cxn ang="0">
                    <a:pos x="0" y="6"/>
                  </a:cxn>
                  <a:cxn ang="0">
                    <a:pos x="6" y="114"/>
                  </a:cxn>
                  <a:cxn ang="0">
                    <a:pos x="29" y="96"/>
                  </a:cxn>
                  <a:cxn ang="0">
                    <a:pos x="29" y="96"/>
                  </a:cxn>
                </a:cxnLst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8" name="未知"/>
              <p:cNvSpPr/>
              <p:nvPr/>
            </p:nvSpPr>
            <p:spPr>
              <a:xfrm>
                <a:off x="948" y="150"/>
                <a:ext cx="167" cy="138"/>
              </a:xfrm>
              <a:custGeom>
                <a:avLst/>
                <a:gdLst/>
                <a:ahLst/>
                <a:cxnLst>
                  <a:cxn ang="0">
                    <a:pos x="102" y="18"/>
                  </a:cxn>
                  <a:cxn ang="0">
                    <a:pos x="96" y="12"/>
                  </a:cxn>
                  <a:cxn ang="0">
                    <a:pos x="90" y="0"/>
                  </a:cxn>
                  <a:cxn ang="0">
                    <a:pos x="78" y="0"/>
                  </a:cxn>
                  <a:cxn ang="0">
                    <a:pos x="66" y="0"/>
                  </a:cxn>
                  <a:cxn ang="0">
                    <a:pos x="60" y="0"/>
                  </a:cxn>
                  <a:cxn ang="0">
                    <a:pos x="48" y="6"/>
                  </a:cxn>
                  <a:cxn ang="0">
                    <a:pos x="36" y="12"/>
                  </a:cxn>
                  <a:cxn ang="0">
                    <a:pos x="30" y="12"/>
                  </a:cxn>
                  <a:cxn ang="0">
                    <a:pos x="24" y="24"/>
                  </a:cxn>
                  <a:cxn ang="0">
                    <a:pos x="18" y="42"/>
                  </a:cxn>
                  <a:cxn ang="0">
                    <a:pos x="6" y="66"/>
                  </a:cxn>
                  <a:cxn ang="0">
                    <a:pos x="0" y="72"/>
                  </a:cxn>
                  <a:cxn ang="0">
                    <a:pos x="42" y="30"/>
                  </a:cxn>
                  <a:cxn ang="0">
                    <a:pos x="30" y="66"/>
                  </a:cxn>
                  <a:cxn ang="0">
                    <a:pos x="96" y="36"/>
                  </a:cxn>
                  <a:cxn ang="0">
                    <a:pos x="120" y="78"/>
                  </a:cxn>
                  <a:cxn ang="0">
                    <a:pos x="120" y="54"/>
                  </a:cxn>
                  <a:cxn ang="0">
                    <a:pos x="167" y="138"/>
                  </a:cxn>
                  <a:cxn ang="0">
                    <a:pos x="167" y="120"/>
                  </a:cxn>
                  <a:cxn ang="0">
                    <a:pos x="161" y="102"/>
                  </a:cxn>
                  <a:cxn ang="0">
                    <a:pos x="138" y="60"/>
                  </a:cxn>
                  <a:cxn ang="0">
                    <a:pos x="114" y="30"/>
                  </a:cxn>
                  <a:cxn ang="0">
                    <a:pos x="108" y="24"/>
                  </a:cxn>
                  <a:cxn ang="0">
                    <a:pos x="102" y="18"/>
                  </a:cxn>
                  <a:cxn ang="0">
                    <a:pos x="102" y="18"/>
                  </a:cxn>
                </a:cxnLst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9" name="未知"/>
              <p:cNvSpPr/>
              <p:nvPr/>
            </p:nvSpPr>
            <p:spPr>
              <a:xfrm>
                <a:off x="756" y="30"/>
                <a:ext cx="113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24" y="6"/>
                  </a:cxn>
                  <a:cxn ang="0">
                    <a:pos x="48" y="18"/>
                  </a:cxn>
                  <a:cxn ang="0">
                    <a:pos x="71" y="36"/>
                  </a:cxn>
                  <a:cxn ang="0">
                    <a:pos x="83" y="48"/>
                  </a:cxn>
                  <a:cxn ang="0">
                    <a:pos x="95" y="66"/>
                  </a:cxn>
                  <a:cxn ang="0">
                    <a:pos x="107" y="90"/>
                  </a:cxn>
                  <a:cxn ang="0">
                    <a:pos x="113" y="114"/>
                  </a:cxn>
                  <a:cxn ang="0">
                    <a:pos x="83" y="66"/>
                  </a:cxn>
                  <a:cxn ang="0">
                    <a:pos x="60" y="78"/>
                  </a:cxn>
                  <a:cxn ang="0">
                    <a:pos x="71" y="54"/>
                  </a:cxn>
                  <a:cxn ang="0">
                    <a:pos x="12" y="78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4" y="30"/>
                  </a:cxn>
                  <a:cxn ang="0">
                    <a:pos x="36" y="1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未知"/>
              <p:cNvSpPr/>
              <p:nvPr/>
            </p:nvSpPr>
            <p:spPr>
              <a:xfrm>
                <a:off x="930" y="294"/>
                <a:ext cx="66" cy="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42" y="18"/>
                  </a:cxn>
                  <a:cxn ang="0">
                    <a:pos x="36" y="6"/>
                  </a:cxn>
                  <a:cxn ang="0">
                    <a:pos x="24" y="30"/>
                  </a:cxn>
                  <a:cxn ang="0">
                    <a:pos x="18" y="36"/>
                  </a:cxn>
                  <a:cxn ang="0">
                    <a:pos x="6" y="48"/>
                  </a:cxn>
                  <a:cxn ang="0">
                    <a:pos x="0" y="60"/>
                  </a:cxn>
                  <a:cxn ang="0">
                    <a:pos x="12" y="54"/>
                  </a:cxn>
                  <a:cxn ang="0">
                    <a:pos x="30" y="36"/>
                  </a:cxn>
                  <a:cxn ang="0">
                    <a:pos x="54" y="18"/>
                  </a:cxn>
                  <a:cxn ang="0">
                    <a:pos x="66" y="6"/>
                  </a:cxn>
                  <a:cxn ang="0">
                    <a:pos x="54" y="0"/>
                  </a:cxn>
                  <a:cxn ang="0">
                    <a:pos x="54" y="0"/>
                  </a:cxn>
                </a:cxnLst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未知"/>
              <p:cNvSpPr/>
              <p:nvPr/>
            </p:nvSpPr>
            <p:spPr>
              <a:xfrm>
                <a:off x="750" y="390"/>
                <a:ext cx="161" cy="179"/>
              </a:xfrm>
              <a:custGeom>
                <a:avLst/>
                <a:gdLst/>
                <a:ahLst/>
                <a:cxnLst>
                  <a:cxn ang="0">
                    <a:pos x="131" y="53"/>
                  </a:cxn>
                  <a:cxn ang="0">
                    <a:pos x="137" y="53"/>
                  </a:cxn>
                  <a:cxn ang="0">
                    <a:pos x="143" y="41"/>
                  </a:cxn>
                  <a:cxn ang="0">
                    <a:pos x="155" y="35"/>
                  </a:cxn>
                  <a:cxn ang="0">
                    <a:pos x="161" y="24"/>
                  </a:cxn>
                  <a:cxn ang="0">
                    <a:pos x="161" y="12"/>
                  </a:cxn>
                  <a:cxn ang="0">
                    <a:pos x="161" y="0"/>
                  </a:cxn>
                  <a:cxn ang="0">
                    <a:pos x="149" y="24"/>
                  </a:cxn>
                  <a:cxn ang="0">
                    <a:pos x="143" y="35"/>
                  </a:cxn>
                  <a:cxn ang="0">
                    <a:pos x="131" y="35"/>
                  </a:cxn>
                  <a:cxn ang="0">
                    <a:pos x="119" y="41"/>
                  </a:cxn>
                  <a:cxn ang="0">
                    <a:pos x="125" y="53"/>
                  </a:cxn>
                  <a:cxn ang="0">
                    <a:pos x="95" y="95"/>
                  </a:cxn>
                  <a:cxn ang="0">
                    <a:pos x="0" y="137"/>
                  </a:cxn>
                  <a:cxn ang="0">
                    <a:pos x="60" y="119"/>
                  </a:cxn>
                  <a:cxn ang="0">
                    <a:pos x="54" y="125"/>
                  </a:cxn>
                  <a:cxn ang="0">
                    <a:pos x="48" y="131"/>
                  </a:cxn>
                  <a:cxn ang="0">
                    <a:pos x="24" y="155"/>
                  </a:cxn>
                  <a:cxn ang="0">
                    <a:pos x="12" y="167"/>
                  </a:cxn>
                  <a:cxn ang="0">
                    <a:pos x="0" y="173"/>
                  </a:cxn>
                  <a:cxn ang="0">
                    <a:pos x="0" y="179"/>
                  </a:cxn>
                  <a:cxn ang="0">
                    <a:pos x="6" y="173"/>
                  </a:cxn>
                  <a:cxn ang="0">
                    <a:pos x="30" y="155"/>
                  </a:cxn>
                  <a:cxn ang="0">
                    <a:pos x="48" y="143"/>
                  </a:cxn>
                  <a:cxn ang="0">
                    <a:pos x="71" y="125"/>
                  </a:cxn>
                  <a:cxn ang="0">
                    <a:pos x="95" y="107"/>
                  </a:cxn>
                  <a:cxn ang="0">
                    <a:pos x="119" y="77"/>
                  </a:cxn>
                  <a:cxn ang="0">
                    <a:pos x="131" y="59"/>
                  </a:cxn>
                  <a:cxn ang="0">
                    <a:pos x="131" y="53"/>
                  </a:cxn>
                  <a:cxn ang="0">
                    <a:pos x="131" y="53"/>
                  </a:cxn>
                </a:cxnLst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2" name="未知"/>
              <p:cNvSpPr/>
              <p:nvPr/>
            </p:nvSpPr>
            <p:spPr>
              <a:xfrm>
                <a:off x="545" y="479"/>
                <a:ext cx="73" cy="54"/>
              </a:xfrm>
              <a:custGeom>
                <a:avLst/>
                <a:gdLst/>
                <a:ahLst/>
                <a:cxnLst>
                  <a:cxn ang="0">
                    <a:pos x="24" y="36"/>
                  </a:cxn>
                  <a:cxn ang="0">
                    <a:pos x="49" y="24"/>
                  </a:cxn>
                  <a:cxn ang="0">
                    <a:pos x="61" y="12"/>
                  </a:cxn>
                  <a:cxn ang="0">
                    <a:pos x="67" y="6"/>
                  </a:cxn>
                  <a:cxn ang="0">
                    <a:pos x="73" y="0"/>
                  </a:cxn>
                  <a:cxn ang="0">
                    <a:pos x="43" y="18"/>
                  </a:cxn>
                  <a:cxn ang="0">
                    <a:pos x="30" y="24"/>
                  </a:cxn>
                  <a:cxn ang="0">
                    <a:pos x="24" y="24"/>
                  </a:cxn>
                  <a:cxn ang="0">
                    <a:pos x="18" y="18"/>
                  </a:cxn>
                  <a:cxn ang="0">
                    <a:pos x="12" y="12"/>
                  </a:cxn>
                  <a:cxn ang="0">
                    <a:pos x="0" y="54"/>
                  </a:cxn>
                  <a:cxn ang="0">
                    <a:pos x="12" y="42"/>
                  </a:cxn>
                  <a:cxn ang="0">
                    <a:pos x="24" y="36"/>
                  </a:cxn>
                  <a:cxn ang="0">
                    <a:pos x="24" y="36"/>
                  </a:cxn>
                </a:cxnLst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3" name="未知"/>
              <p:cNvSpPr/>
              <p:nvPr/>
            </p:nvSpPr>
            <p:spPr>
              <a:xfrm>
                <a:off x="432" y="605"/>
                <a:ext cx="12" cy="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6" y="54"/>
                  </a:cxn>
                  <a:cxn ang="0">
                    <a:pos x="12" y="36"/>
                  </a:cxn>
                  <a:cxn ang="0">
                    <a:pos x="12" y="18"/>
                  </a:cxn>
                  <a:cxn ang="0">
                    <a:pos x="12" y="6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4" name="未知"/>
              <p:cNvSpPr/>
              <p:nvPr/>
            </p:nvSpPr>
            <p:spPr>
              <a:xfrm>
                <a:off x="300" y="737"/>
                <a:ext cx="48" cy="72"/>
              </a:xfrm>
              <a:custGeom>
                <a:avLst/>
                <a:gdLst/>
                <a:ahLst/>
                <a:cxnLst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6" y="0"/>
                  </a:cxn>
                  <a:cxn ang="0">
                    <a:pos x="42" y="12"/>
                  </a:cxn>
                  <a:cxn ang="0">
                    <a:pos x="42" y="12"/>
                  </a:cxn>
                  <a:cxn ang="0">
                    <a:pos x="0" y="72"/>
                  </a:cxn>
                  <a:cxn ang="0">
                    <a:pos x="18" y="54"/>
                  </a:cxn>
                  <a:cxn ang="0">
                    <a:pos x="18" y="6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</a:cxnLst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5" name="未知"/>
              <p:cNvSpPr/>
              <p:nvPr/>
            </p:nvSpPr>
            <p:spPr>
              <a:xfrm>
                <a:off x="245" y="743"/>
                <a:ext cx="288" cy="84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84"/>
                  </a:cxn>
                  <a:cxn ang="0">
                    <a:pos x="169" y="36"/>
                  </a:cxn>
                  <a:cxn ang="0">
                    <a:pos x="114" y="60"/>
                  </a:cxn>
                  <a:cxn ang="0">
                    <a:pos x="277" y="18"/>
                  </a:cxn>
                  <a:cxn ang="0">
                    <a:pos x="288" y="0"/>
                  </a:cxn>
                  <a:cxn ang="0">
                    <a:pos x="288" y="0"/>
                  </a:cxn>
                </a:cxnLst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6" name="未知"/>
              <p:cNvSpPr/>
              <p:nvPr/>
            </p:nvSpPr>
            <p:spPr>
              <a:xfrm>
                <a:off x="636" y="719"/>
                <a:ext cx="66" cy="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6" y="6"/>
                  </a:cxn>
                  <a:cxn ang="0">
                    <a:pos x="0" y="84"/>
                  </a:cxn>
                  <a:cxn ang="0">
                    <a:pos x="54" y="24"/>
                  </a:cxn>
                  <a:cxn ang="0">
                    <a:pos x="6" y="108"/>
                  </a:cxn>
                  <a:cxn ang="0">
                    <a:pos x="66" y="6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7" name="未知"/>
              <p:cNvSpPr/>
              <p:nvPr/>
            </p:nvSpPr>
            <p:spPr>
              <a:xfrm>
                <a:off x="174" y="827"/>
                <a:ext cx="77" cy="42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0"/>
                  </a:cxn>
                  <a:cxn ang="0">
                    <a:pos x="60" y="6"/>
                  </a:cxn>
                  <a:cxn ang="0">
                    <a:pos x="48" y="6"/>
                  </a:cxn>
                  <a:cxn ang="0">
                    <a:pos x="42" y="6"/>
                  </a:cxn>
                  <a:cxn ang="0">
                    <a:pos x="60" y="6"/>
                  </a:cxn>
                  <a:cxn ang="0">
                    <a:pos x="0" y="24"/>
                  </a:cxn>
                  <a:cxn ang="0">
                    <a:pos x="71" y="6"/>
                  </a:cxn>
                  <a:cxn ang="0">
                    <a:pos x="66" y="42"/>
                  </a:cxn>
                  <a:cxn ang="0">
                    <a:pos x="77" y="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8" name="未知"/>
              <p:cNvSpPr/>
              <p:nvPr/>
            </p:nvSpPr>
            <p:spPr>
              <a:xfrm>
                <a:off x="306" y="881"/>
                <a:ext cx="66" cy="30"/>
              </a:xfrm>
              <a:custGeom>
                <a:avLst/>
                <a:gdLst/>
                <a:ahLst/>
                <a:cxnLst>
                  <a:cxn ang="0">
                    <a:pos x="66" y="6"/>
                  </a:cxn>
                  <a:cxn ang="0">
                    <a:pos x="0" y="0"/>
                  </a:cxn>
                  <a:cxn ang="0">
                    <a:pos x="54" y="6"/>
                  </a:cxn>
                  <a:cxn ang="0">
                    <a:pos x="18" y="18"/>
                  </a:cxn>
                  <a:cxn ang="0">
                    <a:pos x="60" y="12"/>
                  </a:cxn>
                  <a:cxn ang="0">
                    <a:pos x="60" y="30"/>
                  </a:cxn>
                  <a:cxn ang="0">
                    <a:pos x="60" y="30"/>
                  </a:cxn>
                  <a:cxn ang="0">
                    <a:pos x="66" y="6"/>
                  </a:cxn>
                  <a:cxn ang="0">
                    <a:pos x="66" y="6"/>
                  </a:cxn>
                </a:cxnLst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9" name="未知"/>
              <p:cNvSpPr/>
              <p:nvPr/>
            </p:nvSpPr>
            <p:spPr>
              <a:xfrm>
                <a:off x="648" y="635"/>
                <a:ext cx="18" cy="6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24"/>
                  </a:cxn>
                  <a:cxn ang="0">
                    <a:pos x="12" y="60"/>
                  </a:cxn>
                  <a:cxn ang="0">
                    <a:pos x="18" y="18"/>
                  </a:cxn>
                  <a:cxn ang="0">
                    <a:pos x="18" y="18"/>
                  </a:cxn>
                  <a:cxn ang="0">
                    <a:pos x="18" y="0"/>
                  </a:cxn>
                  <a:cxn ang="0">
                    <a:pos x="12" y="18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0" name="未知"/>
              <p:cNvSpPr/>
              <p:nvPr/>
            </p:nvSpPr>
            <p:spPr>
              <a:xfrm>
                <a:off x="354" y="737"/>
                <a:ext cx="6" cy="1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8"/>
                  </a:cxn>
                  <a:cxn ang="0">
                    <a:pos x="6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1" name="未知"/>
              <p:cNvSpPr/>
              <p:nvPr/>
            </p:nvSpPr>
            <p:spPr>
              <a:xfrm>
                <a:off x="342" y="659"/>
                <a:ext cx="30" cy="78"/>
              </a:xfrm>
              <a:custGeom>
                <a:avLst/>
                <a:gdLst/>
                <a:ahLst/>
                <a:cxnLst>
                  <a:cxn ang="0">
                    <a:pos x="24" y="6"/>
                  </a:cxn>
                  <a:cxn ang="0">
                    <a:pos x="18" y="24"/>
                  </a:cxn>
                  <a:cxn ang="0">
                    <a:pos x="0" y="18"/>
                  </a:cxn>
                  <a:cxn ang="0">
                    <a:pos x="12" y="30"/>
                  </a:cxn>
                  <a:cxn ang="0">
                    <a:pos x="6" y="42"/>
                  </a:cxn>
                  <a:cxn ang="0">
                    <a:pos x="18" y="78"/>
                  </a:cxn>
                  <a:cxn ang="0">
                    <a:pos x="18" y="24"/>
                  </a:cxn>
                  <a:cxn ang="0">
                    <a:pos x="24" y="12"/>
                  </a:cxn>
                  <a:cxn ang="0">
                    <a:pos x="30" y="6"/>
                  </a:cxn>
                  <a:cxn ang="0">
                    <a:pos x="30" y="6"/>
                  </a:cxn>
                  <a:cxn ang="0">
                    <a:pos x="12" y="0"/>
                  </a:cxn>
                  <a:cxn ang="0">
                    <a:pos x="24" y="6"/>
                  </a:cxn>
                  <a:cxn ang="0">
                    <a:pos x="24" y="6"/>
                  </a:cxn>
                </a:cxnLst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2" name="未知"/>
              <p:cNvSpPr/>
              <p:nvPr/>
            </p:nvSpPr>
            <p:spPr>
              <a:xfrm>
                <a:off x="348" y="755"/>
                <a:ext cx="24" cy="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24" y="24"/>
                  </a:cxn>
                  <a:cxn ang="0">
                    <a:pos x="24" y="18"/>
                  </a:cxn>
                  <a:cxn ang="0">
                    <a:pos x="18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未知"/>
              <p:cNvSpPr/>
              <p:nvPr/>
            </p:nvSpPr>
            <p:spPr>
              <a:xfrm>
                <a:off x="609" y="397"/>
                <a:ext cx="215" cy="216"/>
              </a:xfrm>
              <a:custGeom>
                <a:avLst/>
                <a:gdLst/>
                <a:ahLst/>
                <a:cxnLst>
                  <a:cxn ang="0">
                    <a:pos x="215" y="0"/>
                  </a:cxn>
                  <a:cxn ang="0">
                    <a:pos x="147" y="36"/>
                  </a:cxn>
                  <a:cxn ang="0">
                    <a:pos x="132" y="49"/>
                  </a:cxn>
                  <a:cxn ang="0">
                    <a:pos x="104" y="79"/>
                  </a:cxn>
                  <a:cxn ang="0">
                    <a:pos x="87" y="114"/>
                  </a:cxn>
                  <a:cxn ang="0">
                    <a:pos x="48" y="156"/>
                  </a:cxn>
                  <a:cxn ang="0">
                    <a:pos x="42" y="166"/>
                  </a:cxn>
                  <a:cxn ang="0">
                    <a:pos x="29" y="177"/>
                  </a:cxn>
                  <a:cxn ang="0">
                    <a:pos x="0" y="208"/>
                  </a:cxn>
                  <a:cxn ang="0">
                    <a:pos x="48" y="216"/>
                  </a:cxn>
                  <a:cxn ang="0">
                    <a:pos x="215" y="0"/>
                  </a:cxn>
                </a:cxnLst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未知"/>
              <p:cNvSpPr/>
              <p:nvPr/>
            </p:nvSpPr>
            <p:spPr>
              <a:xfrm>
                <a:off x="344" y="426"/>
                <a:ext cx="212" cy="179"/>
              </a:xfrm>
              <a:custGeom>
                <a:avLst/>
                <a:gdLst/>
                <a:ahLst/>
                <a:cxnLst>
                  <a:cxn ang="0">
                    <a:pos x="212" y="0"/>
                  </a:cxn>
                  <a:cxn ang="0">
                    <a:pos x="144" y="36"/>
                  </a:cxn>
                  <a:cxn ang="0">
                    <a:pos x="0" y="179"/>
                  </a:cxn>
                  <a:cxn ang="0">
                    <a:pos x="177" y="85"/>
                  </a:cxn>
                  <a:cxn ang="0">
                    <a:pos x="212" y="0"/>
                  </a:cxn>
                </a:cxnLst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未知"/>
              <p:cNvSpPr/>
              <p:nvPr/>
            </p:nvSpPr>
            <p:spPr>
              <a:xfrm>
                <a:off x="845" y="325"/>
                <a:ext cx="64" cy="79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4" y="79"/>
                  </a:cxn>
                  <a:cxn ang="0">
                    <a:pos x="60" y="0"/>
                  </a:cxn>
                  <a:cxn ang="0">
                    <a:pos x="0" y="22"/>
                  </a:cxn>
                </a:cxnLst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6" name="未知"/>
              <p:cNvSpPr/>
              <p:nvPr userDrawn="1"/>
            </p:nvSpPr>
            <p:spPr>
              <a:xfrm>
                <a:off x="675" y="187"/>
                <a:ext cx="137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87"/>
                  </a:cxn>
                  <a:cxn ang="0">
                    <a:pos x="69" y="154"/>
                  </a:cxn>
                  <a:cxn ang="0">
                    <a:pos x="137" y="207"/>
                  </a:cxn>
                  <a:cxn ang="0">
                    <a:pos x="0" y="0"/>
                  </a:cxn>
                </a:cxnLst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7" name="未知"/>
              <p:cNvSpPr/>
              <p:nvPr userDrawn="1"/>
            </p:nvSpPr>
            <p:spPr>
              <a:xfrm>
                <a:off x="625" y="223"/>
                <a:ext cx="65" cy="222"/>
              </a:xfrm>
              <a:custGeom>
                <a:avLst/>
                <a:gdLst/>
                <a:ahLst/>
                <a:cxnLst>
                  <a:cxn ang="0">
                    <a:pos x="0" y="222"/>
                  </a:cxn>
                  <a:cxn ang="0">
                    <a:pos x="40" y="142"/>
                  </a:cxn>
                  <a:cxn ang="0">
                    <a:pos x="65" y="72"/>
                  </a:cxn>
                  <a:cxn ang="0">
                    <a:pos x="7" y="0"/>
                  </a:cxn>
                  <a:cxn ang="0">
                    <a:pos x="0" y="222"/>
                  </a:cxn>
                </a:cxnLst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89" name="Rectangle 41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47800"/>
            <a:ext cx="7772400" cy="1470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090" name="Rectangle 4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203575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1" name="Rectangle 4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fld id="{9A0DB2DC-4C9A-4742-B13C-FB6460FD3503}" type="slidenum">
              <a:rPr lang="en-US" altLang="zh-CN" sz="1000" b="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</a:fld>
            <a:endParaRPr lang="en-US" altLang="zh-CN" sz="1000" b="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1030" name="未知"/>
            <p:cNvSpPr/>
            <p:nvPr/>
          </p:nvSpPr>
          <p:spPr>
            <a:xfrm>
              <a:off x="1812" y="2811"/>
              <a:ext cx="3946" cy="1505"/>
            </a:xfrm>
            <a:custGeom>
              <a:avLst/>
              <a:gdLst/>
              <a:ahLst/>
              <a:cxnLst>
                <a:cxn ang="0">
                  <a:pos x="149" y="1505"/>
                </a:cxn>
                <a:cxn ang="0">
                  <a:pos x="689" y="1331"/>
                </a:cxn>
                <a:cxn ang="0">
                  <a:pos x="1217" y="1157"/>
                </a:cxn>
                <a:cxn ang="0">
                  <a:pos x="1733" y="977"/>
                </a:cxn>
                <a:cxn ang="0">
                  <a:pos x="2225" y="792"/>
                </a:cxn>
                <a:cxn ang="0">
                  <a:pos x="2464" y="696"/>
                </a:cxn>
                <a:cxn ang="0">
                  <a:pos x="2698" y="606"/>
                </a:cxn>
                <a:cxn ang="0">
                  <a:pos x="2927" y="510"/>
                </a:cxn>
                <a:cxn ang="0">
                  <a:pos x="3149" y="420"/>
                </a:cxn>
                <a:cxn ang="0">
                  <a:pos x="3358" y="324"/>
                </a:cxn>
                <a:cxn ang="0">
                  <a:pos x="3562" y="234"/>
                </a:cxn>
                <a:cxn ang="0">
                  <a:pos x="3760" y="138"/>
                </a:cxn>
                <a:cxn ang="0">
                  <a:pos x="3946" y="48"/>
                </a:cxn>
                <a:cxn ang="0">
                  <a:pos x="3946" y="0"/>
                </a:cxn>
                <a:cxn ang="0">
                  <a:pos x="3754" y="96"/>
                </a:cxn>
                <a:cxn ang="0">
                  <a:pos x="3550" y="192"/>
                </a:cxn>
                <a:cxn ang="0">
                  <a:pos x="3340" y="288"/>
                </a:cxn>
                <a:cxn ang="0">
                  <a:pos x="3125" y="384"/>
                </a:cxn>
                <a:cxn ang="0">
                  <a:pos x="2897" y="480"/>
                </a:cxn>
                <a:cxn ang="0">
                  <a:pos x="2662" y="576"/>
                </a:cxn>
                <a:cxn ang="0">
                  <a:pos x="2416" y="672"/>
                </a:cxn>
                <a:cxn ang="0">
                  <a:pos x="2171" y="768"/>
                </a:cxn>
                <a:cxn ang="0">
                  <a:pos x="1913" y="864"/>
                </a:cxn>
                <a:cxn ang="0">
                  <a:pos x="1655" y="960"/>
                </a:cxn>
                <a:cxn ang="0">
                  <a:pos x="1115" y="1145"/>
                </a:cxn>
                <a:cxn ang="0">
                  <a:pos x="564" y="1331"/>
                </a:cxn>
                <a:cxn ang="0">
                  <a:pos x="0" y="1505"/>
                </a:cxn>
                <a:cxn ang="0">
                  <a:pos x="149" y="1505"/>
                </a:cxn>
                <a:cxn ang="0">
                  <a:pos x="149" y="1505"/>
                </a:cxn>
              </a:cxnLst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未知"/>
            <p:cNvSpPr/>
            <p:nvPr/>
          </p:nvSpPr>
          <p:spPr>
            <a:xfrm>
              <a:off x="4025" y="3627"/>
              <a:ext cx="1733" cy="689"/>
            </a:xfrm>
            <a:custGeom>
              <a:avLst/>
              <a:gdLst/>
              <a:ahLst/>
              <a:cxnLst>
                <a:cxn ang="0">
                  <a:pos x="132" y="689"/>
                </a:cxn>
                <a:cxn ang="0">
                  <a:pos x="552" y="527"/>
                </a:cxn>
                <a:cxn ang="0">
                  <a:pos x="966" y="365"/>
                </a:cxn>
                <a:cxn ang="0">
                  <a:pos x="1163" y="287"/>
                </a:cxn>
                <a:cxn ang="0">
                  <a:pos x="1361" y="203"/>
                </a:cxn>
                <a:cxn ang="0">
                  <a:pos x="1553" y="126"/>
                </a:cxn>
                <a:cxn ang="0">
                  <a:pos x="1733" y="48"/>
                </a:cxn>
                <a:cxn ang="0">
                  <a:pos x="1733" y="0"/>
                </a:cxn>
                <a:cxn ang="0">
                  <a:pos x="1535" y="84"/>
                </a:cxn>
                <a:cxn ang="0">
                  <a:pos x="1331" y="167"/>
                </a:cxn>
                <a:cxn ang="0">
                  <a:pos x="1121" y="257"/>
                </a:cxn>
                <a:cxn ang="0">
                  <a:pos x="906" y="341"/>
                </a:cxn>
                <a:cxn ang="0">
                  <a:pos x="455" y="515"/>
                </a:cxn>
                <a:cxn ang="0">
                  <a:pos x="0" y="689"/>
                </a:cxn>
                <a:cxn ang="0">
                  <a:pos x="132" y="689"/>
                </a:cxn>
                <a:cxn ang="0">
                  <a:pos x="132" y="689"/>
                </a:cxn>
              </a:cxnLst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未知"/>
            <p:cNvSpPr/>
            <p:nvPr/>
          </p:nvSpPr>
          <p:spPr>
            <a:xfrm>
              <a:off x="0" y="0"/>
              <a:ext cx="5578" cy="3447"/>
            </a:xfrm>
            <a:custGeom>
              <a:avLst/>
              <a:gdLst/>
              <a:ahLst/>
              <a:cxnLst>
                <a:cxn ang="0">
                  <a:pos x="5578" y="929"/>
                </a:cxn>
                <a:cxn ang="0">
                  <a:pos x="5554" y="773"/>
                </a:cxn>
                <a:cxn ang="0">
                  <a:pos x="5470" y="629"/>
                </a:cxn>
                <a:cxn ang="0">
                  <a:pos x="5343" y="492"/>
                </a:cxn>
                <a:cxn ang="0">
                  <a:pos x="5164" y="366"/>
                </a:cxn>
                <a:cxn ang="0">
                  <a:pos x="4936" y="252"/>
                </a:cxn>
                <a:cxn ang="0">
                  <a:pos x="4666" y="144"/>
                </a:cxn>
                <a:cxn ang="0">
                  <a:pos x="4354" y="48"/>
                </a:cxn>
                <a:cxn ang="0">
                  <a:pos x="4012" y="0"/>
                </a:cxn>
                <a:cxn ang="0">
                  <a:pos x="4372" y="90"/>
                </a:cxn>
                <a:cxn ang="0">
                  <a:pos x="4684" y="192"/>
                </a:cxn>
                <a:cxn ang="0">
                  <a:pos x="4948" y="306"/>
                </a:cxn>
                <a:cxn ang="0">
                  <a:pos x="5164" y="426"/>
                </a:cxn>
                <a:cxn ang="0">
                  <a:pos x="5331" y="557"/>
                </a:cxn>
                <a:cxn ang="0">
                  <a:pos x="5446" y="701"/>
                </a:cxn>
                <a:cxn ang="0">
                  <a:pos x="5506" y="851"/>
                </a:cxn>
                <a:cxn ang="0">
                  <a:pos x="5506" y="1013"/>
                </a:cxn>
                <a:cxn ang="0">
                  <a:pos x="5458" y="1163"/>
                </a:cxn>
                <a:cxn ang="0">
                  <a:pos x="5361" y="1319"/>
                </a:cxn>
                <a:cxn ang="0">
                  <a:pos x="5218" y="1475"/>
                </a:cxn>
                <a:cxn ang="0">
                  <a:pos x="5032" y="1630"/>
                </a:cxn>
                <a:cxn ang="0">
                  <a:pos x="4804" y="1786"/>
                </a:cxn>
                <a:cxn ang="0">
                  <a:pos x="4540" y="1948"/>
                </a:cxn>
                <a:cxn ang="0">
                  <a:pos x="4228" y="2104"/>
                </a:cxn>
                <a:cxn ang="0">
                  <a:pos x="3887" y="2260"/>
                </a:cxn>
                <a:cxn ang="0">
                  <a:pos x="3509" y="2416"/>
                </a:cxn>
                <a:cxn ang="0">
                  <a:pos x="3094" y="2566"/>
                </a:cxn>
                <a:cxn ang="0">
                  <a:pos x="2651" y="2715"/>
                </a:cxn>
                <a:cxn ang="0">
                  <a:pos x="2171" y="2865"/>
                </a:cxn>
                <a:cxn ang="0">
                  <a:pos x="1667" y="3009"/>
                </a:cxn>
                <a:cxn ang="0">
                  <a:pos x="1139" y="3147"/>
                </a:cxn>
                <a:cxn ang="0">
                  <a:pos x="582" y="3279"/>
                </a:cxn>
                <a:cxn ang="0">
                  <a:pos x="0" y="3447"/>
                </a:cxn>
                <a:cxn ang="0">
                  <a:pos x="870" y="3249"/>
                </a:cxn>
                <a:cxn ang="0">
                  <a:pos x="1421" y="3105"/>
                </a:cxn>
                <a:cxn ang="0">
                  <a:pos x="1943" y="2961"/>
                </a:cxn>
                <a:cxn ang="0">
                  <a:pos x="2441" y="2817"/>
                </a:cxn>
                <a:cxn ang="0">
                  <a:pos x="2909" y="2668"/>
                </a:cxn>
                <a:cxn ang="0">
                  <a:pos x="3340" y="2512"/>
                </a:cxn>
                <a:cxn ang="0">
                  <a:pos x="3742" y="2356"/>
                </a:cxn>
                <a:cxn ang="0">
                  <a:pos x="4109" y="2200"/>
                </a:cxn>
                <a:cxn ang="0">
                  <a:pos x="4439" y="2038"/>
                </a:cxn>
                <a:cxn ang="0">
                  <a:pos x="4732" y="1876"/>
                </a:cxn>
                <a:cxn ang="0">
                  <a:pos x="4984" y="1720"/>
                </a:cxn>
                <a:cxn ang="0">
                  <a:pos x="5194" y="1559"/>
                </a:cxn>
                <a:cxn ang="0">
                  <a:pos x="5355" y="1397"/>
                </a:cxn>
                <a:cxn ang="0">
                  <a:pos x="5476" y="1241"/>
                </a:cxn>
                <a:cxn ang="0">
                  <a:pos x="5554" y="1085"/>
                </a:cxn>
                <a:cxn ang="0">
                  <a:pos x="5572" y="1007"/>
                </a:cxn>
              </a:cxnLst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未知"/>
            <p:cNvSpPr/>
            <p:nvPr/>
          </p:nvSpPr>
          <p:spPr bwMode="auto">
            <a:xfrm>
              <a:off x="4942" y="0"/>
              <a:ext cx="816" cy="276"/>
            </a:xfrm>
            <a:custGeom>
              <a:avLst/>
              <a:gdLst>
                <a:gd name="T0" fmla="*/ 813 w 813"/>
                <a:gd name="T1" fmla="*/ 222 h 276"/>
                <a:gd name="T2" fmla="*/ 670 w 813"/>
                <a:gd name="T3" fmla="*/ 162 h 276"/>
                <a:gd name="T4" fmla="*/ 514 w 813"/>
                <a:gd name="T5" fmla="*/ 108 h 276"/>
                <a:gd name="T6" fmla="*/ 347 w 813"/>
                <a:gd name="T7" fmla="*/ 54 h 276"/>
                <a:gd name="T8" fmla="*/ 167 w 813"/>
                <a:gd name="T9" fmla="*/ 0 h 276"/>
                <a:gd name="T10" fmla="*/ 0 w 813"/>
                <a:gd name="T11" fmla="*/ 0 h 276"/>
                <a:gd name="T12" fmla="*/ 227 w 813"/>
                <a:gd name="T13" fmla="*/ 60 h 276"/>
                <a:gd name="T14" fmla="*/ 442 w 813"/>
                <a:gd name="T15" fmla="*/ 132 h 276"/>
                <a:gd name="T16" fmla="*/ 634 w 813"/>
                <a:gd name="T17" fmla="*/ 204 h 276"/>
                <a:gd name="T18" fmla="*/ 813 w 813"/>
                <a:gd name="T19" fmla="*/ 276 h 276"/>
                <a:gd name="T20" fmla="*/ 813 w 813"/>
                <a:gd name="T21" fmla="*/ 222 h 276"/>
                <a:gd name="T22" fmla="*/ 813 w 813"/>
                <a:gd name="T23" fmla="*/ 22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未知"/>
            <p:cNvSpPr/>
            <p:nvPr/>
          </p:nvSpPr>
          <p:spPr>
            <a:xfrm>
              <a:off x="0" y="1984"/>
              <a:ext cx="5758" cy="2098"/>
            </a:xfrm>
            <a:custGeom>
              <a:avLst/>
              <a:gdLst/>
              <a:ahLst/>
              <a:cxnLst>
                <a:cxn ang="0">
                  <a:pos x="5758" y="0"/>
                </a:cxn>
                <a:cxn ang="0">
                  <a:pos x="5656" y="72"/>
                </a:cxn>
                <a:cxn ang="0">
                  <a:pos x="5554" y="138"/>
                </a:cxn>
                <a:cxn ang="0">
                  <a:pos x="5440" y="210"/>
                </a:cxn>
                <a:cxn ang="0">
                  <a:pos x="5321" y="276"/>
                </a:cxn>
                <a:cxn ang="0">
                  <a:pos x="5068" y="414"/>
                </a:cxn>
                <a:cxn ang="0">
                  <a:pos x="4792" y="552"/>
                </a:cxn>
                <a:cxn ang="0">
                  <a:pos x="4492" y="690"/>
                </a:cxn>
                <a:cxn ang="0">
                  <a:pos x="4175" y="827"/>
                </a:cxn>
                <a:cxn ang="0">
                  <a:pos x="3839" y="959"/>
                </a:cxn>
                <a:cxn ang="0">
                  <a:pos x="3479" y="1091"/>
                </a:cxn>
                <a:cxn ang="0">
                  <a:pos x="3101" y="1223"/>
                </a:cxn>
                <a:cxn ang="0">
                  <a:pos x="2705" y="1355"/>
                </a:cxn>
                <a:cxn ang="0">
                  <a:pos x="2291" y="1481"/>
                </a:cxn>
                <a:cxn ang="0">
                  <a:pos x="1866" y="1601"/>
                </a:cxn>
                <a:cxn ang="0">
                  <a:pos x="1421" y="1721"/>
                </a:cxn>
                <a:cxn ang="0">
                  <a:pos x="960" y="1834"/>
                </a:cxn>
                <a:cxn ang="0">
                  <a:pos x="486" y="1948"/>
                </a:cxn>
                <a:cxn ang="0">
                  <a:pos x="0" y="2056"/>
                </a:cxn>
                <a:cxn ang="0">
                  <a:pos x="0" y="2098"/>
                </a:cxn>
                <a:cxn ang="0">
                  <a:pos x="479" y="1990"/>
                </a:cxn>
                <a:cxn ang="0">
                  <a:pos x="954" y="1882"/>
                </a:cxn>
                <a:cxn ang="0">
                  <a:pos x="1409" y="1763"/>
                </a:cxn>
                <a:cxn ang="0">
                  <a:pos x="1848" y="1649"/>
                </a:cxn>
                <a:cxn ang="0">
                  <a:pos x="2273" y="1523"/>
                </a:cxn>
                <a:cxn ang="0">
                  <a:pos x="2687" y="1397"/>
                </a:cxn>
                <a:cxn ang="0">
                  <a:pos x="3077" y="1271"/>
                </a:cxn>
                <a:cxn ang="0">
                  <a:pos x="3455" y="1139"/>
                </a:cxn>
                <a:cxn ang="0">
                  <a:pos x="3815" y="1007"/>
                </a:cxn>
                <a:cxn ang="0">
                  <a:pos x="4151" y="875"/>
                </a:cxn>
                <a:cxn ang="0">
                  <a:pos x="4474" y="737"/>
                </a:cxn>
                <a:cxn ang="0">
                  <a:pos x="4774" y="600"/>
                </a:cxn>
                <a:cxn ang="0">
                  <a:pos x="5056" y="462"/>
                </a:cxn>
                <a:cxn ang="0">
                  <a:pos x="5309" y="324"/>
                </a:cxn>
                <a:cxn ang="0">
                  <a:pos x="5548" y="186"/>
                </a:cxn>
                <a:cxn ang="0">
                  <a:pos x="5758" y="48"/>
                </a:cxn>
                <a:cxn ang="0">
                  <a:pos x="5758" y="0"/>
                </a:cxn>
                <a:cxn ang="0">
                  <a:pos x="5758" y="0"/>
                </a:cxn>
              </a:cxnLst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未知"/>
            <p:cNvSpPr/>
            <p:nvPr/>
          </p:nvSpPr>
          <p:spPr>
            <a:xfrm>
              <a:off x="0" y="102"/>
              <a:ext cx="1961" cy="1265"/>
            </a:xfrm>
            <a:custGeom>
              <a:avLst/>
              <a:gdLst/>
              <a:ahLst/>
              <a:cxnLst>
                <a:cxn ang="0">
                  <a:pos x="1961" y="485"/>
                </a:cxn>
                <a:cxn ang="0">
                  <a:pos x="1907" y="390"/>
                </a:cxn>
                <a:cxn ang="0">
                  <a:pos x="1775" y="306"/>
                </a:cxn>
                <a:cxn ang="0">
                  <a:pos x="1584" y="228"/>
                </a:cxn>
                <a:cxn ang="0">
                  <a:pos x="1331" y="162"/>
                </a:cxn>
                <a:cxn ang="0">
                  <a:pos x="1013" y="102"/>
                </a:cxn>
                <a:cxn ang="0">
                  <a:pos x="648" y="54"/>
                </a:cxn>
                <a:cxn ang="0">
                  <a:pos x="228" y="18"/>
                </a:cxn>
                <a:cxn ang="0">
                  <a:pos x="0" y="12"/>
                </a:cxn>
                <a:cxn ang="0">
                  <a:pos x="432" y="48"/>
                </a:cxn>
                <a:cxn ang="0">
                  <a:pos x="815" y="90"/>
                </a:cxn>
                <a:cxn ang="0">
                  <a:pos x="1152" y="144"/>
                </a:cxn>
                <a:cxn ang="0">
                  <a:pos x="1427" y="204"/>
                </a:cxn>
                <a:cxn ang="0">
                  <a:pos x="1643" y="276"/>
                </a:cxn>
                <a:cxn ang="0">
                  <a:pos x="1800" y="360"/>
                </a:cxn>
                <a:cxn ang="0">
                  <a:pos x="1889" y="443"/>
                </a:cxn>
                <a:cxn ang="0">
                  <a:pos x="1907" y="539"/>
                </a:cxn>
                <a:cxn ang="0">
                  <a:pos x="1860" y="629"/>
                </a:cxn>
                <a:cxn ang="0">
                  <a:pos x="1751" y="719"/>
                </a:cxn>
                <a:cxn ang="0">
                  <a:pos x="1584" y="809"/>
                </a:cxn>
                <a:cxn ang="0">
                  <a:pos x="1361" y="899"/>
                </a:cxn>
                <a:cxn ang="0">
                  <a:pos x="1091" y="989"/>
                </a:cxn>
                <a:cxn ang="0">
                  <a:pos x="767" y="1073"/>
                </a:cxn>
                <a:cxn ang="0">
                  <a:pos x="408" y="1157"/>
                </a:cxn>
                <a:cxn ang="0">
                  <a:pos x="0" y="1241"/>
                </a:cxn>
                <a:cxn ang="0">
                  <a:pos x="216" y="1223"/>
                </a:cxn>
                <a:cxn ang="0">
                  <a:pos x="612" y="1139"/>
                </a:cxn>
                <a:cxn ang="0">
                  <a:pos x="960" y="1049"/>
                </a:cxn>
                <a:cxn ang="0">
                  <a:pos x="1266" y="959"/>
                </a:cxn>
                <a:cxn ang="0">
                  <a:pos x="1518" y="863"/>
                </a:cxn>
                <a:cxn ang="0">
                  <a:pos x="1721" y="767"/>
                </a:cxn>
                <a:cxn ang="0">
                  <a:pos x="1866" y="677"/>
                </a:cxn>
                <a:cxn ang="0">
                  <a:pos x="1943" y="581"/>
                </a:cxn>
                <a:cxn ang="0">
                  <a:pos x="1961" y="533"/>
                </a:cxn>
              </a:cxnLst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未知"/>
            <p:cNvSpPr/>
            <p:nvPr/>
          </p:nvSpPr>
          <p:spPr>
            <a:xfrm>
              <a:off x="0" y="0"/>
              <a:ext cx="4709" cy="2901"/>
            </a:xfrm>
            <a:custGeom>
              <a:avLst/>
              <a:gdLst/>
              <a:ahLst/>
              <a:cxnLst>
                <a:cxn ang="0">
                  <a:pos x="4709" y="797"/>
                </a:cxn>
                <a:cxn ang="0">
                  <a:pos x="4679" y="665"/>
                </a:cxn>
                <a:cxn ang="0">
                  <a:pos x="4601" y="540"/>
                </a:cxn>
                <a:cxn ang="0">
                  <a:pos x="4480" y="426"/>
                </a:cxn>
                <a:cxn ang="0">
                  <a:pos x="4313" y="312"/>
                </a:cxn>
                <a:cxn ang="0">
                  <a:pos x="4097" y="216"/>
                </a:cxn>
                <a:cxn ang="0">
                  <a:pos x="3845" y="120"/>
                </a:cxn>
                <a:cxn ang="0">
                  <a:pos x="3551" y="36"/>
                </a:cxn>
                <a:cxn ang="0">
                  <a:pos x="3215" y="0"/>
                </a:cxn>
                <a:cxn ang="0">
                  <a:pos x="3551" y="78"/>
                </a:cxn>
                <a:cxn ang="0">
                  <a:pos x="3845" y="162"/>
                </a:cxn>
                <a:cxn ang="0">
                  <a:pos x="4097" y="258"/>
                </a:cxn>
                <a:cxn ang="0">
                  <a:pos x="4301" y="366"/>
                </a:cxn>
                <a:cxn ang="0">
                  <a:pos x="4457" y="480"/>
                </a:cxn>
                <a:cxn ang="0">
                  <a:pos x="4565" y="605"/>
                </a:cxn>
                <a:cxn ang="0">
                  <a:pos x="4625" y="737"/>
                </a:cxn>
                <a:cxn ang="0">
                  <a:pos x="4625" y="875"/>
                </a:cxn>
                <a:cxn ang="0">
                  <a:pos x="4583" y="1001"/>
                </a:cxn>
                <a:cxn ang="0">
                  <a:pos x="4504" y="1127"/>
                </a:cxn>
                <a:cxn ang="0">
                  <a:pos x="4385" y="1259"/>
                </a:cxn>
                <a:cxn ang="0">
                  <a:pos x="4228" y="1385"/>
                </a:cxn>
                <a:cxn ang="0">
                  <a:pos x="4037" y="1517"/>
                </a:cxn>
                <a:cxn ang="0">
                  <a:pos x="3815" y="1648"/>
                </a:cxn>
                <a:cxn ang="0">
                  <a:pos x="3557" y="1774"/>
                </a:cxn>
                <a:cxn ang="0">
                  <a:pos x="3269" y="1906"/>
                </a:cxn>
                <a:cxn ang="0">
                  <a:pos x="2951" y="2032"/>
                </a:cxn>
                <a:cxn ang="0">
                  <a:pos x="2603" y="2164"/>
                </a:cxn>
                <a:cxn ang="0">
                  <a:pos x="2231" y="2284"/>
                </a:cxn>
                <a:cxn ang="0">
                  <a:pos x="1830" y="2410"/>
                </a:cxn>
                <a:cxn ang="0">
                  <a:pos x="1403" y="2530"/>
                </a:cxn>
                <a:cxn ang="0">
                  <a:pos x="486" y="2757"/>
                </a:cxn>
                <a:cxn ang="0">
                  <a:pos x="0" y="2901"/>
                </a:cxn>
                <a:cxn ang="0">
                  <a:pos x="972" y="2674"/>
                </a:cxn>
                <a:cxn ang="0">
                  <a:pos x="1643" y="2494"/>
                </a:cxn>
                <a:cxn ang="0">
                  <a:pos x="2064" y="2374"/>
                </a:cxn>
                <a:cxn ang="0">
                  <a:pos x="2459" y="2248"/>
                </a:cxn>
                <a:cxn ang="0">
                  <a:pos x="2825" y="2116"/>
                </a:cxn>
                <a:cxn ang="0">
                  <a:pos x="3161" y="1984"/>
                </a:cxn>
                <a:cxn ang="0">
                  <a:pos x="3473" y="1858"/>
                </a:cxn>
                <a:cxn ang="0">
                  <a:pos x="3749" y="1720"/>
                </a:cxn>
                <a:cxn ang="0">
                  <a:pos x="3995" y="1589"/>
                </a:cxn>
                <a:cxn ang="0">
                  <a:pos x="4204" y="1457"/>
                </a:cxn>
                <a:cxn ang="0">
                  <a:pos x="4385" y="1325"/>
                </a:cxn>
                <a:cxn ang="0">
                  <a:pos x="4522" y="1193"/>
                </a:cxn>
                <a:cxn ang="0">
                  <a:pos x="4625" y="1061"/>
                </a:cxn>
                <a:cxn ang="0">
                  <a:pos x="4685" y="935"/>
                </a:cxn>
                <a:cxn ang="0">
                  <a:pos x="4703" y="869"/>
                </a:cxn>
              </a:cxnLst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未知"/>
            <p:cNvSpPr/>
            <p:nvPr/>
          </p:nvSpPr>
          <p:spPr>
            <a:xfrm>
              <a:off x="0" y="0"/>
              <a:ext cx="3773" cy="2356"/>
            </a:xfrm>
            <a:custGeom>
              <a:avLst/>
              <a:gdLst/>
              <a:ahLst/>
              <a:cxnLst>
                <a:cxn ang="0">
                  <a:pos x="3773" y="719"/>
                </a:cxn>
                <a:cxn ang="0">
                  <a:pos x="3743" y="599"/>
                </a:cxn>
                <a:cxn ang="0">
                  <a:pos x="3665" y="486"/>
                </a:cxn>
                <a:cxn ang="0">
                  <a:pos x="3533" y="378"/>
                </a:cxn>
                <a:cxn ang="0">
                  <a:pos x="3359" y="282"/>
                </a:cxn>
                <a:cxn ang="0">
                  <a:pos x="3137" y="192"/>
                </a:cxn>
                <a:cxn ang="0">
                  <a:pos x="2873" y="108"/>
                </a:cxn>
                <a:cxn ang="0">
                  <a:pos x="2567" y="36"/>
                </a:cxn>
                <a:cxn ang="0">
                  <a:pos x="2237" y="0"/>
                </a:cxn>
                <a:cxn ang="0">
                  <a:pos x="2585" y="72"/>
                </a:cxn>
                <a:cxn ang="0">
                  <a:pos x="2885" y="150"/>
                </a:cxn>
                <a:cxn ang="0">
                  <a:pos x="3149" y="234"/>
                </a:cxn>
                <a:cxn ang="0">
                  <a:pos x="3359" y="330"/>
                </a:cxn>
                <a:cxn ang="0">
                  <a:pos x="3527" y="432"/>
                </a:cxn>
                <a:cxn ang="0">
                  <a:pos x="3635" y="545"/>
                </a:cxn>
                <a:cxn ang="0">
                  <a:pos x="3695" y="665"/>
                </a:cxn>
                <a:cxn ang="0">
                  <a:pos x="3701" y="791"/>
                </a:cxn>
                <a:cxn ang="0">
                  <a:pos x="3665" y="887"/>
                </a:cxn>
                <a:cxn ang="0">
                  <a:pos x="3604" y="989"/>
                </a:cxn>
                <a:cxn ang="0">
                  <a:pos x="3509" y="1091"/>
                </a:cxn>
                <a:cxn ang="0">
                  <a:pos x="3383" y="1187"/>
                </a:cxn>
                <a:cxn ang="0">
                  <a:pos x="3233" y="1289"/>
                </a:cxn>
                <a:cxn ang="0">
                  <a:pos x="3053" y="1391"/>
                </a:cxn>
                <a:cxn ang="0">
                  <a:pos x="2843" y="1493"/>
                </a:cxn>
                <a:cxn ang="0">
                  <a:pos x="2615" y="1589"/>
                </a:cxn>
                <a:cxn ang="0">
                  <a:pos x="2082" y="1786"/>
                </a:cxn>
                <a:cxn ang="0">
                  <a:pos x="1464" y="1972"/>
                </a:cxn>
                <a:cxn ang="0">
                  <a:pos x="767" y="2158"/>
                </a:cxn>
                <a:cxn ang="0">
                  <a:pos x="0" y="2326"/>
                </a:cxn>
                <a:cxn ang="0">
                  <a:pos x="402" y="2272"/>
                </a:cxn>
                <a:cxn ang="0">
                  <a:pos x="1146" y="2092"/>
                </a:cxn>
                <a:cxn ang="0">
                  <a:pos x="1818" y="1900"/>
                </a:cxn>
                <a:cxn ang="0">
                  <a:pos x="2400" y="1702"/>
                </a:cxn>
                <a:cxn ang="0">
                  <a:pos x="2657" y="1607"/>
                </a:cxn>
                <a:cxn ang="0">
                  <a:pos x="2891" y="1505"/>
                </a:cxn>
                <a:cxn ang="0">
                  <a:pos x="3101" y="1403"/>
                </a:cxn>
                <a:cxn ang="0">
                  <a:pos x="3287" y="1301"/>
                </a:cxn>
                <a:cxn ang="0">
                  <a:pos x="3443" y="1193"/>
                </a:cxn>
                <a:cxn ang="0">
                  <a:pos x="3569" y="1091"/>
                </a:cxn>
                <a:cxn ang="0">
                  <a:pos x="3665" y="989"/>
                </a:cxn>
                <a:cxn ang="0">
                  <a:pos x="3731" y="887"/>
                </a:cxn>
                <a:cxn ang="0">
                  <a:pos x="3767" y="785"/>
                </a:cxn>
              </a:cxnLst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未知"/>
            <p:cNvSpPr/>
            <p:nvPr/>
          </p:nvSpPr>
          <p:spPr>
            <a:xfrm>
              <a:off x="0" y="0"/>
              <a:ext cx="2933" cy="1846"/>
            </a:xfrm>
            <a:custGeom>
              <a:avLst/>
              <a:gdLst/>
              <a:ahLst/>
              <a:cxnLst>
                <a:cxn ang="0">
                  <a:pos x="2933" y="647"/>
                </a:cxn>
                <a:cxn ang="0">
                  <a:pos x="2885" y="528"/>
                </a:cxn>
                <a:cxn ang="0">
                  <a:pos x="2758" y="414"/>
                </a:cxn>
                <a:cxn ang="0">
                  <a:pos x="2567" y="318"/>
                </a:cxn>
                <a:cxn ang="0">
                  <a:pos x="2309" y="228"/>
                </a:cxn>
                <a:cxn ang="0">
                  <a:pos x="1991" y="150"/>
                </a:cxn>
                <a:cxn ang="0">
                  <a:pos x="1613" y="78"/>
                </a:cxn>
                <a:cxn ang="0">
                  <a:pos x="1182" y="24"/>
                </a:cxn>
                <a:cxn ang="0">
                  <a:pos x="696" y="0"/>
                </a:cxn>
                <a:cxn ang="0">
                  <a:pos x="1194" y="48"/>
                </a:cxn>
                <a:cxn ang="0">
                  <a:pos x="1631" y="108"/>
                </a:cxn>
                <a:cxn ang="0">
                  <a:pos x="2015" y="180"/>
                </a:cxn>
                <a:cxn ang="0">
                  <a:pos x="2333" y="264"/>
                </a:cxn>
                <a:cxn ang="0">
                  <a:pos x="2579" y="360"/>
                </a:cxn>
                <a:cxn ang="0">
                  <a:pos x="2758" y="468"/>
                </a:cxn>
                <a:cxn ang="0">
                  <a:pos x="2855" y="587"/>
                </a:cxn>
                <a:cxn ang="0">
                  <a:pos x="2873" y="713"/>
                </a:cxn>
                <a:cxn ang="0">
                  <a:pos x="2849" y="785"/>
                </a:cxn>
                <a:cxn ang="0">
                  <a:pos x="2801" y="857"/>
                </a:cxn>
                <a:cxn ang="0">
                  <a:pos x="2633" y="1001"/>
                </a:cxn>
                <a:cxn ang="0">
                  <a:pos x="2375" y="1145"/>
                </a:cxn>
                <a:cxn ang="0">
                  <a:pos x="2039" y="1289"/>
                </a:cxn>
                <a:cxn ang="0">
                  <a:pos x="1631" y="1433"/>
                </a:cxn>
                <a:cxn ang="0">
                  <a:pos x="1146" y="1571"/>
                </a:cxn>
                <a:cxn ang="0">
                  <a:pos x="606" y="1702"/>
                </a:cxn>
                <a:cxn ang="0">
                  <a:pos x="0" y="1828"/>
                </a:cxn>
                <a:cxn ang="0">
                  <a:pos x="312" y="1780"/>
                </a:cxn>
                <a:cxn ang="0">
                  <a:pos x="900" y="1648"/>
                </a:cxn>
                <a:cxn ang="0">
                  <a:pos x="1421" y="1511"/>
                </a:cxn>
                <a:cxn ang="0">
                  <a:pos x="1877" y="1367"/>
                </a:cxn>
                <a:cxn ang="0">
                  <a:pos x="2261" y="1223"/>
                </a:cxn>
                <a:cxn ang="0">
                  <a:pos x="2567" y="1079"/>
                </a:cxn>
                <a:cxn ang="0">
                  <a:pos x="2783" y="929"/>
                </a:cxn>
                <a:cxn ang="0">
                  <a:pos x="2885" y="815"/>
                </a:cxn>
                <a:cxn ang="0">
                  <a:pos x="2921" y="743"/>
                </a:cxn>
                <a:cxn ang="0">
                  <a:pos x="2933" y="707"/>
                </a:cxn>
              </a:cxnLst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未知"/>
            <p:cNvSpPr/>
            <p:nvPr/>
          </p:nvSpPr>
          <p:spPr>
            <a:xfrm>
              <a:off x="114" y="2847"/>
              <a:ext cx="1493" cy="204"/>
            </a:xfrm>
            <a:custGeom>
              <a:avLst/>
              <a:gdLst/>
              <a:ahLst/>
              <a:cxnLst>
                <a:cxn ang="0">
                  <a:pos x="1404" y="204"/>
                </a:cxn>
                <a:cxn ang="0">
                  <a:pos x="0" y="18"/>
                </a:cxn>
                <a:cxn ang="0">
                  <a:pos x="77" y="0"/>
                </a:cxn>
                <a:cxn ang="0">
                  <a:pos x="1493" y="186"/>
                </a:cxn>
                <a:cxn ang="0">
                  <a:pos x="1404" y="204"/>
                </a:cxn>
                <a:cxn ang="0">
                  <a:pos x="1404" y="204"/>
                </a:cxn>
              </a:cxnLst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1" name="Rectangle 14"/>
            <p:cNvSpPr/>
            <p:nvPr/>
          </p:nvSpPr>
          <p:spPr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2" name="Group 15"/>
            <p:cNvGrpSpPr/>
            <p:nvPr/>
          </p:nvGrpSpPr>
          <p:grpSpPr>
            <a:xfrm>
              <a:off x="192" y="2284"/>
              <a:ext cx="1254" cy="923"/>
              <a:chOff x="0" y="0"/>
              <a:chExt cx="1254" cy="923"/>
            </a:xfrm>
          </p:grpSpPr>
          <p:sp>
            <p:nvSpPr>
              <p:cNvPr id="1043" name="未知"/>
              <p:cNvSpPr/>
              <p:nvPr/>
            </p:nvSpPr>
            <p:spPr>
              <a:xfrm>
                <a:off x="216" y="725"/>
                <a:ext cx="47" cy="6"/>
              </a:xfrm>
              <a:custGeom>
                <a:avLst/>
                <a:gdLst/>
                <a:ahLst/>
                <a:cxnLst>
                  <a:cxn ang="0">
                    <a:pos x="4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7" y="6"/>
                  </a:cxn>
                  <a:cxn ang="0">
                    <a:pos x="47" y="6"/>
                  </a:cxn>
                  <a:cxn ang="0">
                    <a:pos x="47" y="6"/>
                  </a:cxn>
                </a:cxnLst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4" name="未知"/>
              <p:cNvSpPr/>
              <p:nvPr/>
            </p:nvSpPr>
            <p:spPr>
              <a:xfrm>
                <a:off x="720" y="0"/>
                <a:ext cx="324" cy="162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6" y="24"/>
                  </a:cxn>
                  <a:cxn ang="0">
                    <a:pos x="12" y="18"/>
                  </a:cxn>
                  <a:cxn ang="0">
                    <a:pos x="48" y="6"/>
                  </a:cxn>
                  <a:cxn ang="0">
                    <a:pos x="101" y="0"/>
                  </a:cxn>
                  <a:cxn ang="0">
                    <a:pos x="137" y="6"/>
                  </a:cxn>
                  <a:cxn ang="0">
                    <a:pos x="174" y="18"/>
                  </a:cxn>
                  <a:cxn ang="0">
                    <a:pos x="240" y="54"/>
                  </a:cxn>
                  <a:cxn ang="0">
                    <a:pos x="288" y="90"/>
                  </a:cxn>
                  <a:cxn ang="0">
                    <a:pos x="318" y="114"/>
                  </a:cxn>
                  <a:cxn ang="0">
                    <a:pos x="324" y="126"/>
                  </a:cxn>
                  <a:cxn ang="0">
                    <a:pos x="324" y="126"/>
                  </a:cxn>
                  <a:cxn ang="0">
                    <a:pos x="222" y="162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5" name="未知"/>
              <p:cNvSpPr>
                <a:spLocks noEditPoints="1"/>
              </p:cNvSpPr>
              <p:nvPr/>
            </p:nvSpPr>
            <p:spPr>
              <a:xfrm>
                <a:off x="0" y="0"/>
                <a:ext cx="1254" cy="923"/>
              </a:xfrm>
              <a:custGeom>
                <a:avLst/>
                <a:gdLst/>
                <a:ahLst/>
                <a:cxnLst>
                  <a:cxn ang="0">
                    <a:pos x="1170" y="641"/>
                  </a:cxn>
                  <a:cxn ang="0">
                    <a:pos x="1170" y="473"/>
                  </a:cxn>
                  <a:cxn ang="0">
                    <a:pos x="1140" y="384"/>
                  </a:cxn>
                  <a:cxn ang="0">
                    <a:pos x="1116" y="288"/>
                  </a:cxn>
                  <a:cxn ang="0">
                    <a:pos x="1056" y="174"/>
                  </a:cxn>
                  <a:cxn ang="0">
                    <a:pos x="984" y="96"/>
                  </a:cxn>
                  <a:cxn ang="0">
                    <a:pos x="966" y="72"/>
                  </a:cxn>
                  <a:cxn ang="0">
                    <a:pos x="894" y="18"/>
                  </a:cxn>
                  <a:cxn ang="0">
                    <a:pos x="822" y="6"/>
                  </a:cxn>
                  <a:cxn ang="0">
                    <a:pos x="714" y="24"/>
                  </a:cxn>
                  <a:cxn ang="0">
                    <a:pos x="666" y="42"/>
                  </a:cxn>
                  <a:cxn ang="0">
                    <a:pos x="570" y="120"/>
                  </a:cxn>
                  <a:cxn ang="0">
                    <a:pos x="534" y="228"/>
                  </a:cxn>
                  <a:cxn ang="0">
                    <a:pos x="511" y="348"/>
                  </a:cxn>
                  <a:cxn ang="0">
                    <a:pos x="432" y="479"/>
                  </a:cxn>
                  <a:cxn ang="0">
                    <a:pos x="414" y="539"/>
                  </a:cxn>
                  <a:cxn ang="0">
                    <a:pos x="354" y="599"/>
                  </a:cxn>
                  <a:cxn ang="0">
                    <a:pos x="306" y="629"/>
                  </a:cxn>
                  <a:cxn ang="0">
                    <a:pos x="294" y="635"/>
                  </a:cxn>
                  <a:cxn ang="0">
                    <a:pos x="258" y="677"/>
                  </a:cxn>
                  <a:cxn ang="0">
                    <a:pos x="150" y="797"/>
                  </a:cxn>
                  <a:cxn ang="0">
                    <a:pos x="54" y="839"/>
                  </a:cxn>
                  <a:cxn ang="0">
                    <a:pos x="156" y="905"/>
                  </a:cxn>
                  <a:cxn ang="0">
                    <a:pos x="241" y="869"/>
                  </a:cxn>
                  <a:cxn ang="0">
                    <a:pos x="642" y="827"/>
                  </a:cxn>
                  <a:cxn ang="0">
                    <a:pos x="702" y="725"/>
                  </a:cxn>
                  <a:cxn ang="0">
                    <a:pos x="696" y="611"/>
                  </a:cxn>
                  <a:cxn ang="0">
                    <a:pos x="780" y="551"/>
                  </a:cxn>
                  <a:cxn ang="0">
                    <a:pos x="882" y="449"/>
                  </a:cxn>
                  <a:cxn ang="0">
                    <a:pos x="912" y="414"/>
                  </a:cxn>
                  <a:cxn ang="0">
                    <a:pos x="978" y="318"/>
                  </a:cxn>
                  <a:cxn ang="0">
                    <a:pos x="1026" y="336"/>
                  </a:cxn>
                  <a:cxn ang="0">
                    <a:pos x="1122" y="617"/>
                  </a:cxn>
                  <a:cxn ang="0">
                    <a:pos x="1116" y="689"/>
                  </a:cxn>
                  <a:cxn ang="0">
                    <a:pos x="1152" y="749"/>
                  </a:cxn>
                  <a:cxn ang="0">
                    <a:pos x="1206" y="713"/>
                  </a:cxn>
                  <a:cxn ang="0">
                    <a:pos x="1242" y="749"/>
                  </a:cxn>
                  <a:cxn ang="0">
                    <a:pos x="1254" y="743"/>
                  </a:cxn>
                  <a:cxn ang="0">
                    <a:pos x="696" y="264"/>
                  </a:cxn>
                  <a:cxn ang="0">
                    <a:pos x="787" y="372"/>
                  </a:cxn>
                  <a:cxn ang="0">
                    <a:pos x="768" y="443"/>
                  </a:cxn>
                  <a:cxn ang="0">
                    <a:pos x="708" y="515"/>
                  </a:cxn>
                  <a:cxn ang="0">
                    <a:pos x="660" y="569"/>
                  </a:cxn>
                  <a:cxn ang="0">
                    <a:pos x="618" y="593"/>
                  </a:cxn>
                  <a:cxn ang="0">
                    <a:pos x="576" y="617"/>
                  </a:cxn>
                  <a:cxn ang="0">
                    <a:pos x="564" y="707"/>
                  </a:cxn>
                  <a:cxn ang="0">
                    <a:pos x="354" y="755"/>
                  </a:cxn>
                  <a:cxn ang="0">
                    <a:pos x="390" y="641"/>
                  </a:cxn>
                  <a:cxn ang="0">
                    <a:pos x="426" y="647"/>
                  </a:cxn>
                  <a:cxn ang="0">
                    <a:pos x="444" y="617"/>
                  </a:cxn>
                  <a:cxn ang="0">
                    <a:pos x="570" y="515"/>
                  </a:cxn>
                  <a:cxn ang="0">
                    <a:pos x="618" y="473"/>
                  </a:cxn>
                  <a:cxn ang="0">
                    <a:pos x="642" y="396"/>
                  </a:cxn>
                  <a:cxn ang="0">
                    <a:pos x="642" y="378"/>
                  </a:cxn>
                  <a:cxn ang="0">
                    <a:pos x="666" y="270"/>
                  </a:cxn>
                  <a:cxn ang="0">
                    <a:pos x="684" y="192"/>
                  </a:cxn>
                  <a:cxn ang="0">
                    <a:pos x="696" y="264"/>
                  </a:cxn>
                  <a:cxn ang="0">
                    <a:pos x="534" y="455"/>
                  </a:cxn>
                  <a:cxn ang="0">
                    <a:pos x="636" y="803"/>
                  </a:cxn>
                </a:cxnLst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6" name="未知"/>
              <p:cNvSpPr/>
              <p:nvPr/>
            </p:nvSpPr>
            <p:spPr>
              <a:xfrm>
                <a:off x="492" y="425"/>
                <a:ext cx="47" cy="7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18" y="60"/>
                  </a:cxn>
                  <a:cxn ang="0">
                    <a:pos x="24" y="54"/>
                  </a:cxn>
                  <a:cxn ang="0">
                    <a:pos x="47" y="0"/>
                  </a:cxn>
                  <a:cxn ang="0">
                    <a:pos x="0" y="78"/>
                  </a:cxn>
                  <a:cxn ang="0">
                    <a:pos x="12" y="72"/>
                  </a:cxn>
                  <a:cxn ang="0">
                    <a:pos x="12" y="72"/>
                  </a:cxn>
                </a:cxnLst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7" name="未知"/>
              <p:cNvSpPr/>
              <p:nvPr/>
            </p:nvSpPr>
            <p:spPr>
              <a:xfrm>
                <a:off x="1092" y="288"/>
                <a:ext cx="149" cy="419"/>
              </a:xfrm>
              <a:custGeom>
                <a:avLst/>
                <a:gdLst/>
                <a:ahLst/>
                <a:cxnLst>
                  <a:cxn ang="0">
                    <a:pos x="29" y="96"/>
                  </a:cxn>
                  <a:cxn ang="0">
                    <a:pos x="41" y="126"/>
                  </a:cxn>
                  <a:cxn ang="0">
                    <a:pos x="29" y="161"/>
                  </a:cxn>
                  <a:cxn ang="0">
                    <a:pos x="47" y="149"/>
                  </a:cxn>
                  <a:cxn ang="0">
                    <a:pos x="53" y="347"/>
                  </a:cxn>
                  <a:cxn ang="0">
                    <a:pos x="65" y="371"/>
                  </a:cxn>
                  <a:cxn ang="0">
                    <a:pos x="65" y="377"/>
                  </a:cxn>
                  <a:cxn ang="0">
                    <a:pos x="65" y="389"/>
                  </a:cxn>
                  <a:cxn ang="0">
                    <a:pos x="77" y="395"/>
                  </a:cxn>
                  <a:cxn ang="0">
                    <a:pos x="101" y="407"/>
                  </a:cxn>
                  <a:cxn ang="0">
                    <a:pos x="125" y="413"/>
                  </a:cxn>
                  <a:cxn ang="0">
                    <a:pos x="149" y="419"/>
                  </a:cxn>
                  <a:cxn ang="0">
                    <a:pos x="125" y="395"/>
                  </a:cxn>
                  <a:cxn ang="0">
                    <a:pos x="77" y="365"/>
                  </a:cxn>
                  <a:cxn ang="0">
                    <a:pos x="77" y="365"/>
                  </a:cxn>
                  <a:cxn ang="0">
                    <a:pos x="77" y="353"/>
                  </a:cxn>
                  <a:cxn ang="0">
                    <a:pos x="83" y="329"/>
                  </a:cxn>
                  <a:cxn ang="0">
                    <a:pos x="83" y="293"/>
                  </a:cxn>
                  <a:cxn ang="0">
                    <a:pos x="83" y="257"/>
                  </a:cxn>
                  <a:cxn ang="0">
                    <a:pos x="83" y="221"/>
                  </a:cxn>
                  <a:cxn ang="0">
                    <a:pos x="77" y="185"/>
                  </a:cxn>
                  <a:cxn ang="0">
                    <a:pos x="65" y="155"/>
                  </a:cxn>
                  <a:cxn ang="0">
                    <a:pos x="59" y="143"/>
                  </a:cxn>
                  <a:cxn ang="0">
                    <a:pos x="53" y="137"/>
                  </a:cxn>
                  <a:cxn ang="0">
                    <a:pos x="53" y="120"/>
                  </a:cxn>
                  <a:cxn ang="0">
                    <a:pos x="53" y="108"/>
                  </a:cxn>
                  <a:cxn ang="0">
                    <a:pos x="47" y="90"/>
                  </a:cxn>
                  <a:cxn ang="0">
                    <a:pos x="35" y="54"/>
                  </a:cxn>
                  <a:cxn ang="0">
                    <a:pos x="23" y="18"/>
                  </a:cxn>
                  <a:cxn ang="0">
                    <a:pos x="17" y="6"/>
                  </a:cxn>
                  <a:cxn ang="0">
                    <a:pos x="17" y="0"/>
                  </a:cxn>
                  <a:cxn ang="0">
                    <a:pos x="0" y="6"/>
                  </a:cxn>
                  <a:cxn ang="0">
                    <a:pos x="6" y="114"/>
                  </a:cxn>
                  <a:cxn ang="0">
                    <a:pos x="29" y="96"/>
                  </a:cxn>
                  <a:cxn ang="0">
                    <a:pos x="29" y="96"/>
                  </a:cxn>
                </a:cxnLst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8" name="未知"/>
              <p:cNvSpPr/>
              <p:nvPr/>
            </p:nvSpPr>
            <p:spPr>
              <a:xfrm>
                <a:off x="948" y="150"/>
                <a:ext cx="167" cy="138"/>
              </a:xfrm>
              <a:custGeom>
                <a:avLst/>
                <a:gdLst/>
                <a:ahLst/>
                <a:cxnLst>
                  <a:cxn ang="0">
                    <a:pos x="102" y="18"/>
                  </a:cxn>
                  <a:cxn ang="0">
                    <a:pos x="96" y="12"/>
                  </a:cxn>
                  <a:cxn ang="0">
                    <a:pos x="90" y="0"/>
                  </a:cxn>
                  <a:cxn ang="0">
                    <a:pos x="78" y="0"/>
                  </a:cxn>
                  <a:cxn ang="0">
                    <a:pos x="66" y="0"/>
                  </a:cxn>
                  <a:cxn ang="0">
                    <a:pos x="60" y="0"/>
                  </a:cxn>
                  <a:cxn ang="0">
                    <a:pos x="48" y="6"/>
                  </a:cxn>
                  <a:cxn ang="0">
                    <a:pos x="36" y="12"/>
                  </a:cxn>
                  <a:cxn ang="0">
                    <a:pos x="30" y="12"/>
                  </a:cxn>
                  <a:cxn ang="0">
                    <a:pos x="24" y="24"/>
                  </a:cxn>
                  <a:cxn ang="0">
                    <a:pos x="18" y="42"/>
                  </a:cxn>
                  <a:cxn ang="0">
                    <a:pos x="6" y="66"/>
                  </a:cxn>
                  <a:cxn ang="0">
                    <a:pos x="0" y="72"/>
                  </a:cxn>
                  <a:cxn ang="0">
                    <a:pos x="42" y="30"/>
                  </a:cxn>
                  <a:cxn ang="0">
                    <a:pos x="30" y="66"/>
                  </a:cxn>
                  <a:cxn ang="0">
                    <a:pos x="96" y="36"/>
                  </a:cxn>
                  <a:cxn ang="0">
                    <a:pos x="120" y="78"/>
                  </a:cxn>
                  <a:cxn ang="0">
                    <a:pos x="120" y="54"/>
                  </a:cxn>
                  <a:cxn ang="0">
                    <a:pos x="167" y="138"/>
                  </a:cxn>
                  <a:cxn ang="0">
                    <a:pos x="167" y="120"/>
                  </a:cxn>
                  <a:cxn ang="0">
                    <a:pos x="161" y="102"/>
                  </a:cxn>
                  <a:cxn ang="0">
                    <a:pos x="138" y="60"/>
                  </a:cxn>
                  <a:cxn ang="0">
                    <a:pos x="114" y="30"/>
                  </a:cxn>
                  <a:cxn ang="0">
                    <a:pos x="108" y="24"/>
                  </a:cxn>
                  <a:cxn ang="0">
                    <a:pos x="102" y="18"/>
                  </a:cxn>
                  <a:cxn ang="0">
                    <a:pos x="102" y="18"/>
                  </a:cxn>
                </a:cxnLst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9" name="未知"/>
              <p:cNvSpPr/>
              <p:nvPr/>
            </p:nvSpPr>
            <p:spPr>
              <a:xfrm>
                <a:off x="756" y="30"/>
                <a:ext cx="113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24" y="6"/>
                  </a:cxn>
                  <a:cxn ang="0">
                    <a:pos x="48" y="18"/>
                  </a:cxn>
                  <a:cxn ang="0">
                    <a:pos x="71" y="36"/>
                  </a:cxn>
                  <a:cxn ang="0">
                    <a:pos x="83" y="48"/>
                  </a:cxn>
                  <a:cxn ang="0">
                    <a:pos x="95" y="66"/>
                  </a:cxn>
                  <a:cxn ang="0">
                    <a:pos x="107" y="90"/>
                  </a:cxn>
                  <a:cxn ang="0">
                    <a:pos x="113" y="114"/>
                  </a:cxn>
                  <a:cxn ang="0">
                    <a:pos x="83" y="66"/>
                  </a:cxn>
                  <a:cxn ang="0">
                    <a:pos x="60" y="78"/>
                  </a:cxn>
                  <a:cxn ang="0">
                    <a:pos x="71" y="54"/>
                  </a:cxn>
                  <a:cxn ang="0">
                    <a:pos x="12" y="78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4" y="30"/>
                  </a:cxn>
                  <a:cxn ang="0">
                    <a:pos x="36" y="18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0" name="未知"/>
              <p:cNvSpPr/>
              <p:nvPr/>
            </p:nvSpPr>
            <p:spPr>
              <a:xfrm>
                <a:off x="930" y="294"/>
                <a:ext cx="66" cy="60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42" y="18"/>
                  </a:cxn>
                  <a:cxn ang="0">
                    <a:pos x="36" y="6"/>
                  </a:cxn>
                  <a:cxn ang="0">
                    <a:pos x="24" y="30"/>
                  </a:cxn>
                  <a:cxn ang="0">
                    <a:pos x="18" y="36"/>
                  </a:cxn>
                  <a:cxn ang="0">
                    <a:pos x="6" y="48"/>
                  </a:cxn>
                  <a:cxn ang="0">
                    <a:pos x="0" y="60"/>
                  </a:cxn>
                  <a:cxn ang="0">
                    <a:pos x="12" y="54"/>
                  </a:cxn>
                  <a:cxn ang="0">
                    <a:pos x="30" y="36"/>
                  </a:cxn>
                  <a:cxn ang="0">
                    <a:pos x="54" y="18"/>
                  </a:cxn>
                  <a:cxn ang="0">
                    <a:pos x="66" y="6"/>
                  </a:cxn>
                  <a:cxn ang="0">
                    <a:pos x="54" y="0"/>
                  </a:cxn>
                  <a:cxn ang="0">
                    <a:pos x="54" y="0"/>
                  </a:cxn>
                </a:cxnLst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1" name="未知"/>
              <p:cNvSpPr/>
              <p:nvPr/>
            </p:nvSpPr>
            <p:spPr>
              <a:xfrm>
                <a:off x="750" y="390"/>
                <a:ext cx="161" cy="179"/>
              </a:xfrm>
              <a:custGeom>
                <a:avLst/>
                <a:gdLst/>
                <a:ahLst/>
                <a:cxnLst>
                  <a:cxn ang="0">
                    <a:pos x="131" y="53"/>
                  </a:cxn>
                  <a:cxn ang="0">
                    <a:pos x="137" y="53"/>
                  </a:cxn>
                  <a:cxn ang="0">
                    <a:pos x="143" y="41"/>
                  </a:cxn>
                  <a:cxn ang="0">
                    <a:pos x="155" y="35"/>
                  </a:cxn>
                  <a:cxn ang="0">
                    <a:pos x="161" y="24"/>
                  </a:cxn>
                  <a:cxn ang="0">
                    <a:pos x="161" y="12"/>
                  </a:cxn>
                  <a:cxn ang="0">
                    <a:pos x="161" y="0"/>
                  </a:cxn>
                  <a:cxn ang="0">
                    <a:pos x="149" y="24"/>
                  </a:cxn>
                  <a:cxn ang="0">
                    <a:pos x="143" y="35"/>
                  </a:cxn>
                  <a:cxn ang="0">
                    <a:pos x="131" y="35"/>
                  </a:cxn>
                  <a:cxn ang="0">
                    <a:pos x="119" y="41"/>
                  </a:cxn>
                  <a:cxn ang="0">
                    <a:pos x="125" y="53"/>
                  </a:cxn>
                  <a:cxn ang="0">
                    <a:pos x="95" y="95"/>
                  </a:cxn>
                  <a:cxn ang="0">
                    <a:pos x="0" y="137"/>
                  </a:cxn>
                  <a:cxn ang="0">
                    <a:pos x="60" y="119"/>
                  </a:cxn>
                  <a:cxn ang="0">
                    <a:pos x="54" y="125"/>
                  </a:cxn>
                  <a:cxn ang="0">
                    <a:pos x="48" y="131"/>
                  </a:cxn>
                  <a:cxn ang="0">
                    <a:pos x="24" y="155"/>
                  </a:cxn>
                  <a:cxn ang="0">
                    <a:pos x="12" y="167"/>
                  </a:cxn>
                  <a:cxn ang="0">
                    <a:pos x="0" y="173"/>
                  </a:cxn>
                  <a:cxn ang="0">
                    <a:pos x="0" y="179"/>
                  </a:cxn>
                  <a:cxn ang="0">
                    <a:pos x="6" y="173"/>
                  </a:cxn>
                  <a:cxn ang="0">
                    <a:pos x="30" y="155"/>
                  </a:cxn>
                  <a:cxn ang="0">
                    <a:pos x="48" y="143"/>
                  </a:cxn>
                  <a:cxn ang="0">
                    <a:pos x="71" y="125"/>
                  </a:cxn>
                  <a:cxn ang="0">
                    <a:pos x="95" y="107"/>
                  </a:cxn>
                  <a:cxn ang="0">
                    <a:pos x="119" y="77"/>
                  </a:cxn>
                  <a:cxn ang="0">
                    <a:pos x="131" y="59"/>
                  </a:cxn>
                  <a:cxn ang="0">
                    <a:pos x="131" y="53"/>
                  </a:cxn>
                  <a:cxn ang="0">
                    <a:pos x="131" y="53"/>
                  </a:cxn>
                </a:cxnLst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2" name="未知"/>
              <p:cNvSpPr/>
              <p:nvPr/>
            </p:nvSpPr>
            <p:spPr>
              <a:xfrm>
                <a:off x="545" y="479"/>
                <a:ext cx="73" cy="54"/>
              </a:xfrm>
              <a:custGeom>
                <a:avLst/>
                <a:gdLst/>
                <a:ahLst/>
                <a:cxnLst>
                  <a:cxn ang="0">
                    <a:pos x="24" y="36"/>
                  </a:cxn>
                  <a:cxn ang="0">
                    <a:pos x="49" y="24"/>
                  </a:cxn>
                  <a:cxn ang="0">
                    <a:pos x="61" y="12"/>
                  </a:cxn>
                  <a:cxn ang="0">
                    <a:pos x="67" y="6"/>
                  </a:cxn>
                  <a:cxn ang="0">
                    <a:pos x="73" y="0"/>
                  </a:cxn>
                  <a:cxn ang="0">
                    <a:pos x="43" y="18"/>
                  </a:cxn>
                  <a:cxn ang="0">
                    <a:pos x="30" y="24"/>
                  </a:cxn>
                  <a:cxn ang="0">
                    <a:pos x="24" y="24"/>
                  </a:cxn>
                  <a:cxn ang="0">
                    <a:pos x="18" y="18"/>
                  </a:cxn>
                  <a:cxn ang="0">
                    <a:pos x="12" y="12"/>
                  </a:cxn>
                  <a:cxn ang="0">
                    <a:pos x="0" y="54"/>
                  </a:cxn>
                  <a:cxn ang="0">
                    <a:pos x="12" y="42"/>
                  </a:cxn>
                  <a:cxn ang="0">
                    <a:pos x="24" y="36"/>
                  </a:cxn>
                  <a:cxn ang="0">
                    <a:pos x="24" y="36"/>
                  </a:cxn>
                </a:cxnLst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3" name="未知"/>
              <p:cNvSpPr/>
              <p:nvPr/>
            </p:nvSpPr>
            <p:spPr>
              <a:xfrm>
                <a:off x="432" y="605"/>
                <a:ext cx="12" cy="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2"/>
                  </a:cxn>
                  <a:cxn ang="0">
                    <a:pos x="0" y="18"/>
                  </a:cxn>
                  <a:cxn ang="0">
                    <a:pos x="6" y="54"/>
                  </a:cxn>
                  <a:cxn ang="0">
                    <a:pos x="12" y="36"/>
                  </a:cxn>
                  <a:cxn ang="0">
                    <a:pos x="12" y="18"/>
                  </a:cxn>
                  <a:cxn ang="0">
                    <a:pos x="12" y="6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4" name="未知"/>
              <p:cNvSpPr/>
              <p:nvPr/>
            </p:nvSpPr>
            <p:spPr>
              <a:xfrm>
                <a:off x="300" y="737"/>
                <a:ext cx="48" cy="72"/>
              </a:xfrm>
              <a:custGeom>
                <a:avLst/>
                <a:gdLst/>
                <a:ahLst/>
                <a:cxnLst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6" y="0"/>
                  </a:cxn>
                  <a:cxn ang="0">
                    <a:pos x="42" y="12"/>
                  </a:cxn>
                  <a:cxn ang="0">
                    <a:pos x="42" y="12"/>
                  </a:cxn>
                  <a:cxn ang="0">
                    <a:pos x="0" y="72"/>
                  </a:cxn>
                  <a:cxn ang="0">
                    <a:pos x="18" y="54"/>
                  </a:cxn>
                  <a:cxn ang="0">
                    <a:pos x="18" y="66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8" y="6"/>
                  </a:cxn>
                </a:cxnLst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5" name="未知"/>
              <p:cNvSpPr/>
              <p:nvPr/>
            </p:nvSpPr>
            <p:spPr>
              <a:xfrm>
                <a:off x="245" y="743"/>
                <a:ext cx="288" cy="84"/>
              </a:xfrm>
              <a:custGeom>
                <a:avLst/>
                <a:gdLst/>
                <a:ahLst/>
                <a:cxnLst>
                  <a:cxn ang="0">
                    <a:pos x="288" y="0"/>
                  </a:cxn>
                  <a:cxn ang="0">
                    <a:pos x="0" y="84"/>
                  </a:cxn>
                  <a:cxn ang="0">
                    <a:pos x="169" y="36"/>
                  </a:cxn>
                  <a:cxn ang="0">
                    <a:pos x="114" y="60"/>
                  </a:cxn>
                  <a:cxn ang="0">
                    <a:pos x="277" y="18"/>
                  </a:cxn>
                  <a:cxn ang="0">
                    <a:pos x="288" y="0"/>
                  </a:cxn>
                  <a:cxn ang="0">
                    <a:pos x="288" y="0"/>
                  </a:cxn>
                </a:cxnLst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6" name="未知"/>
              <p:cNvSpPr/>
              <p:nvPr/>
            </p:nvSpPr>
            <p:spPr>
              <a:xfrm>
                <a:off x="636" y="719"/>
                <a:ext cx="66" cy="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6" y="6"/>
                  </a:cxn>
                  <a:cxn ang="0">
                    <a:pos x="0" y="84"/>
                  </a:cxn>
                  <a:cxn ang="0">
                    <a:pos x="54" y="24"/>
                  </a:cxn>
                  <a:cxn ang="0">
                    <a:pos x="6" y="108"/>
                  </a:cxn>
                  <a:cxn ang="0">
                    <a:pos x="66" y="6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7" name="未知"/>
              <p:cNvSpPr/>
              <p:nvPr/>
            </p:nvSpPr>
            <p:spPr>
              <a:xfrm>
                <a:off x="174" y="827"/>
                <a:ext cx="77" cy="42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0"/>
                  </a:cxn>
                  <a:cxn ang="0">
                    <a:pos x="60" y="6"/>
                  </a:cxn>
                  <a:cxn ang="0">
                    <a:pos x="48" y="6"/>
                  </a:cxn>
                  <a:cxn ang="0">
                    <a:pos x="42" y="6"/>
                  </a:cxn>
                  <a:cxn ang="0">
                    <a:pos x="60" y="6"/>
                  </a:cxn>
                  <a:cxn ang="0">
                    <a:pos x="0" y="24"/>
                  </a:cxn>
                  <a:cxn ang="0">
                    <a:pos x="71" y="6"/>
                  </a:cxn>
                  <a:cxn ang="0">
                    <a:pos x="66" y="42"/>
                  </a:cxn>
                  <a:cxn ang="0">
                    <a:pos x="77" y="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8" name="未知"/>
              <p:cNvSpPr/>
              <p:nvPr/>
            </p:nvSpPr>
            <p:spPr>
              <a:xfrm>
                <a:off x="306" y="881"/>
                <a:ext cx="66" cy="30"/>
              </a:xfrm>
              <a:custGeom>
                <a:avLst/>
                <a:gdLst/>
                <a:ahLst/>
                <a:cxnLst>
                  <a:cxn ang="0">
                    <a:pos x="66" y="6"/>
                  </a:cxn>
                  <a:cxn ang="0">
                    <a:pos x="0" y="0"/>
                  </a:cxn>
                  <a:cxn ang="0">
                    <a:pos x="54" y="6"/>
                  </a:cxn>
                  <a:cxn ang="0">
                    <a:pos x="18" y="18"/>
                  </a:cxn>
                  <a:cxn ang="0">
                    <a:pos x="60" y="12"/>
                  </a:cxn>
                  <a:cxn ang="0">
                    <a:pos x="60" y="30"/>
                  </a:cxn>
                  <a:cxn ang="0">
                    <a:pos x="60" y="30"/>
                  </a:cxn>
                  <a:cxn ang="0">
                    <a:pos x="66" y="6"/>
                  </a:cxn>
                  <a:cxn ang="0">
                    <a:pos x="66" y="6"/>
                  </a:cxn>
                </a:cxnLst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59" name="未知"/>
              <p:cNvSpPr/>
              <p:nvPr/>
            </p:nvSpPr>
            <p:spPr>
              <a:xfrm>
                <a:off x="648" y="635"/>
                <a:ext cx="18" cy="6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12" y="24"/>
                  </a:cxn>
                  <a:cxn ang="0">
                    <a:pos x="12" y="60"/>
                  </a:cxn>
                  <a:cxn ang="0">
                    <a:pos x="18" y="18"/>
                  </a:cxn>
                  <a:cxn ang="0">
                    <a:pos x="18" y="18"/>
                  </a:cxn>
                  <a:cxn ang="0">
                    <a:pos x="18" y="0"/>
                  </a:cxn>
                  <a:cxn ang="0">
                    <a:pos x="12" y="18"/>
                  </a:cxn>
                  <a:cxn ang="0">
                    <a:pos x="0" y="24"/>
                  </a:cxn>
                  <a:cxn ang="0">
                    <a:pos x="0" y="24"/>
                  </a:cxn>
                </a:cxnLst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0" name="未知"/>
              <p:cNvSpPr/>
              <p:nvPr/>
            </p:nvSpPr>
            <p:spPr>
              <a:xfrm>
                <a:off x="354" y="737"/>
                <a:ext cx="6" cy="1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18"/>
                  </a:cxn>
                  <a:cxn ang="0">
                    <a:pos x="6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1" name="未知"/>
              <p:cNvSpPr/>
              <p:nvPr/>
            </p:nvSpPr>
            <p:spPr>
              <a:xfrm>
                <a:off x="342" y="659"/>
                <a:ext cx="30" cy="78"/>
              </a:xfrm>
              <a:custGeom>
                <a:avLst/>
                <a:gdLst/>
                <a:ahLst/>
                <a:cxnLst>
                  <a:cxn ang="0">
                    <a:pos x="24" y="6"/>
                  </a:cxn>
                  <a:cxn ang="0">
                    <a:pos x="18" y="24"/>
                  </a:cxn>
                  <a:cxn ang="0">
                    <a:pos x="0" y="18"/>
                  </a:cxn>
                  <a:cxn ang="0">
                    <a:pos x="12" y="30"/>
                  </a:cxn>
                  <a:cxn ang="0">
                    <a:pos x="6" y="42"/>
                  </a:cxn>
                  <a:cxn ang="0">
                    <a:pos x="18" y="78"/>
                  </a:cxn>
                  <a:cxn ang="0">
                    <a:pos x="18" y="24"/>
                  </a:cxn>
                  <a:cxn ang="0">
                    <a:pos x="24" y="12"/>
                  </a:cxn>
                  <a:cxn ang="0">
                    <a:pos x="30" y="6"/>
                  </a:cxn>
                  <a:cxn ang="0">
                    <a:pos x="30" y="6"/>
                  </a:cxn>
                  <a:cxn ang="0">
                    <a:pos x="12" y="0"/>
                  </a:cxn>
                  <a:cxn ang="0">
                    <a:pos x="24" y="6"/>
                  </a:cxn>
                  <a:cxn ang="0">
                    <a:pos x="24" y="6"/>
                  </a:cxn>
                </a:cxnLst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2" name="未知"/>
              <p:cNvSpPr/>
              <p:nvPr/>
            </p:nvSpPr>
            <p:spPr>
              <a:xfrm>
                <a:off x="348" y="755"/>
                <a:ext cx="24" cy="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6" y="0"/>
                  </a:cxn>
                  <a:cxn ang="0">
                    <a:pos x="12" y="6"/>
                  </a:cxn>
                  <a:cxn ang="0">
                    <a:pos x="24" y="24"/>
                  </a:cxn>
                  <a:cxn ang="0">
                    <a:pos x="24" y="18"/>
                  </a:cxn>
                  <a:cxn ang="0">
                    <a:pos x="18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未知"/>
              <p:cNvSpPr/>
              <p:nvPr/>
            </p:nvSpPr>
            <p:spPr>
              <a:xfrm>
                <a:off x="609" y="397"/>
                <a:ext cx="215" cy="216"/>
              </a:xfrm>
              <a:custGeom>
                <a:avLst/>
                <a:gdLst/>
                <a:ahLst/>
                <a:cxnLst>
                  <a:cxn ang="0">
                    <a:pos x="215" y="0"/>
                  </a:cxn>
                  <a:cxn ang="0">
                    <a:pos x="147" y="36"/>
                  </a:cxn>
                  <a:cxn ang="0">
                    <a:pos x="132" y="49"/>
                  </a:cxn>
                  <a:cxn ang="0">
                    <a:pos x="104" y="79"/>
                  </a:cxn>
                  <a:cxn ang="0">
                    <a:pos x="87" y="114"/>
                  </a:cxn>
                  <a:cxn ang="0">
                    <a:pos x="48" y="156"/>
                  </a:cxn>
                  <a:cxn ang="0">
                    <a:pos x="42" y="166"/>
                  </a:cxn>
                  <a:cxn ang="0">
                    <a:pos x="29" y="177"/>
                  </a:cxn>
                  <a:cxn ang="0">
                    <a:pos x="0" y="208"/>
                  </a:cxn>
                  <a:cxn ang="0">
                    <a:pos x="48" y="216"/>
                  </a:cxn>
                  <a:cxn ang="0">
                    <a:pos x="215" y="0"/>
                  </a:cxn>
                </a:cxnLst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未知"/>
              <p:cNvSpPr/>
              <p:nvPr/>
            </p:nvSpPr>
            <p:spPr>
              <a:xfrm>
                <a:off x="344" y="426"/>
                <a:ext cx="212" cy="179"/>
              </a:xfrm>
              <a:custGeom>
                <a:avLst/>
                <a:gdLst/>
                <a:ahLst/>
                <a:cxnLst>
                  <a:cxn ang="0">
                    <a:pos x="212" y="0"/>
                  </a:cxn>
                  <a:cxn ang="0">
                    <a:pos x="144" y="36"/>
                  </a:cxn>
                  <a:cxn ang="0">
                    <a:pos x="0" y="179"/>
                  </a:cxn>
                  <a:cxn ang="0">
                    <a:pos x="177" y="85"/>
                  </a:cxn>
                  <a:cxn ang="0">
                    <a:pos x="212" y="0"/>
                  </a:cxn>
                </a:cxnLst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未知"/>
              <p:cNvSpPr/>
              <p:nvPr/>
            </p:nvSpPr>
            <p:spPr>
              <a:xfrm>
                <a:off x="845" y="325"/>
                <a:ext cx="64" cy="79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4" y="79"/>
                  </a:cxn>
                  <a:cxn ang="0">
                    <a:pos x="60" y="0"/>
                  </a:cxn>
                  <a:cxn ang="0">
                    <a:pos x="0" y="22"/>
                  </a:cxn>
                </a:cxnLst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6" name="未知"/>
              <p:cNvSpPr/>
              <p:nvPr userDrawn="1"/>
            </p:nvSpPr>
            <p:spPr>
              <a:xfrm>
                <a:off x="675" y="187"/>
                <a:ext cx="137" cy="2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87"/>
                  </a:cxn>
                  <a:cxn ang="0">
                    <a:pos x="69" y="154"/>
                  </a:cxn>
                  <a:cxn ang="0">
                    <a:pos x="137" y="207"/>
                  </a:cxn>
                  <a:cxn ang="0">
                    <a:pos x="0" y="0"/>
                  </a:cxn>
                </a:cxnLst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7" name="未知"/>
              <p:cNvSpPr/>
              <p:nvPr userDrawn="1"/>
            </p:nvSpPr>
            <p:spPr>
              <a:xfrm>
                <a:off x="625" y="223"/>
                <a:ext cx="65" cy="222"/>
              </a:xfrm>
              <a:custGeom>
                <a:avLst/>
                <a:gdLst/>
                <a:ahLst/>
                <a:cxnLst>
                  <a:cxn ang="0">
                    <a:pos x="0" y="222"/>
                  </a:cxn>
                  <a:cxn ang="0">
                    <a:pos x="40" y="142"/>
                  </a:cxn>
                  <a:cxn ang="0">
                    <a:pos x="65" y="72"/>
                  </a:cxn>
                  <a:cxn ang="0">
                    <a:pos x="7" y="0"/>
                  </a:cxn>
                  <a:cxn ang="0">
                    <a:pos x="0" y="222"/>
                  </a:cxn>
                </a:cxnLst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89" name="Rectangle 41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47800"/>
            <a:ext cx="7772400" cy="14700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090" name="Rectangle 4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203575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1" name="Rectangle 4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4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4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pPr lvl="0" algn="r" eaLnBrk="1" hangingPunct="1"/>
            <a:fld id="{9A0DB2DC-4C9A-4742-B13C-FB6460FD3503}" type="slidenum">
              <a:rPr lang="en-US" altLang="zh-CN" sz="1000" b="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</a:fld>
            <a:endParaRPr lang="en-US" altLang="zh-CN" sz="1000" b="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4.xml"/><Relationship Id="rId15" Type="http://schemas.openxmlformats.org/officeDocument/2006/relationships/theme" Target="../theme/theme5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5" Type="http://schemas.openxmlformats.org/officeDocument/2006/relationships/theme" Target="../theme/theme6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5" Type="http://schemas.openxmlformats.org/officeDocument/2006/relationships/theme" Target="../theme/theme7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99.xml"/><Relationship Id="rId7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5" Type="http://schemas.openxmlformats.org/officeDocument/2006/relationships/theme" Target="../theme/theme8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CC6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slide" Target="slide98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7.png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1.png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5.png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2.emf"/><Relationship Id="rId1" Type="http://schemas.openxmlformats.org/officeDocument/2006/relationships/oleObject" Target="../embeddings/oleObject2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9.bin"/><Relationship Id="rId3" Type="http://schemas.openxmlformats.org/officeDocument/2006/relationships/image" Target="../media/image37.wmf"/><Relationship Id="rId2" Type="http://schemas.openxmlformats.org/officeDocument/2006/relationships/oleObject" Target="../embeddings/oleObject28.bin"/><Relationship Id="rId1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3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audio" Target="../media/audio1.wav"/><Relationship Id="rId8" Type="http://schemas.openxmlformats.org/officeDocument/2006/relationships/image" Target="../media/image45.e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44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3.e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42.wmf"/><Relationship Id="rId11" Type="http://schemas.openxmlformats.org/officeDocument/2006/relationships/vmlDrawing" Target="../drawings/vmlDrawing14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3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49.e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46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0.emf"/><Relationship Id="rId1" Type="http://schemas.openxmlformats.org/officeDocument/2006/relationships/oleObject" Target="../embeddings/oleObject3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2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51.wmf"/><Relationship Id="rId1" Type="http://schemas.openxmlformats.org/officeDocument/2006/relationships/oleObject" Target="../embeddings/oleObject42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6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53.w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4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0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57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48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4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61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52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8.png"/><Relationship Id="rId3" Type="http://schemas.openxmlformats.org/officeDocument/2006/relationships/image" Target="../media/image67.wmf"/><Relationship Id="rId2" Type="http://schemas.openxmlformats.org/officeDocument/2006/relationships/oleObject" Target="../embeddings/oleObject56.bin"/><Relationship Id="rId1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wmf"/><Relationship Id="rId1" Type="http://schemas.openxmlformats.org/officeDocument/2006/relationships/oleObject" Target="../embeddings/oleObject57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0.wmf"/><Relationship Id="rId1" Type="http://schemas.openxmlformats.org/officeDocument/2006/relationships/oleObject" Target="../embeddings/oleObject58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wmf"/><Relationship Id="rId1" Type="http://schemas.openxmlformats.org/officeDocument/2006/relationships/oleObject" Target="../embeddings/oleObject59.bin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9.wmf"/><Relationship Id="rId2" Type="http://schemas.openxmlformats.org/officeDocument/2006/relationships/oleObject" Target="../embeddings/oleObject60.bin"/><Relationship Id="rId1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2.wmf"/><Relationship Id="rId1" Type="http://schemas.openxmlformats.org/officeDocument/2006/relationships/oleObject" Target="../embeddings/oleObject61.bin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3.wmf"/><Relationship Id="rId1" Type="http://schemas.openxmlformats.org/officeDocument/2006/relationships/oleObject" Target="../embeddings/oleObject62.bin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5.png"/><Relationship Id="rId2" Type="http://schemas.openxmlformats.org/officeDocument/2006/relationships/image" Target="../media/image74.wmf"/><Relationship Id="rId1" Type="http://schemas.openxmlformats.org/officeDocument/2006/relationships/oleObject" Target="../embeddings/oleObject63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emf"/><Relationship Id="rId8" Type="http://schemas.openxmlformats.org/officeDocument/2006/relationships/oleObject" Target="../embeddings/oleObject67.bin"/><Relationship Id="rId7" Type="http://schemas.openxmlformats.org/officeDocument/2006/relationships/image" Target="../media/image79.emf"/><Relationship Id="rId6" Type="http://schemas.openxmlformats.org/officeDocument/2006/relationships/oleObject" Target="../embeddings/oleObject66.bin"/><Relationship Id="rId5" Type="http://schemas.openxmlformats.org/officeDocument/2006/relationships/image" Target="../media/image78.emf"/><Relationship Id="rId4" Type="http://schemas.openxmlformats.org/officeDocument/2006/relationships/oleObject" Target="../embeddings/oleObject65.bin"/><Relationship Id="rId3" Type="http://schemas.openxmlformats.org/officeDocument/2006/relationships/image" Target="../media/image77.emf"/><Relationship Id="rId2" Type="http://schemas.openxmlformats.org/officeDocument/2006/relationships/oleObject" Target="../embeddings/oleObject64.bin"/><Relationship Id="rId13" Type="http://schemas.openxmlformats.org/officeDocument/2006/relationships/vmlDrawing" Target="../drawings/vmlDrawing28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1.emf"/><Relationship Id="rId10" Type="http://schemas.openxmlformats.org/officeDocument/2006/relationships/oleObject" Target="../embeddings/oleObject68.bin"/><Relationship Id="rId1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3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82.wmf"/><Relationship Id="rId1" Type="http://schemas.openxmlformats.org/officeDocument/2006/relationships/oleObject" Target="../embeddings/oleObject69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72.bin"/><Relationship Id="rId24" Type="http://schemas.openxmlformats.org/officeDocument/2006/relationships/vmlDrawing" Target="../drawings/vmlDrawing30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93.wmf"/><Relationship Id="rId21" Type="http://schemas.openxmlformats.org/officeDocument/2006/relationships/oleObject" Target="../embeddings/oleObject82.bin"/><Relationship Id="rId20" Type="http://schemas.openxmlformats.org/officeDocument/2006/relationships/oleObject" Target="../embeddings/oleObject81.bin"/><Relationship Id="rId2" Type="http://schemas.openxmlformats.org/officeDocument/2006/relationships/image" Target="../media/image84.emf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92.w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91.w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77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71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6.e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95.e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94.emf"/><Relationship Id="rId1" Type="http://schemas.openxmlformats.org/officeDocument/2006/relationships/oleObject" Target="../embeddings/oleObject83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7.wmf"/><Relationship Id="rId1" Type="http://schemas.openxmlformats.org/officeDocument/2006/relationships/oleObject" Target="../embeddings/oleObject86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98.wmf"/><Relationship Id="rId14" Type="http://schemas.openxmlformats.org/officeDocument/2006/relationships/vmlDrawing" Target="../drawings/vmlDrawing3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87.bin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4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4.wmf"/><Relationship Id="rId2" Type="http://schemas.openxmlformats.org/officeDocument/2006/relationships/oleObject" Target="../embeddings/oleObject93.bin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94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9.jpeg"/><Relationship Id="rId2" Type="http://schemas.openxmlformats.org/officeDocument/2006/relationships/image" Target="../media/image108.wmf"/><Relationship Id="rId1" Type="http://schemas.openxmlformats.org/officeDocument/2006/relationships/oleObject" Target="../embeddings/oleObject97.bin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0.wmf"/><Relationship Id="rId1" Type="http://schemas.openxmlformats.org/officeDocument/2006/relationships/oleObject" Target="../embeddings/oleObject98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111.wmf"/><Relationship Id="rId1" Type="http://schemas.openxmlformats.org/officeDocument/2006/relationships/oleObject" Target="../embeddings/oleObject99.bin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4.wmf"/><Relationship Id="rId1" Type="http://schemas.openxmlformats.org/officeDocument/2006/relationships/oleObject" Target="../embeddings/oleObject102.bin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5.wmf"/><Relationship Id="rId1" Type="http://schemas.openxmlformats.org/officeDocument/2006/relationships/oleObject" Target="../embeddings/oleObject103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04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122.w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108.bin"/><Relationship Id="rId22" Type="http://schemas.openxmlformats.org/officeDocument/2006/relationships/vmlDrawing" Target="../drawings/vmlDrawing42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28.wmf"/><Relationship Id="rId2" Type="http://schemas.openxmlformats.org/officeDocument/2006/relationships/image" Target="../media/image119.wmf"/><Relationship Id="rId19" Type="http://schemas.openxmlformats.org/officeDocument/2006/relationships/oleObject" Target="../embeddings/oleObject116.bin"/><Relationship Id="rId18" Type="http://schemas.openxmlformats.org/officeDocument/2006/relationships/image" Target="../media/image127.wmf"/><Relationship Id="rId17" Type="http://schemas.openxmlformats.org/officeDocument/2006/relationships/oleObject" Target="../embeddings/oleObject115.bin"/><Relationship Id="rId16" Type="http://schemas.openxmlformats.org/officeDocument/2006/relationships/image" Target="../media/image126.wmf"/><Relationship Id="rId15" Type="http://schemas.openxmlformats.org/officeDocument/2006/relationships/oleObject" Target="../embeddings/oleObject114.bin"/><Relationship Id="rId14" Type="http://schemas.openxmlformats.org/officeDocument/2006/relationships/image" Target="../media/image125.wmf"/><Relationship Id="rId13" Type="http://schemas.openxmlformats.org/officeDocument/2006/relationships/oleObject" Target="../embeddings/oleObject113.bin"/><Relationship Id="rId12" Type="http://schemas.openxmlformats.org/officeDocument/2006/relationships/image" Target="../media/image124.wmf"/><Relationship Id="rId11" Type="http://schemas.openxmlformats.org/officeDocument/2006/relationships/oleObject" Target="../embeddings/oleObject112.bin"/><Relationship Id="rId10" Type="http://schemas.openxmlformats.org/officeDocument/2006/relationships/image" Target="../media/image123.emf"/><Relationship Id="rId1" Type="http://schemas.openxmlformats.org/officeDocument/2006/relationships/oleObject" Target="../embeddings/oleObject107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29.wmf"/><Relationship Id="rId12" Type="http://schemas.openxmlformats.org/officeDocument/2006/relationships/vmlDrawing" Target="../drawings/vmlDrawing4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117.bin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137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23.bin"/><Relationship Id="rId2" Type="http://schemas.openxmlformats.org/officeDocument/2006/relationships/image" Target="../media/image134.wmf"/><Relationship Id="rId18" Type="http://schemas.openxmlformats.org/officeDocument/2006/relationships/vmlDrawing" Target="../drawings/vmlDrawing44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41.wmf"/><Relationship Id="rId15" Type="http://schemas.openxmlformats.org/officeDocument/2006/relationships/oleObject" Target="../embeddings/oleObject129.bin"/><Relationship Id="rId14" Type="http://schemas.openxmlformats.org/officeDocument/2006/relationships/image" Target="../media/image140.wmf"/><Relationship Id="rId13" Type="http://schemas.openxmlformats.org/officeDocument/2006/relationships/oleObject" Target="../embeddings/oleObject128.bin"/><Relationship Id="rId12" Type="http://schemas.openxmlformats.org/officeDocument/2006/relationships/image" Target="../media/image139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138.wmf"/><Relationship Id="rId1" Type="http://schemas.openxmlformats.org/officeDocument/2006/relationships/oleObject" Target="../embeddings/oleObject122.bin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45.w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31.bin"/><Relationship Id="rId2" Type="http://schemas.openxmlformats.org/officeDocument/2006/relationships/image" Target="../media/image142.wmf"/><Relationship Id="rId18" Type="http://schemas.openxmlformats.org/officeDocument/2006/relationships/vmlDrawing" Target="../drawings/vmlDrawing45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49.wmf"/><Relationship Id="rId15" Type="http://schemas.openxmlformats.org/officeDocument/2006/relationships/oleObject" Target="../embeddings/oleObject137.bin"/><Relationship Id="rId14" Type="http://schemas.openxmlformats.org/officeDocument/2006/relationships/image" Target="../media/image148.wmf"/><Relationship Id="rId13" Type="http://schemas.openxmlformats.org/officeDocument/2006/relationships/oleObject" Target="../embeddings/oleObject136.bin"/><Relationship Id="rId12" Type="http://schemas.openxmlformats.org/officeDocument/2006/relationships/image" Target="../media/image147.wmf"/><Relationship Id="rId11" Type="http://schemas.openxmlformats.org/officeDocument/2006/relationships/oleObject" Target="../embeddings/oleObject135.bin"/><Relationship Id="rId10" Type="http://schemas.openxmlformats.org/officeDocument/2006/relationships/image" Target="../media/image146.wmf"/><Relationship Id="rId1" Type="http://schemas.openxmlformats.org/officeDocument/2006/relationships/oleObject" Target="../embeddings/oleObject130.bin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2.bin"/><Relationship Id="rId8" Type="http://schemas.openxmlformats.org/officeDocument/2006/relationships/image" Target="../media/image153.wmf"/><Relationship Id="rId7" Type="http://schemas.openxmlformats.org/officeDocument/2006/relationships/oleObject" Target="../embeddings/oleObject141.bin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51.wmf"/><Relationship Id="rId3" Type="http://schemas.openxmlformats.org/officeDocument/2006/relationships/oleObject" Target="../embeddings/oleObject139.bin"/><Relationship Id="rId2" Type="http://schemas.openxmlformats.org/officeDocument/2006/relationships/image" Target="../media/image150.wmf"/><Relationship Id="rId18" Type="http://schemas.openxmlformats.org/officeDocument/2006/relationships/vmlDrawing" Target="../drawings/vmlDrawing46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57.wmf"/><Relationship Id="rId15" Type="http://schemas.openxmlformats.org/officeDocument/2006/relationships/oleObject" Target="../embeddings/oleObject145.bin"/><Relationship Id="rId14" Type="http://schemas.openxmlformats.org/officeDocument/2006/relationships/image" Target="../media/image156.wmf"/><Relationship Id="rId13" Type="http://schemas.openxmlformats.org/officeDocument/2006/relationships/oleObject" Target="../embeddings/oleObject144.bin"/><Relationship Id="rId12" Type="http://schemas.openxmlformats.org/officeDocument/2006/relationships/image" Target="../media/image155.wmf"/><Relationship Id="rId11" Type="http://schemas.openxmlformats.org/officeDocument/2006/relationships/oleObject" Target="../embeddings/oleObject143.bin"/><Relationship Id="rId10" Type="http://schemas.openxmlformats.org/officeDocument/2006/relationships/image" Target="../media/image154.wmf"/><Relationship Id="rId1" Type="http://schemas.openxmlformats.org/officeDocument/2006/relationships/oleObject" Target="../embeddings/oleObject138.bin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161.w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58.wmf"/><Relationship Id="rId12" Type="http://schemas.openxmlformats.org/officeDocument/2006/relationships/vmlDrawing" Target="../drawings/vmlDrawing4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2.wmf"/><Relationship Id="rId1" Type="http://schemas.openxmlformats.org/officeDocument/2006/relationships/oleObject" Target="../embeddings/oleObject146.bin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5.bin"/><Relationship Id="rId8" Type="http://schemas.openxmlformats.org/officeDocument/2006/relationships/image" Target="../media/image166.wmf"/><Relationship Id="rId7" Type="http://schemas.openxmlformats.org/officeDocument/2006/relationships/oleObject" Target="../embeddings/oleObject154.bin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64.wmf"/><Relationship Id="rId3" Type="http://schemas.openxmlformats.org/officeDocument/2006/relationships/oleObject" Target="../embeddings/oleObject152.bin"/><Relationship Id="rId2" Type="http://schemas.openxmlformats.org/officeDocument/2006/relationships/image" Target="../media/image163.wmf"/><Relationship Id="rId14" Type="http://schemas.openxmlformats.org/officeDocument/2006/relationships/vmlDrawing" Target="../drawings/vmlDrawing4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8.wmf"/><Relationship Id="rId11" Type="http://schemas.openxmlformats.org/officeDocument/2006/relationships/oleObject" Target="../embeddings/oleObject156.bin"/><Relationship Id="rId10" Type="http://schemas.openxmlformats.org/officeDocument/2006/relationships/image" Target="../media/image167.wmf"/><Relationship Id="rId1" Type="http://schemas.openxmlformats.org/officeDocument/2006/relationships/oleObject" Target="../embeddings/oleObject151.bin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158.bin"/><Relationship Id="rId2" Type="http://schemas.openxmlformats.org/officeDocument/2006/relationships/image" Target="../media/image169.wmf"/><Relationship Id="rId1" Type="http://schemas.openxmlformats.org/officeDocument/2006/relationships/oleObject" Target="../embeddings/oleObject157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audio" Target="../media/audio2.wav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audio" Target="../media/audio4.wav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audio" Target="../media/audio4.wav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audio" Target="../media/audio4.wav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5.emf"/><Relationship Id="rId6" Type="http://schemas.openxmlformats.org/officeDocument/2006/relationships/oleObject" Target="../embeddings/oleObject162.bin"/><Relationship Id="rId5" Type="http://schemas.openxmlformats.org/officeDocument/2006/relationships/image" Target="../media/image174.png"/><Relationship Id="rId4" Type="http://schemas.openxmlformats.org/officeDocument/2006/relationships/image" Target="../media/image173.wmf"/><Relationship Id="rId3" Type="http://schemas.openxmlformats.org/officeDocument/2006/relationships/oleObject" Target="../embeddings/oleObject161.bin"/><Relationship Id="rId2" Type="http://schemas.openxmlformats.org/officeDocument/2006/relationships/image" Target="../media/image172.wmf"/><Relationship Id="rId1" Type="http://schemas.openxmlformats.org/officeDocument/2006/relationships/oleObject" Target="../embeddings/oleObject160.bin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7.wmf"/><Relationship Id="rId3" Type="http://schemas.openxmlformats.org/officeDocument/2006/relationships/oleObject" Target="../embeddings/oleObject164.bin"/><Relationship Id="rId2" Type="http://schemas.openxmlformats.org/officeDocument/2006/relationships/image" Target="../media/image176.wmf"/><Relationship Id="rId1" Type="http://schemas.openxmlformats.org/officeDocument/2006/relationships/oleObject" Target="../embeddings/oleObject163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3.wav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81.e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80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79.wmf"/><Relationship Id="rId3" Type="http://schemas.openxmlformats.org/officeDocument/2006/relationships/oleObject" Target="../embeddings/oleObject166.bin"/><Relationship Id="rId2" Type="http://schemas.openxmlformats.org/officeDocument/2006/relationships/image" Target="../media/image178.emf"/><Relationship Id="rId14" Type="http://schemas.openxmlformats.org/officeDocument/2006/relationships/vmlDrawing" Target="../drawings/vmlDrawing5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83.w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82.wmf"/><Relationship Id="rId1" Type="http://schemas.openxmlformats.org/officeDocument/2006/relationships/oleObject" Target="../embeddings/oleObject165.bin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5.bin"/><Relationship Id="rId8" Type="http://schemas.openxmlformats.org/officeDocument/2006/relationships/image" Target="../media/image187.wmf"/><Relationship Id="rId7" Type="http://schemas.openxmlformats.org/officeDocument/2006/relationships/oleObject" Target="../embeddings/oleObject174.bin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73.bin"/><Relationship Id="rId4" Type="http://schemas.openxmlformats.org/officeDocument/2006/relationships/image" Target="../media/image185.emf"/><Relationship Id="rId3" Type="http://schemas.openxmlformats.org/officeDocument/2006/relationships/oleObject" Target="../embeddings/oleObject172.bin"/><Relationship Id="rId20" Type="http://schemas.openxmlformats.org/officeDocument/2006/relationships/vmlDrawing" Target="../drawings/vmlDrawing53.vml"/><Relationship Id="rId2" Type="http://schemas.openxmlformats.org/officeDocument/2006/relationships/image" Target="../media/image184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92.wmf"/><Relationship Id="rId17" Type="http://schemas.openxmlformats.org/officeDocument/2006/relationships/oleObject" Target="../embeddings/oleObject179.bin"/><Relationship Id="rId16" Type="http://schemas.openxmlformats.org/officeDocument/2006/relationships/image" Target="../media/image191.wmf"/><Relationship Id="rId15" Type="http://schemas.openxmlformats.org/officeDocument/2006/relationships/oleObject" Target="../embeddings/oleObject178.bin"/><Relationship Id="rId14" Type="http://schemas.openxmlformats.org/officeDocument/2006/relationships/image" Target="../media/image190.emf"/><Relationship Id="rId13" Type="http://schemas.openxmlformats.org/officeDocument/2006/relationships/oleObject" Target="../embeddings/oleObject177.bin"/><Relationship Id="rId12" Type="http://schemas.openxmlformats.org/officeDocument/2006/relationships/image" Target="../media/image189.wmf"/><Relationship Id="rId11" Type="http://schemas.openxmlformats.org/officeDocument/2006/relationships/oleObject" Target="../embeddings/oleObject176.bin"/><Relationship Id="rId10" Type="http://schemas.openxmlformats.org/officeDocument/2006/relationships/image" Target="../media/image188.wmf"/><Relationship Id="rId1" Type="http://schemas.openxmlformats.org/officeDocument/2006/relationships/oleObject" Target="../embeddings/oleObject171.bin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183.bin"/><Relationship Id="rId6" Type="http://schemas.openxmlformats.org/officeDocument/2006/relationships/image" Target="../media/image195.emf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94.wmf"/><Relationship Id="rId3" Type="http://schemas.openxmlformats.org/officeDocument/2006/relationships/oleObject" Target="../embeddings/oleObject181.bin"/><Relationship Id="rId2" Type="http://schemas.openxmlformats.org/officeDocument/2006/relationships/image" Target="../media/image193.emf"/><Relationship Id="rId10" Type="http://schemas.openxmlformats.org/officeDocument/2006/relationships/vmlDrawing" Target="../drawings/vmlDrawing54.vml"/><Relationship Id="rId1" Type="http://schemas.openxmlformats.org/officeDocument/2006/relationships/oleObject" Target="../embeddings/oleObject180.bin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8.bin"/><Relationship Id="rId8" Type="http://schemas.openxmlformats.org/officeDocument/2006/relationships/image" Target="../media/image200.emf"/><Relationship Id="rId7" Type="http://schemas.openxmlformats.org/officeDocument/2006/relationships/oleObject" Target="../embeddings/oleObject187.bin"/><Relationship Id="rId6" Type="http://schemas.openxmlformats.org/officeDocument/2006/relationships/image" Target="../media/image199.e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98.emf"/><Relationship Id="rId3" Type="http://schemas.openxmlformats.org/officeDocument/2006/relationships/oleObject" Target="../embeddings/oleObject185.bin"/><Relationship Id="rId2" Type="http://schemas.openxmlformats.org/officeDocument/2006/relationships/image" Target="../media/image197.wmf"/><Relationship Id="rId12" Type="http://schemas.openxmlformats.org/officeDocument/2006/relationships/vmlDrawing" Target="../drawings/vmlDrawing5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1.emf"/><Relationship Id="rId1" Type="http://schemas.openxmlformats.org/officeDocument/2006/relationships/oleObject" Target="../embeddings/oleObject184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4.e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203.wmf"/><Relationship Id="rId3" Type="http://schemas.openxmlformats.org/officeDocument/2006/relationships/oleObject" Target="../embeddings/oleObject190.bin"/><Relationship Id="rId2" Type="http://schemas.openxmlformats.org/officeDocument/2006/relationships/image" Target="../media/image202.wmf"/><Relationship Id="rId1" Type="http://schemas.openxmlformats.org/officeDocument/2006/relationships/oleObject" Target="../embeddings/oleObject189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7.emf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206.wmf"/><Relationship Id="rId3" Type="http://schemas.openxmlformats.org/officeDocument/2006/relationships/oleObject" Target="../embeddings/oleObject193.bin"/><Relationship Id="rId2" Type="http://schemas.openxmlformats.org/officeDocument/2006/relationships/image" Target="../media/image205.wmf"/><Relationship Id="rId1" Type="http://schemas.openxmlformats.org/officeDocument/2006/relationships/oleObject" Target="../embeddings/oleObject192.bin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11.emf"/><Relationship Id="rId7" Type="http://schemas.openxmlformats.org/officeDocument/2006/relationships/oleObject" Target="../embeddings/oleObject198.bin"/><Relationship Id="rId6" Type="http://schemas.openxmlformats.org/officeDocument/2006/relationships/image" Target="../media/image210.emf"/><Relationship Id="rId5" Type="http://schemas.openxmlformats.org/officeDocument/2006/relationships/oleObject" Target="../embeddings/oleObject197.bin"/><Relationship Id="rId4" Type="http://schemas.openxmlformats.org/officeDocument/2006/relationships/image" Target="../media/image209.wmf"/><Relationship Id="rId3" Type="http://schemas.openxmlformats.org/officeDocument/2006/relationships/oleObject" Target="../embeddings/oleObject196.bin"/><Relationship Id="rId2" Type="http://schemas.openxmlformats.org/officeDocument/2006/relationships/image" Target="../media/image208.wmf"/><Relationship Id="rId10" Type="http://schemas.openxmlformats.org/officeDocument/2006/relationships/vmlDrawing" Target="../drawings/vmlDrawing58.vml"/><Relationship Id="rId1" Type="http://schemas.openxmlformats.org/officeDocument/2006/relationships/oleObject" Target="../embeddings/oleObject195.bin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213.wmf"/><Relationship Id="rId3" Type="http://schemas.openxmlformats.org/officeDocument/2006/relationships/oleObject" Target="../embeddings/oleObject200.bin"/><Relationship Id="rId2" Type="http://schemas.openxmlformats.org/officeDocument/2006/relationships/image" Target="../media/image212.emf"/><Relationship Id="rId1" Type="http://schemas.openxmlformats.org/officeDocument/2006/relationships/oleObject" Target="../embeddings/oleObject199.bin"/></Relationships>
</file>

<file path=ppt/slides/_rels/slide9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6.wmf"/><Relationship Id="rId3" Type="http://schemas.openxmlformats.org/officeDocument/2006/relationships/oleObject" Target="../embeddings/oleObject203.bin"/><Relationship Id="rId2" Type="http://schemas.openxmlformats.org/officeDocument/2006/relationships/image" Target="../media/image215.emf"/><Relationship Id="rId1" Type="http://schemas.openxmlformats.org/officeDocument/2006/relationships/oleObject" Target="../embeddings/oleObject202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8.e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217.emf"/><Relationship Id="rId3" Type="http://schemas.openxmlformats.org/officeDocument/2006/relationships/oleObject" Target="../embeddings/oleObject205.bin"/><Relationship Id="rId2" Type="http://schemas.openxmlformats.org/officeDocument/2006/relationships/image" Target="../media/image215.emf"/><Relationship Id="rId1" Type="http://schemas.openxmlformats.org/officeDocument/2006/relationships/oleObject" Target="../embeddings/oleObject204.bin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3.wav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5.xml"/></Relationships>
</file>

<file path=ppt/slides/_rels/slide9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2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19.wmf"/><Relationship Id="rId4" Type="http://schemas.openxmlformats.org/officeDocument/2006/relationships/oleObject" Target="../embeddings/oleObject209.bin"/><Relationship Id="rId3" Type="http://schemas.openxmlformats.org/officeDocument/2006/relationships/oleObject" Target="../embeddings/oleObject208.bin"/><Relationship Id="rId2" Type="http://schemas.openxmlformats.org/officeDocument/2006/relationships/image" Target="../media/image175.emf"/><Relationship Id="rId1" Type="http://schemas.openxmlformats.org/officeDocument/2006/relationships/oleObject" Target="../embeddings/oleObject207.bin"/></Relationships>
</file>

<file path=ppt/slides/_rels/slide10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3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0.wmf"/><Relationship Id="rId2" Type="http://schemas.openxmlformats.org/officeDocument/2006/relationships/oleObject" Target="../embeddings/oleObject210.bin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4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1.wmf"/><Relationship Id="rId1" Type="http://schemas.openxmlformats.org/officeDocument/2006/relationships/oleObject" Target="../embeddings/oleObject211.bin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3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226.png"/><Relationship Id="rId1" Type="http://schemas.openxmlformats.org/officeDocument/2006/relationships/image" Target="../media/image225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3.xml"/><Relationship Id="rId2" Type="http://schemas.openxmlformats.org/officeDocument/2006/relationships/image" Target="../media/image228.png"/><Relationship Id="rId1" Type="http://schemas.openxmlformats.org/officeDocument/2006/relationships/image" Target="../media/image227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229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230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231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0.xml"/><Relationship Id="rId1" Type="http://schemas.openxmlformats.org/officeDocument/2006/relationships/image" Target="../media/image232.png"/></Relationships>
</file>

<file path=ppt/slides/_rels/slide1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34.png"/><Relationship Id="rId1" Type="http://schemas.openxmlformats.org/officeDocument/2006/relationships/image" Target="../media/image2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6600"/>
            </a:gs>
            <a:gs pos="50000">
              <a:srgbClr val="FFCC66"/>
            </a:gs>
            <a:gs pos="100000">
              <a:srgbClr val="CC660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074" name="未知"/>
          <p:cNvSpPr/>
          <p:nvPr/>
        </p:nvSpPr>
        <p:spPr>
          <a:xfrm>
            <a:off x="0" y="3467100"/>
            <a:ext cx="3992563" cy="3092450"/>
          </a:xfrm>
          <a:custGeom>
            <a:avLst/>
            <a:gdLst/>
            <a:ahLst/>
            <a:cxnLst>
              <a:cxn ang="0">
                <a:pos x="1181100" y="2619949"/>
              </a:cxn>
              <a:cxn ang="0">
                <a:pos x="1352550" y="2197680"/>
              </a:cxn>
              <a:cxn ang="0">
                <a:pos x="1390650" y="1838203"/>
              </a:cxn>
              <a:cxn ang="0">
                <a:pos x="1554163" y="2150587"/>
              </a:cxn>
              <a:cxn ang="0">
                <a:pos x="1954213" y="2544600"/>
              </a:cxn>
              <a:cxn ang="0">
                <a:pos x="2335213" y="2657623"/>
              </a:cxn>
              <a:cxn ang="0">
                <a:pos x="2887663" y="2634077"/>
              </a:cxn>
              <a:cxn ang="0">
                <a:pos x="3005138" y="2375064"/>
              </a:cxn>
              <a:cxn ang="0">
                <a:pos x="2974975" y="2017156"/>
              </a:cxn>
              <a:cxn ang="0">
                <a:pos x="2830513" y="1517969"/>
              </a:cxn>
              <a:cxn ang="0">
                <a:pos x="2046288" y="1370411"/>
              </a:cxn>
              <a:cxn ang="0">
                <a:pos x="2459038" y="1169480"/>
              </a:cxn>
              <a:cxn ang="0">
                <a:pos x="2782888" y="1149073"/>
              </a:cxn>
              <a:cxn ang="0">
                <a:pos x="3344863" y="970119"/>
              </a:cxn>
              <a:cxn ang="0">
                <a:pos x="3773488" y="687560"/>
              </a:cxn>
              <a:cxn ang="0">
                <a:pos x="3841750" y="538432"/>
              </a:cxn>
              <a:cxn ang="0">
                <a:pos x="3297238" y="519594"/>
              </a:cxn>
              <a:cxn ang="0">
                <a:pos x="3097213" y="472501"/>
              </a:cxn>
              <a:cxn ang="0">
                <a:pos x="2611438" y="453664"/>
              </a:cxn>
              <a:cxn ang="0">
                <a:pos x="2058988" y="640467"/>
              </a:cxn>
              <a:cxn ang="0">
                <a:pos x="2076450" y="529013"/>
              </a:cxn>
              <a:cxn ang="0">
                <a:pos x="2306638" y="263722"/>
              </a:cxn>
              <a:cxn ang="0">
                <a:pos x="2344738" y="56512"/>
              </a:cxn>
              <a:cxn ang="0">
                <a:pos x="2249488" y="37675"/>
              </a:cxn>
              <a:cxn ang="0">
                <a:pos x="1887538" y="160117"/>
              </a:cxn>
              <a:cxn ang="0">
                <a:pos x="1628775" y="226047"/>
              </a:cxn>
              <a:cxn ang="0">
                <a:pos x="1411288" y="519594"/>
              </a:cxn>
              <a:cxn ang="0">
                <a:pos x="1152525" y="753490"/>
              </a:cxn>
              <a:cxn ang="0">
                <a:pos x="1020763" y="847677"/>
              </a:cxn>
              <a:cxn ang="0">
                <a:pos x="952500" y="810002"/>
              </a:cxn>
              <a:cxn ang="0">
                <a:pos x="876300" y="762909"/>
              </a:cxn>
              <a:cxn ang="0">
                <a:pos x="838200" y="725234"/>
              </a:cxn>
              <a:cxn ang="0">
                <a:pos x="752475" y="668723"/>
              </a:cxn>
              <a:cxn ang="0">
                <a:pos x="658813" y="612211"/>
              </a:cxn>
              <a:cxn ang="0">
                <a:pos x="581025" y="574536"/>
              </a:cxn>
              <a:cxn ang="0">
                <a:pos x="304800" y="367327"/>
              </a:cxn>
              <a:cxn ang="0">
                <a:pos x="904875" y="885351"/>
              </a:cxn>
              <a:cxn ang="0">
                <a:pos x="704850" y="1149073"/>
              </a:cxn>
              <a:cxn ang="0">
                <a:pos x="504825" y="1235410"/>
              </a:cxn>
              <a:cxn ang="0">
                <a:pos x="201613" y="1339015"/>
              </a:cxn>
              <a:cxn ang="0">
                <a:pos x="0" y="1828784"/>
              </a:cxn>
              <a:cxn ang="0">
                <a:pos x="590550" y="1593318"/>
              </a:cxn>
              <a:cxn ang="0">
                <a:pos x="352425" y="1981052"/>
              </a:cxn>
              <a:cxn ang="0">
                <a:pos x="220663" y="2290297"/>
              </a:cxn>
              <a:cxn ang="0">
                <a:pos x="161925" y="2346809"/>
              </a:cxn>
              <a:cxn ang="0">
                <a:pos x="133350" y="2384483"/>
              </a:cxn>
              <a:cxn ang="0">
                <a:pos x="152400" y="2412739"/>
              </a:cxn>
              <a:cxn ang="0">
                <a:pos x="201613" y="2459832"/>
              </a:cxn>
              <a:cxn ang="0">
                <a:pos x="230188" y="2563437"/>
              </a:cxn>
              <a:cxn ang="0">
                <a:pos x="247650" y="2657623"/>
              </a:cxn>
              <a:cxn ang="0">
                <a:pos x="257175" y="2704716"/>
              </a:cxn>
              <a:cxn ang="0">
                <a:pos x="342900" y="2828728"/>
              </a:cxn>
              <a:cxn ang="0">
                <a:pos x="361950" y="2904077"/>
              </a:cxn>
              <a:cxn ang="0">
                <a:pos x="381000" y="2988845"/>
              </a:cxn>
              <a:cxn ang="0">
                <a:pos x="390525" y="3017101"/>
              </a:cxn>
              <a:cxn ang="0">
                <a:pos x="409575" y="3092450"/>
              </a:cxn>
              <a:cxn ang="0">
                <a:pos x="733425" y="3017101"/>
              </a:cxn>
              <a:cxn ang="0">
                <a:pos x="990600" y="2791054"/>
              </a:cxn>
            </a:cxnLst>
            <a:pathLst>
              <a:path w="2515" h="1970">
                <a:moveTo>
                  <a:pt x="624" y="1778"/>
                </a:moveTo>
                <a:lnTo>
                  <a:pt x="744" y="1669"/>
                </a:lnTo>
                <a:lnTo>
                  <a:pt x="834" y="1627"/>
                </a:lnTo>
                <a:lnTo>
                  <a:pt x="852" y="1400"/>
                </a:lnTo>
                <a:lnTo>
                  <a:pt x="834" y="1225"/>
                </a:lnTo>
                <a:lnTo>
                  <a:pt x="876" y="1171"/>
                </a:lnTo>
                <a:lnTo>
                  <a:pt x="901" y="1268"/>
                </a:lnTo>
                <a:lnTo>
                  <a:pt x="979" y="1370"/>
                </a:lnTo>
                <a:lnTo>
                  <a:pt x="1116" y="1519"/>
                </a:lnTo>
                <a:lnTo>
                  <a:pt x="1231" y="1621"/>
                </a:lnTo>
                <a:lnTo>
                  <a:pt x="1353" y="1632"/>
                </a:lnTo>
                <a:lnTo>
                  <a:pt x="1471" y="1693"/>
                </a:lnTo>
                <a:lnTo>
                  <a:pt x="1664" y="1659"/>
                </a:lnTo>
                <a:lnTo>
                  <a:pt x="1819" y="1678"/>
                </a:lnTo>
                <a:lnTo>
                  <a:pt x="1975" y="1632"/>
                </a:lnTo>
                <a:lnTo>
                  <a:pt x="1893" y="1513"/>
                </a:lnTo>
                <a:lnTo>
                  <a:pt x="1920" y="1385"/>
                </a:lnTo>
                <a:lnTo>
                  <a:pt x="1874" y="1285"/>
                </a:lnTo>
                <a:lnTo>
                  <a:pt x="1865" y="1129"/>
                </a:lnTo>
                <a:lnTo>
                  <a:pt x="1783" y="967"/>
                </a:lnTo>
                <a:lnTo>
                  <a:pt x="1527" y="891"/>
                </a:lnTo>
                <a:lnTo>
                  <a:pt x="1289" y="873"/>
                </a:lnTo>
                <a:lnTo>
                  <a:pt x="1393" y="781"/>
                </a:lnTo>
                <a:lnTo>
                  <a:pt x="1549" y="745"/>
                </a:lnTo>
                <a:lnTo>
                  <a:pt x="1620" y="738"/>
                </a:lnTo>
                <a:lnTo>
                  <a:pt x="1753" y="732"/>
                </a:lnTo>
                <a:lnTo>
                  <a:pt x="1933" y="720"/>
                </a:lnTo>
                <a:lnTo>
                  <a:pt x="2107" y="618"/>
                </a:lnTo>
                <a:lnTo>
                  <a:pt x="2227" y="516"/>
                </a:lnTo>
                <a:lnTo>
                  <a:pt x="2377" y="438"/>
                </a:lnTo>
                <a:lnTo>
                  <a:pt x="2515" y="337"/>
                </a:lnTo>
                <a:lnTo>
                  <a:pt x="2420" y="343"/>
                </a:lnTo>
                <a:lnTo>
                  <a:pt x="2191" y="343"/>
                </a:lnTo>
                <a:lnTo>
                  <a:pt x="2077" y="331"/>
                </a:lnTo>
                <a:lnTo>
                  <a:pt x="2053" y="301"/>
                </a:lnTo>
                <a:lnTo>
                  <a:pt x="1951" y="301"/>
                </a:lnTo>
                <a:lnTo>
                  <a:pt x="1795" y="259"/>
                </a:lnTo>
                <a:lnTo>
                  <a:pt x="1645" y="289"/>
                </a:lnTo>
                <a:lnTo>
                  <a:pt x="1447" y="372"/>
                </a:lnTo>
                <a:lnTo>
                  <a:pt x="1297" y="408"/>
                </a:lnTo>
                <a:lnTo>
                  <a:pt x="1153" y="414"/>
                </a:lnTo>
                <a:lnTo>
                  <a:pt x="1308" y="337"/>
                </a:lnTo>
                <a:lnTo>
                  <a:pt x="1465" y="198"/>
                </a:lnTo>
                <a:lnTo>
                  <a:pt x="1453" y="168"/>
                </a:lnTo>
                <a:lnTo>
                  <a:pt x="1465" y="102"/>
                </a:lnTo>
                <a:lnTo>
                  <a:pt x="1477" y="36"/>
                </a:lnTo>
                <a:lnTo>
                  <a:pt x="1453" y="0"/>
                </a:lnTo>
                <a:lnTo>
                  <a:pt x="1417" y="24"/>
                </a:lnTo>
                <a:lnTo>
                  <a:pt x="1356" y="42"/>
                </a:lnTo>
                <a:lnTo>
                  <a:pt x="1189" y="102"/>
                </a:lnTo>
                <a:lnTo>
                  <a:pt x="1098" y="144"/>
                </a:lnTo>
                <a:lnTo>
                  <a:pt x="1026" y="144"/>
                </a:lnTo>
                <a:lnTo>
                  <a:pt x="991" y="168"/>
                </a:lnTo>
                <a:lnTo>
                  <a:pt x="889" y="331"/>
                </a:lnTo>
                <a:lnTo>
                  <a:pt x="852" y="408"/>
                </a:lnTo>
                <a:lnTo>
                  <a:pt x="726" y="480"/>
                </a:lnTo>
                <a:lnTo>
                  <a:pt x="649" y="540"/>
                </a:lnTo>
                <a:lnTo>
                  <a:pt x="643" y="540"/>
                </a:lnTo>
                <a:lnTo>
                  <a:pt x="637" y="534"/>
                </a:lnTo>
                <a:lnTo>
                  <a:pt x="600" y="516"/>
                </a:lnTo>
                <a:lnTo>
                  <a:pt x="564" y="492"/>
                </a:lnTo>
                <a:lnTo>
                  <a:pt x="552" y="486"/>
                </a:lnTo>
                <a:lnTo>
                  <a:pt x="540" y="474"/>
                </a:lnTo>
                <a:lnTo>
                  <a:pt x="528" y="462"/>
                </a:lnTo>
                <a:lnTo>
                  <a:pt x="504" y="444"/>
                </a:lnTo>
                <a:lnTo>
                  <a:pt x="474" y="426"/>
                </a:lnTo>
                <a:lnTo>
                  <a:pt x="444" y="408"/>
                </a:lnTo>
                <a:lnTo>
                  <a:pt x="415" y="390"/>
                </a:lnTo>
                <a:lnTo>
                  <a:pt x="385" y="372"/>
                </a:lnTo>
                <a:lnTo>
                  <a:pt x="366" y="366"/>
                </a:lnTo>
                <a:lnTo>
                  <a:pt x="360" y="360"/>
                </a:lnTo>
                <a:lnTo>
                  <a:pt x="192" y="234"/>
                </a:lnTo>
                <a:lnTo>
                  <a:pt x="210" y="307"/>
                </a:lnTo>
                <a:lnTo>
                  <a:pt x="570" y="564"/>
                </a:lnTo>
                <a:lnTo>
                  <a:pt x="558" y="618"/>
                </a:lnTo>
                <a:lnTo>
                  <a:pt x="444" y="732"/>
                </a:lnTo>
                <a:lnTo>
                  <a:pt x="324" y="787"/>
                </a:lnTo>
                <a:lnTo>
                  <a:pt x="318" y="787"/>
                </a:lnTo>
                <a:lnTo>
                  <a:pt x="258" y="811"/>
                </a:lnTo>
                <a:lnTo>
                  <a:pt x="127" y="853"/>
                </a:lnTo>
                <a:lnTo>
                  <a:pt x="0" y="901"/>
                </a:lnTo>
                <a:lnTo>
                  <a:pt x="0" y="1165"/>
                </a:lnTo>
                <a:lnTo>
                  <a:pt x="78" y="1147"/>
                </a:lnTo>
                <a:lnTo>
                  <a:pt x="372" y="1015"/>
                </a:lnTo>
                <a:lnTo>
                  <a:pt x="336" y="1117"/>
                </a:lnTo>
                <a:lnTo>
                  <a:pt x="222" y="1262"/>
                </a:lnTo>
                <a:lnTo>
                  <a:pt x="145" y="1453"/>
                </a:lnTo>
                <a:lnTo>
                  <a:pt x="139" y="1459"/>
                </a:lnTo>
                <a:lnTo>
                  <a:pt x="133" y="1465"/>
                </a:lnTo>
                <a:lnTo>
                  <a:pt x="102" y="1495"/>
                </a:lnTo>
                <a:lnTo>
                  <a:pt x="90" y="1507"/>
                </a:lnTo>
                <a:lnTo>
                  <a:pt x="84" y="1519"/>
                </a:lnTo>
                <a:lnTo>
                  <a:pt x="84" y="1531"/>
                </a:lnTo>
                <a:lnTo>
                  <a:pt x="96" y="1537"/>
                </a:lnTo>
                <a:lnTo>
                  <a:pt x="114" y="1549"/>
                </a:lnTo>
                <a:lnTo>
                  <a:pt x="127" y="1567"/>
                </a:lnTo>
                <a:lnTo>
                  <a:pt x="139" y="1597"/>
                </a:lnTo>
                <a:lnTo>
                  <a:pt x="145" y="1633"/>
                </a:lnTo>
                <a:lnTo>
                  <a:pt x="150" y="1663"/>
                </a:lnTo>
                <a:lnTo>
                  <a:pt x="156" y="1693"/>
                </a:lnTo>
                <a:lnTo>
                  <a:pt x="162" y="1717"/>
                </a:lnTo>
                <a:lnTo>
                  <a:pt x="162" y="1723"/>
                </a:lnTo>
                <a:lnTo>
                  <a:pt x="216" y="1796"/>
                </a:lnTo>
                <a:lnTo>
                  <a:pt x="216" y="1802"/>
                </a:lnTo>
                <a:lnTo>
                  <a:pt x="222" y="1814"/>
                </a:lnTo>
                <a:lnTo>
                  <a:pt x="228" y="1850"/>
                </a:lnTo>
                <a:lnTo>
                  <a:pt x="234" y="1886"/>
                </a:lnTo>
                <a:lnTo>
                  <a:pt x="240" y="1904"/>
                </a:lnTo>
                <a:lnTo>
                  <a:pt x="240" y="1916"/>
                </a:lnTo>
                <a:lnTo>
                  <a:pt x="246" y="1922"/>
                </a:lnTo>
                <a:lnTo>
                  <a:pt x="252" y="1934"/>
                </a:lnTo>
                <a:lnTo>
                  <a:pt x="258" y="1970"/>
                </a:lnTo>
                <a:lnTo>
                  <a:pt x="438" y="1970"/>
                </a:lnTo>
                <a:lnTo>
                  <a:pt x="462" y="1922"/>
                </a:lnTo>
                <a:lnTo>
                  <a:pt x="624" y="1778"/>
                </a:lnTo>
                <a:close/>
              </a:path>
            </a:pathLst>
          </a:custGeom>
          <a:solidFill>
            <a:srgbClr val="FF9933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5" name="未知"/>
          <p:cNvSpPr/>
          <p:nvPr/>
        </p:nvSpPr>
        <p:spPr>
          <a:xfrm>
            <a:off x="0" y="3919538"/>
            <a:ext cx="3352800" cy="2517775"/>
          </a:xfrm>
          <a:custGeom>
            <a:avLst/>
            <a:gdLst/>
            <a:ahLst/>
            <a:cxnLst>
              <a:cxn ang="0">
                <a:pos x="915979" y="1548372"/>
              </a:cxn>
              <a:cxn ang="0">
                <a:pos x="859125" y="1013939"/>
              </a:cxn>
              <a:cxn ang="0">
                <a:pos x="1058114" y="586392"/>
              </a:cxn>
              <a:cxn ang="0">
                <a:pos x="1463988" y="871423"/>
              </a:cxn>
              <a:cxn ang="0">
                <a:pos x="1917239" y="1290063"/>
              </a:cxn>
              <a:cxn ang="0">
                <a:pos x="2342064" y="1646352"/>
              </a:cxn>
              <a:cxn ang="0">
                <a:pos x="2842694" y="2018971"/>
              </a:cxn>
              <a:cxn ang="0">
                <a:pos x="2973774" y="2099136"/>
              </a:cxn>
              <a:cxn ang="0">
                <a:pos x="2899548" y="2010063"/>
              </a:cxn>
              <a:cxn ang="0">
                <a:pos x="2228356" y="1486022"/>
              </a:cxn>
              <a:cxn ang="0">
                <a:pos x="1718251" y="1013939"/>
              </a:cxn>
              <a:cxn ang="0">
                <a:pos x="1141816" y="488413"/>
              </a:cxn>
              <a:cxn ang="0">
                <a:pos x="1577695" y="461691"/>
              </a:cxn>
              <a:cxn ang="0">
                <a:pos x="2030947" y="470598"/>
              </a:cxn>
              <a:cxn ang="0">
                <a:pos x="2548949" y="399340"/>
              </a:cxn>
              <a:cxn ang="0">
                <a:pos x="3352800" y="292454"/>
              </a:cxn>
              <a:cxn ang="0">
                <a:pos x="3276995" y="256825"/>
              </a:cxn>
              <a:cxn ang="0">
                <a:pos x="2436821" y="381526"/>
              </a:cxn>
              <a:cxn ang="0">
                <a:pos x="1907764" y="408248"/>
              </a:cxn>
              <a:cxn ang="0">
                <a:pos x="1198669" y="381526"/>
              </a:cxn>
              <a:cxn ang="0">
                <a:pos x="1293426" y="336990"/>
              </a:cxn>
              <a:cxn ang="0">
                <a:pos x="1803532" y="0"/>
              </a:cxn>
              <a:cxn ang="0">
                <a:pos x="1718251" y="44536"/>
              </a:cxn>
              <a:cxn ang="0">
                <a:pos x="1595067" y="124701"/>
              </a:cxn>
              <a:cxn ang="0">
                <a:pos x="1350280" y="283547"/>
              </a:cxn>
              <a:cxn ang="0">
                <a:pos x="1058114" y="417155"/>
              </a:cxn>
              <a:cxn ang="0">
                <a:pos x="1001260" y="532949"/>
              </a:cxn>
              <a:cxn ang="0">
                <a:pos x="481679" y="871423"/>
              </a:cxn>
              <a:cxn ang="0">
                <a:pos x="0" y="1076289"/>
              </a:cxn>
              <a:cxn ang="0">
                <a:pos x="0" y="1085197"/>
              </a:cxn>
              <a:cxn ang="0">
                <a:pos x="0" y="1138640"/>
              </a:cxn>
              <a:cxn ang="0">
                <a:pos x="472203" y="942681"/>
              </a:cxn>
              <a:cxn ang="0">
                <a:pos x="934931" y="639836"/>
              </a:cxn>
              <a:cxn ang="0">
                <a:pos x="802272" y="996124"/>
              </a:cxn>
              <a:cxn ang="0">
                <a:pos x="830698" y="1477114"/>
              </a:cxn>
              <a:cxn ang="0">
                <a:pos x="726466" y="1733939"/>
              </a:cxn>
              <a:cxn ang="0">
                <a:pos x="519581" y="2197115"/>
              </a:cxn>
              <a:cxn ang="0">
                <a:pos x="510106" y="2517775"/>
              </a:cxn>
              <a:cxn ang="0">
                <a:pos x="519581" y="2517775"/>
              </a:cxn>
              <a:cxn ang="0">
                <a:pos x="548008" y="2304002"/>
              </a:cxn>
              <a:cxn ang="0">
                <a:pos x="915979" y="1548372"/>
              </a:cxn>
              <a:cxn ang="0">
                <a:pos x="915979" y="1548372"/>
              </a:cxn>
            </a:cxnLst>
            <a:pathLst>
              <a:path w="2123" h="1696">
                <a:moveTo>
                  <a:pt x="580" y="1043"/>
                </a:moveTo>
                <a:lnTo>
                  <a:pt x="544" y="683"/>
                </a:lnTo>
                <a:lnTo>
                  <a:pt x="670" y="395"/>
                </a:lnTo>
                <a:lnTo>
                  <a:pt x="927" y="587"/>
                </a:lnTo>
                <a:lnTo>
                  <a:pt x="1214" y="869"/>
                </a:lnTo>
                <a:lnTo>
                  <a:pt x="1483" y="1109"/>
                </a:lnTo>
                <a:lnTo>
                  <a:pt x="1800" y="1360"/>
                </a:lnTo>
                <a:lnTo>
                  <a:pt x="1883" y="1414"/>
                </a:lnTo>
                <a:lnTo>
                  <a:pt x="1836" y="1354"/>
                </a:lnTo>
                <a:lnTo>
                  <a:pt x="1411" y="1001"/>
                </a:lnTo>
                <a:lnTo>
                  <a:pt x="1088" y="683"/>
                </a:lnTo>
                <a:lnTo>
                  <a:pt x="723" y="329"/>
                </a:lnTo>
                <a:lnTo>
                  <a:pt x="999" y="311"/>
                </a:lnTo>
                <a:lnTo>
                  <a:pt x="1286" y="317"/>
                </a:lnTo>
                <a:lnTo>
                  <a:pt x="1614" y="269"/>
                </a:lnTo>
                <a:lnTo>
                  <a:pt x="2123" y="197"/>
                </a:lnTo>
                <a:lnTo>
                  <a:pt x="2075" y="173"/>
                </a:lnTo>
                <a:lnTo>
                  <a:pt x="1543" y="257"/>
                </a:lnTo>
                <a:lnTo>
                  <a:pt x="1208" y="275"/>
                </a:lnTo>
                <a:lnTo>
                  <a:pt x="759" y="257"/>
                </a:lnTo>
                <a:lnTo>
                  <a:pt x="819" y="227"/>
                </a:lnTo>
                <a:lnTo>
                  <a:pt x="1142" y="0"/>
                </a:lnTo>
                <a:lnTo>
                  <a:pt x="1088" y="30"/>
                </a:lnTo>
                <a:lnTo>
                  <a:pt x="1010" y="84"/>
                </a:lnTo>
                <a:lnTo>
                  <a:pt x="855" y="191"/>
                </a:lnTo>
                <a:lnTo>
                  <a:pt x="670" y="281"/>
                </a:lnTo>
                <a:lnTo>
                  <a:pt x="634" y="359"/>
                </a:lnTo>
                <a:lnTo>
                  <a:pt x="305" y="587"/>
                </a:lnTo>
                <a:lnTo>
                  <a:pt x="0" y="725"/>
                </a:lnTo>
                <a:lnTo>
                  <a:pt x="0" y="731"/>
                </a:lnTo>
                <a:lnTo>
                  <a:pt x="0" y="767"/>
                </a:lnTo>
                <a:lnTo>
                  <a:pt x="299" y="635"/>
                </a:lnTo>
                <a:lnTo>
                  <a:pt x="592" y="431"/>
                </a:lnTo>
                <a:lnTo>
                  <a:pt x="508" y="671"/>
                </a:lnTo>
                <a:lnTo>
                  <a:pt x="526" y="995"/>
                </a:lnTo>
                <a:lnTo>
                  <a:pt x="460" y="1168"/>
                </a:lnTo>
                <a:lnTo>
                  <a:pt x="329" y="1480"/>
                </a:lnTo>
                <a:lnTo>
                  <a:pt x="323" y="1696"/>
                </a:lnTo>
                <a:lnTo>
                  <a:pt x="329" y="1696"/>
                </a:lnTo>
                <a:lnTo>
                  <a:pt x="347" y="1552"/>
                </a:lnTo>
                <a:lnTo>
                  <a:pt x="580" y="1043"/>
                </a:lnTo>
                <a:close/>
              </a:path>
            </a:pathLst>
          </a:custGeom>
          <a:gradFill rotWithShape="0">
            <a:gsLst>
              <a:gs pos="0">
                <a:srgbClr val="FF9933">
                  <a:alpha val="100000"/>
                </a:srgbClr>
              </a:gs>
              <a:gs pos="100000">
                <a:srgbClr val="FFFF99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6" name="未知"/>
          <p:cNvSpPr/>
          <p:nvPr/>
        </p:nvSpPr>
        <p:spPr>
          <a:xfrm>
            <a:off x="5060950" y="1588"/>
            <a:ext cx="4079875" cy="3557587"/>
          </a:xfrm>
          <a:custGeom>
            <a:avLst/>
            <a:gdLst/>
            <a:ahLst/>
            <a:cxnLst>
              <a:cxn ang="0">
                <a:pos x="1363663" y="960831"/>
              </a:cxn>
              <a:cxn ang="0">
                <a:pos x="1725613" y="1339198"/>
              </a:cxn>
              <a:cxn ang="0">
                <a:pos x="1525588" y="1433397"/>
              </a:cxn>
              <a:cxn ang="0">
                <a:pos x="1247775" y="1386297"/>
              </a:cxn>
              <a:cxn ang="0">
                <a:pos x="714375" y="1461656"/>
              </a:cxn>
              <a:cxn ang="0">
                <a:pos x="238125" y="1687734"/>
              </a:cxn>
              <a:cxn ang="0">
                <a:pos x="123825" y="1829033"/>
              </a:cxn>
              <a:cxn ang="0">
                <a:pos x="573088" y="1971902"/>
              </a:cxn>
              <a:cxn ang="0">
                <a:pos x="704850" y="2066101"/>
              </a:cxn>
              <a:cxn ang="0">
                <a:pos x="1106488" y="2197980"/>
              </a:cxn>
              <a:cxn ang="0">
                <a:pos x="1628775" y="2113200"/>
              </a:cxn>
              <a:cxn ang="0">
                <a:pos x="1573213" y="2216819"/>
              </a:cxn>
              <a:cxn ang="0">
                <a:pos x="1276350" y="2471157"/>
              </a:cxn>
              <a:cxn ang="0">
                <a:pos x="1152525" y="2697235"/>
              </a:cxn>
              <a:cxn ang="0">
                <a:pos x="1219200" y="2734915"/>
              </a:cxn>
              <a:cxn ang="0">
                <a:pos x="1373188" y="2657985"/>
              </a:cxn>
              <a:cxn ang="0">
                <a:pos x="1573213" y="2667405"/>
              </a:cxn>
              <a:cxn ang="0">
                <a:pos x="1801813" y="2554366"/>
              </a:cxn>
              <a:cxn ang="0">
                <a:pos x="1878013" y="2620306"/>
              </a:cxn>
              <a:cxn ang="0">
                <a:pos x="2220913" y="2254499"/>
              </a:cxn>
              <a:cxn ang="0">
                <a:pos x="2563813" y="2094361"/>
              </a:cxn>
              <a:cxn ang="0">
                <a:pos x="2611438" y="2150880"/>
              </a:cxn>
              <a:cxn ang="0">
                <a:pos x="2668588" y="2245079"/>
              </a:cxn>
              <a:cxn ang="0">
                <a:pos x="2697163" y="2301599"/>
              </a:cxn>
              <a:cxn ang="0">
                <a:pos x="2773363" y="2433477"/>
              </a:cxn>
              <a:cxn ang="0">
                <a:pos x="2813050" y="2489997"/>
              </a:cxn>
              <a:cxn ang="0">
                <a:pos x="3371850" y="3529327"/>
              </a:cxn>
              <a:cxn ang="0">
                <a:pos x="2687638" y="2075521"/>
              </a:cxn>
              <a:cxn ang="0">
                <a:pos x="2954338" y="1829033"/>
              </a:cxn>
              <a:cxn ang="0">
                <a:pos x="3449638" y="1725414"/>
              </a:cxn>
              <a:cxn ang="0">
                <a:pos x="3794125" y="1584115"/>
              </a:cxn>
              <a:cxn ang="0">
                <a:pos x="4079875" y="1263838"/>
              </a:cxn>
              <a:cxn ang="0">
                <a:pos x="3717925" y="1226159"/>
              </a:cxn>
              <a:cxn ang="0">
                <a:pos x="3355975" y="1197899"/>
              </a:cxn>
              <a:cxn ang="0">
                <a:pos x="3822700" y="679804"/>
              </a:cxn>
              <a:cxn ang="0">
                <a:pos x="3851275" y="660964"/>
              </a:cxn>
              <a:cxn ang="0">
                <a:pos x="3927475" y="595024"/>
              </a:cxn>
              <a:cxn ang="0">
                <a:pos x="3956050" y="557345"/>
              </a:cxn>
              <a:cxn ang="0">
                <a:pos x="3927475" y="529085"/>
              </a:cxn>
              <a:cxn ang="0">
                <a:pos x="3927475" y="425466"/>
              </a:cxn>
              <a:cxn ang="0">
                <a:pos x="3956050" y="301437"/>
              </a:cxn>
              <a:cxn ang="0">
                <a:pos x="3975100" y="207238"/>
              </a:cxn>
              <a:cxn ang="0">
                <a:pos x="3956050" y="56519"/>
              </a:cxn>
              <a:cxn ang="0">
                <a:pos x="3956050" y="37680"/>
              </a:cxn>
              <a:cxn ang="0">
                <a:pos x="3336925" y="0"/>
              </a:cxn>
              <a:cxn ang="0">
                <a:pos x="3030538" y="141299"/>
              </a:cxn>
              <a:cxn ang="0">
                <a:pos x="2773363" y="839942"/>
              </a:cxn>
              <a:cxn ang="0">
                <a:pos x="2716213" y="736323"/>
              </a:cxn>
              <a:cxn ang="0">
                <a:pos x="2592388" y="226078"/>
              </a:cxn>
              <a:cxn ang="0">
                <a:pos x="2506663" y="0"/>
              </a:cxn>
              <a:cxn ang="0">
                <a:pos x="1171575" y="292017"/>
              </a:cxn>
              <a:cxn ang="0">
                <a:pos x="1200150" y="726903"/>
              </a:cxn>
            </a:cxnLst>
            <a:pathLst>
              <a:path w="2570" h="2266">
                <a:moveTo>
                  <a:pt x="756" y="463"/>
                </a:moveTo>
                <a:lnTo>
                  <a:pt x="859" y="612"/>
                </a:lnTo>
                <a:lnTo>
                  <a:pt x="937" y="720"/>
                </a:lnTo>
                <a:lnTo>
                  <a:pt x="1087" y="853"/>
                </a:lnTo>
                <a:lnTo>
                  <a:pt x="1105" y="907"/>
                </a:lnTo>
                <a:lnTo>
                  <a:pt x="961" y="913"/>
                </a:lnTo>
                <a:lnTo>
                  <a:pt x="895" y="901"/>
                </a:lnTo>
                <a:lnTo>
                  <a:pt x="786" y="883"/>
                </a:lnTo>
                <a:lnTo>
                  <a:pt x="637" y="859"/>
                </a:lnTo>
                <a:lnTo>
                  <a:pt x="450" y="931"/>
                </a:lnTo>
                <a:lnTo>
                  <a:pt x="306" y="1021"/>
                </a:lnTo>
                <a:lnTo>
                  <a:pt x="150" y="1075"/>
                </a:lnTo>
                <a:lnTo>
                  <a:pt x="0" y="1153"/>
                </a:lnTo>
                <a:lnTo>
                  <a:pt x="78" y="1165"/>
                </a:lnTo>
                <a:lnTo>
                  <a:pt x="264" y="1220"/>
                </a:lnTo>
                <a:lnTo>
                  <a:pt x="361" y="1256"/>
                </a:lnTo>
                <a:lnTo>
                  <a:pt x="367" y="1298"/>
                </a:lnTo>
                <a:lnTo>
                  <a:pt x="444" y="1316"/>
                </a:lnTo>
                <a:lnTo>
                  <a:pt x="558" y="1400"/>
                </a:lnTo>
                <a:lnTo>
                  <a:pt x="697" y="1400"/>
                </a:lnTo>
                <a:lnTo>
                  <a:pt x="895" y="1346"/>
                </a:lnTo>
                <a:lnTo>
                  <a:pt x="1026" y="1346"/>
                </a:lnTo>
                <a:lnTo>
                  <a:pt x="1147" y="1358"/>
                </a:lnTo>
                <a:lnTo>
                  <a:pt x="991" y="1412"/>
                </a:lnTo>
                <a:lnTo>
                  <a:pt x="804" y="1538"/>
                </a:lnTo>
                <a:lnTo>
                  <a:pt x="804" y="1574"/>
                </a:lnTo>
                <a:lnTo>
                  <a:pt x="762" y="1645"/>
                </a:lnTo>
                <a:lnTo>
                  <a:pt x="726" y="1718"/>
                </a:lnTo>
                <a:lnTo>
                  <a:pt x="732" y="1754"/>
                </a:lnTo>
                <a:lnTo>
                  <a:pt x="768" y="1742"/>
                </a:lnTo>
                <a:lnTo>
                  <a:pt x="829" y="1730"/>
                </a:lnTo>
                <a:lnTo>
                  <a:pt x="865" y="1693"/>
                </a:lnTo>
                <a:lnTo>
                  <a:pt x="925" y="1663"/>
                </a:lnTo>
                <a:lnTo>
                  <a:pt x="991" y="1699"/>
                </a:lnTo>
                <a:lnTo>
                  <a:pt x="1087" y="1675"/>
                </a:lnTo>
                <a:lnTo>
                  <a:pt x="1135" y="1627"/>
                </a:lnTo>
                <a:lnTo>
                  <a:pt x="1147" y="1687"/>
                </a:lnTo>
                <a:lnTo>
                  <a:pt x="1183" y="1669"/>
                </a:lnTo>
                <a:lnTo>
                  <a:pt x="1333" y="1514"/>
                </a:lnTo>
                <a:lnTo>
                  <a:pt x="1399" y="1436"/>
                </a:lnTo>
                <a:lnTo>
                  <a:pt x="1526" y="1382"/>
                </a:lnTo>
                <a:lnTo>
                  <a:pt x="1615" y="1334"/>
                </a:lnTo>
                <a:lnTo>
                  <a:pt x="1627" y="1346"/>
                </a:lnTo>
                <a:lnTo>
                  <a:pt x="1645" y="1370"/>
                </a:lnTo>
                <a:lnTo>
                  <a:pt x="1669" y="1400"/>
                </a:lnTo>
                <a:lnTo>
                  <a:pt x="1681" y="1430"/>
                </a:lnTo>
                <a:lnTo>
                  <a:pt x="1687" y="1448"/>
                </a:lnTo>
                <a:lnTo>
                  <a:pt x="1699" y="1466"/>
                </a:lnTo>
                <a:lnTo>
                  <a:pt x="1729" y="1520"/>
                </a:lnTo>
                <a:lnTo>
                  <a:pt x="1747" y="1550"/>
                </a:lnTo>
                <a:lnTo>
                  <a:pt x="1766" y="1574"/>
                </a:lnTo>
                <a:lnTo>
                  <a:pt x="1772" y="1586"/>
                </a:lnTo>
                <a:lnTo>
                  <a:pt x="1778" y="1592"/>
                </a:lnTo>
                <a:lnTo>
                  <a:pt x="2124" y="2248"/>
                </a:lnTo>
                <a:lnTo>
                  <a:pt x="2215" y="2266"/>
                </a:lnTo>
                <a:lnTo>
                  <a:pt x="1693" y="1322"/>
                </a:lnTo>
                <a:lnTo>
                  <a:pt x="1723" y="1262"/>
                </a:lnTo>
                <a:lnTo>
                  <a:pt x="1861" y="1165"/>
                </a:lnTo>
                <a:lnTo>
                  <a:pt x="1988" y="1129"/>
                </a:lnTo>
                <a:lnTo>
                  <a:pt x="2173" y="1099"/>
                </a:lnTo>
                <a:lnTo>
                  <a:pt x="2318" y="1075"/>
                </a:lnTo>
                <a:lnTo>
                  <a:pt x="2390" y="1009"/>
                </a:lnTo>
                <a:lnTo>
                  <a:pt x="2570" y="895"/>
                </a:lnTo>
                <a:lnTo>
                  <a:pt x="2570" y="805"/>
                </a:lnTo>
                <a:lnTo>
                  <a:pt x="2516" y="787"/>
                </a:lnTo>
                <a:lnTo>
                  <a:pt x="2342" y="781"/>
                </a:lnTo>
                <a:lnTo>
                  <a:pt x="2042" y="871"/>
                </a:lnTo>
                <a:lnTo>
                  <a:pt x="2114" y="763"/>
                </a:lnTo>
                <a:lnTo>
                  <a:pt x="2264" y="624"/>
                </a:lnTo>
                <a:lnTo>
                  <a:pt x="2408" y="433"/>
                </a:lnTo>
                <a:lnTo>
                  <a:pt x="2414" y="433"/>
                </a:lnTo>
                <a:lnTo>
                  <a:pt x="2426" y="421"/>
                </a:lnTo>
                <a:lnTo>
                  <a:pt x="2456" y="397"/>
                </a:lnTo>
                <a:lnTo>
                  <a:pt x="2474" y="379"/>
                </a:lnTo>
                <a:lnTo>
                  <a:pt x="2486" y="367"/>
                </a:lnTo>
                <a:lnTo>
                  <a:pt x="2492" y="355"/>
                </a:lnTo>
                <a:lnTo>
                  <a:pt x="2486" y="349"/>
                </a:lnTo>
                <a:lnTo>
                  <a:pt x="2474" y="337"/>
                </a:lnTo>
                <a:lnTo>
                  <a:pt x="2474" y="307"/>
                </a:lnTo>
                <a:lnTo>
                  <a:pt x="2474" y="271"/>
                </a:lnTo>
                <a:lnTo>
                  <a:pt x="2480" y="228"/>
                </a:lnTo>
                <a:lnTo>
                  <a:pt x="2492" y="192"/>
                </a:lnTo>
                <a:lnTo>
                  <a:pt x="2498" y="156"/>
                </a:lnTo>
                <a:lnTo>
                  <a:pt x="2504" y="132"/>
                </a:lnTo>
                <a:lnTo>
                  <a:pt x="2504" y="126"/>
                </a:lnTo>
                <a:lnTo>
                  <a:pt x="2492" y="36"/>
                </a:lnTo>
                <a:lnTo>
                  <a:pt x="2492" y="24"/>
                </a:lnTo>
                <a:lnTo>
                  <a:pt x="2498" y="0"/>
                </a:lnTo>
                <a:lnTo>
                  <a:pt x="2102" y="0"/>
                </a:lnTo>
                <a:lnTo>
                  <a:pt x="2006" y="60"/>
                </a:lnTo>
                <a:lnTo>
                  <a:pt x="1909" y="90"/>
                </a:lnTo>
                <a:lnTo>
                  <a:pt x="1808" y="337"/>
                </a:lnTo>
                <a:lnTo>
                  <a:pt x="1747" y="535"/>
                </a:lnTo>
                <a:lnTo>
                  <a:pt x="1687" y="588"/>
                </a:lnTo>
                <a:lnTo>
                  <a:pt x="1711" y="469"/>
                </a:lnTo>
                <a:lnTo>
                  <a:pt x="1687" y="343"/>
                </a:lnTo>
                <a:lnTo>
                  <a:pt x="1633" y="144"/>
                </a:lnTo>
                <a:lnTo>
                  <a:pt x="1585" y="12"/>
                </a:lnTo>
                <a:lnTo>
                  <a:pt x="1579" y="0"/>
                </a:lnTo>
                <a:lnTo>
                  <a:pt x="786" y="0"/>
                </a:lnTo>
                <a:lnTo>
                  <a:pt x="738" y="186"/>
                </a:lnTo>
                <a:lnTo>
                  <a:pt x="756" y="463"/>
                </a:lnTo>
                <a:close/>
              </a:path>
            </a:pathLst>
          </a:custGeom>
          <a:solidFill>
            <a:srgbClr val="FF9933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7" name="未知"/>
          <p:cNvSpPr/>
          <p:nvPr/>
        </p:nvSpPr>
        <p:spPr>
          <a:xfrm>
            <a:off x="5595938" y="1588"/>
            <a:ext cx="3468687" cy="2366962"/>
          </a:xfrm>
          <a:custGeom>
            <a:avLst/>
            <a:gdLst/>
            <a:ahLst/>
            <a:cxnLst>
              <a:cxn ang="0">
                <a:pos x="1648264" y="1206286"/>
              </a:cxn>
              <a:cxn ang="0">
                <a:pos x="1896938" y="1942324"/>
              </a:cxn>
              <a:cxn ang="0">
                <a:pos x="1523927" y="1876270"/>
              </a:cxn>
              <a:cxn ang="0">
                <a:pos x="1152510" y="1772469"/>
              </a:cxn>
              <a:cxn ang="0">
                <a:pos x="704577" y="1744160"/>
              </a:cxn>
              <a:cxn ang="0">
                <a:pos x="0" y="1696978"/>
              </a:cxn>
              <a:cxn ang="0">
                <a:pos x="47822" y="1753596"/>
              </a:cxn>
              <a:cxn ang="0">
                <a:pos x="790657" y="1781906"/>
              </a:cxn>
              <a:cxn ang="0">
                <a:pos x="1238589" y="1866833"/>
              </a:cxn>
              <a:cxn ang="0">
                <a:pos x="1801294" y="2046125"/>
              </a:cxn>
              <a:cxn ang="0">
                <a:pos x="1705650" y="2074434"/>
              </a:cxn>
              <a:cxn ang="0">
                <a:pos x="1133381" y="2366962"/>
              </a:cxn>
              <a:cxn ang="0">
                <a:pos x="1219460" y="2329216"/>
              </a:cxn>
              <a:cxn ang="0">
                <a:pos x="1372491" y="2263162"/>
              </a:cxn>
              <a:cxn ang="0">
                <a:pos x="1629135" y="2131052"/>
              </a:cxn>
              <a:cxn ang="0">
                <a:pos x="1935196" y="2036688"/>
              </a:cxn>
              <a:cxn ang="0">
                <a:pos x="2019681" y="1923452"/>
              </a:cxn>
              <a:cxn ang="0">
                <a:pos x="2601515" y="1640360"/>
              </a:cxn>
              <a:cxn ang="0">
                <a:pos x="3078141" y="1498814"/>
              </a:cxn>
              <a:cxn ang="0">
                <a:pos x="3468687" y="1291213"/>
              </a:cxn>
              <a:cxn ang="0">
                <a:pos x="3125963" y="1432759"/>
              </a:cxn>
              <a:cxn ang="0">
                <a:pos x="2639773" y="1555432"/>
              </a:cxn>
              <a:cxn ang="0">
                <a:pos x="2134454" y="1810215"/>
              </a:cxn>
              <a:cxn ang="0">
                <a:pos x="2392693" y="1423323"/>
              </a:cxn>
              <a:cxn ang="0">
                <a:pos x="2582386" y="857139"/>
              </a:cxn>
              <a:cxn ang="0">
                <a:pos x="2773674" y="585056"/>
              </a:cxn>
              <a:cxn ang="0">
                <a:pos x="3154656" y="94364"/>
              </a:cxn>
              <a:cxn ang="0">
                <a:pos x="3192914" y="0"/>
              </a:cxn>
              <a:cxn ang="0">
                <a:pos x="3145092" y="0"/>
              </a:cxn>
              <a:cxn ang="0">
                <a:pos x="2544129" y="754911"/>
              </a:cxn>
              <a:cxn ang="0">
                <a:pos x="2354435" y="1395013"/>
              </a:cxn>
              <a:cxn ang="0">
                <a:pos x="2000552" y="1847960"/>
              </a:cxn>
              <a:cxn ang="0">
                <a:pos x="1801294" y="1423323"/>
              </a:cxn>
              <a:cxn ang="0">
                <a:pos x="1610006" y="849275"/>
              </a:cxn>
              <a:cxn ang="0">
                <a:pos x="1410748" y="349147"/>
              </a:cxn>
              <a:cxn ang="0">
                <a:pos x="1257718" y="0"/>
              </a:cxn>
              <a:cxn ang="0">
                <a:pos x="1200331" y="0"/>
              </a:cxn>
              <a:cxn ang="0">
                <a:pos x="1439441" y="556747"/>
              </a:cxn>
              <a:cxn ang="0">
                <a:pos x="1648264" y="1206286"/>
              </a:cxn>
              <a:cxn ang="0">
                <a:pos x="1648264" y="1206286"/>
              </a:cxn>
            </a:cxnLst>
            <a:pathLst>
              <a:path w="2176" h="1505">
                <a:moveTo>
                  <a:pt x="1034" y="767"/>
                </a:moveTo>
                <a:lnTo>
                  <a:pt x="1190" y="1235"/>
                </a:lnTo>
                <a:lnTo>
                  <a:pt x="956" y="1193"/>
                </a:lnTo>
                <a:lnTo>
                  <a:pt x="723" y="1127"/>
                </a:lnTo>
                <a:lnTo>
                  <a:pt x="442" y="1109"/>
                </a:lnTo>
                <a:lnTo>
                  <a:pt x="0" y="1079"/>
                </a:lnTo>
                <a:lnTo>
                  <a:pt x="30" y="1115"/>
                </a:lnTo>
                <a:lnTo>
                  <a:pt x="496" y="1133"/>
                </a:lnTo>
                <a:lnTo>
                  <a:pt x="777" y="1187"/>
                </a:lnTo>
                <a:lnTo>
                  <a:pt x="1130" y="1301"/>
                </a:lnTo>
                <a:lnTo>
                  <a:pt x="1070" y="1319"/>
                </a:lnTo>
                <a:lnTo>
                  <a:pt x="711" y="1505"/>
                </a:lnTo>
                <a:lnTo>
                  <a:pt x="765" y="1481"/>
                </a:lnTo>
                <a:lnTo>
                  <a:pt x="861" y="1439"/>
                </a:lnTo>
                <a:lnTo>
                  <a:pt x="1022" y="1355"/>
                </a:lnTo>
                <a:lnTo>
                  <a:pt x="1214" y="1295"/>
                </a:lnTo>
                <a:lnTo>
                  <a:pt x="1267" y="1223"/>
                </a:lnTo>
                <a:lnTo>
                  <a:pt x="1632" y="1043"/>
                </a:lnTo>
                <a:lnTo>
                  <a:pt x="1931" y="953"/>
                </a:lnTo>
                <a:lnTo>
                  <a:pt x="2176" y="821"/>
                </a:lnTo>
                <a:lnTo>
                  <a:pt x="1961" y="911"/>
                </a:lnTo>
                <a:lnTo>
                  <a:pt x="1656" y="989"/>
                </a:lnTo>
                <a:lnTo>
                  <a:pt x="1339" y="1151"/>
                </a:lnTo>
                <a:lnTo>
                  <a:pt x="1501" y="905"/>
                </a:lnTo>
                <a:lnTo>
                  <a:pt x="1620" y="545"/>
                </a:lnTo>
                <a:lnTo>
                  <a:pt x="1740" y="372"/>
                </a:lnTo>
                <a:lnTo>
                  <a:pt x="1979" y="60"/>
                </a:lnTo>
                <a:lnTo>
                  <a:pt x="2003" y="0"/>
                </a:lnTo>
                <a:lnTo>
                  <a:pt x="1973" y="0"/>
                </a:lnTo>
                <a:lnTo>
                  <a:pt x="1596" y="480"/>
                </a:lnTo>
                <a:lnTo>
                  <a:pt x="1477" y="887"/>
                </a:lnTo>
                <a:lnTo>
                  <a:pt x="1255" y="1175"/>
                </a:lnTo>
                <a:lnTo>
                  <a:pt x="1130" y="905"/>
                </a:lnTo>
                <a:lnTo>
                  <a:pt x="1010" y="540"/>
                </a:lnTo>
                <a:lnTo>
                  <a:pt x="885" y="222"/>
                </a:lnTo>
                <a:lnTo>
                  <a:pt x="789" y="0"/>
                </a:lnTo>
                <a:lnTo>
                  <a:pt x="753" y="0"/>
                </a:lnTo>
                <a:lnTo>
                  <a:pt x="903" y="354"/>
                </a:lnTo>
                <a:lnTo>
                  <a:pt x="1034" y="767"/>
                </a:lnTo>
                <a:close/>
              </a:path>
            </a:pathLst>
          </a:custGeom>
          <a:gradFill rotWithShape="0">
            <a:gsLst>
              <a:gs pos="0">
                <a:srgbClr val="FF9933">
                  <a:alpha val="100000"/>
                </a:srgbClr>
              </a:gs>
              <a:gs pos="100000">
                <a:srgbClr val="FFFF99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8" name="Rectangle 6"/>
          <p:cNvSpPr/>
          <p:nvPr/>
        </p:nvSpPr>
        <p:spPr>
          <a:xfrm>
            <a:off x="304800" y="200025"/>
            <a:ext cx="1588" cy="1588"/>
          </a:xfrm>
          <a:prstGeom prst="rect">
            <a:avLst/>
          </a:prstGeom>
          <a:solidFill>
            <a:srgbClr val="9A1E8D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9" name="Rectangle 7"/>
          <p:cNvSpPr/>
          <p:nvPr/>
        </p:nvSpPr>
        <p:spPr>
          <a:xfrm>
            <a:off x="323850" y="206375"/>
            <a:ext cx="1588" cy="1588"/>
          </a:xfrm>
          <a:prstGeom prst="rect">
            <a:avLst/>
          </a:prstGeom>
          <a:solidFill>
            <a:srgbClr val="9A1E8D"/>
          </a:solidFill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0" name="未知"/>
          <p:cNvSpPr/>
          <p:nvPr/>
        </p:nvSpPr>
        <p:spPr>
          <a:xfrm>
            <a:off x="808038" y="358775"/>
            <a:ext cx="5060950" cy="3178175"/>
          </a:xfrm>
          <a:custGeom>
            <a:avLst/>
            <a:gdLst/>
            <a:ahLst/>
            <a:cxnLst>
              <a:cxn ang="0">
                <a:pos x="1382713" y="2234458"/>
              </a:cxn>
              <a:cxn ang="0">
                <a:pos x="1439863" y="2187351"/>
              </a:cxn>
              <a:cxn ang="0">
                <a:pos x="1573213" y="2072723"/>
              </a:cxn>
              <a:cxn ang="0">
                <a:pos x="1639888" y="2036607"/>
              </a:cxn>
              <a:cxn ang="0">
                <a:pos x="1724025" y="1961235"/>
              </a:cxn>
              <a:cxn ang="0">
                <a:pos x="1782763" y="1914128"/>
              </a:cxn>
              <a:cxn ang="0">
                <a:pos x="1677988" y="1810492"/>
              </a:cxn>
              <a:cxn ang="0">
                <a:pos x="1392238" y="1603220"/>
              </a:cxn>
              <a:cxn ang="0">
                <a:pos x="1039813" y="1424212"/>
              </a:cxn>
              <a:cxn ang="0">
                <a:pos x="1039813" y="1328427"/>
              </a:cxn>
              <a:cxn ang="0">
                <a:pos x="1020763" y="1111733"/>
              </a:cxn>
              <a:cxn ang="0">
                <a:pos x="876300" y="1008097"/>
              </a:cxn>
              <a:cxn ang="0">
                <a:pos x="809625" y="895039"/>
              </a:cxn>
              <a:cxn ang="0">
                <a:pos x="1011238" y="885618"/>
              </a:cxn>
              <a:cxn ang="0">
                <a:pos x="1211263" y="895039"/>
              </a:cxn>
              <a:cxn ang="0">
                <a:pos x="1731963" y="1334708"/>
              </a:cxn>
              <a:cxn ang="0">
                <a:pos x="1601788" y="888758"/>
              </a:cxn>
              <a:cxn ang="0">
                <a:pos x="1673225" y="416115"/>
              </a:cxn>
              <a:cxn ang="0">
                <a:pos x="1982788" y="0"/>
              </a:cxn>
              <a:cxn ang="0">
                <a:pos x="2327275" y="458511"/>
              </a:cxn>
              <a:cxn ang="0">
                <a:pos x="2341563" y="860494"/>
              </a:cxn>
              <a:cxn ang="0">
                <a:pos x="2487613" y="989254"/>
              </a:cxn>
              <a:cxn ang="0">
                <a:pos x="2849563" y="573139"/>
              </a:cxn>
              <a:cxn ang="0">
                <a:pos x="3563938" y="235537"/>
              </a:cxn>
              <a:cxn ang="0">
                <a:pos x="4156075" y="282644"/>
              </a:cxn>
              <a:cxn ang="0">
                <a:pos x="4841875" y="235537"/>
              </a:cxn>
              <a:cxn ang="0">
                <a:pos x="4984750" y="329751"/>
              </a:cxn>
              <a:cxn ang="0">
                <a:pos x="4746625" y="329751"/>
              </a:cxn>
              <a:cxn ang="0">
                <a:pos x="4498975" y="591982"/>
              </a:cxn>
              <a:cxn ang="0">
                <a:pos x="4289425" y="1017518"/>
              </a:cxn>
              <a:cxn ang="0">
                <a:pos x="4098925" y="1300163"/>
              </a:cxn>
              <a:cxn ang="0">
                <a:pos x="3546475" y="1584377"/>
              </a:cxn>
              <a:cxn ang="0">
                <a:pos x="3116263" y="1688013"/>
              </a:cxn>
              <a:cxn ang="0">
                <a:pos x="3582988" y="1744542"/>
              </a:cxn>
              <a:cxn ang="0">
                <a:pos x="4127500" y="1895285"/>
              </a:cxn>
              <a:cxn ang="0">
                <a:pos x="4594225" y="2262722"/>
              </a:cxn>
              <a:cxn ang="0">
                <a:pos x="4956175" y="2441730"/>
              </a:cxn>
              <a:cxn ang="0">
                <a:pos x="4813300" y="2488838"/>
              </a:cxn>
              <a:cxn ang="0">
                <a:pos x="4775200" y="2498259"/>
              </a:cxn>
              <a:cxn ang="0">
                <a:pos x="4699000" y="2507681"/>
              </a:cxn>
              <a:cxn ang="0">
                <a:pos x="4575175" y="2526524"/>
              </a:cxn>
              <a:cxn ang="0">
                <a:pos x="4518025" y="2526524"/>
              </a:cxn>
              <a:cxn ang="0">
                <a:pos x="4403725" y="2535945"/>
              </a:cxn>
              <a:cxn ang="0">
                <a:pos x="4327525" y="2545366"/>
              </a:cxn>
              <a:cxn ang="0">
                <a:pos x="4298950" y="2545366"/>
              </a:cxn>
              <a:cxn ang="0">
                <a:pos x="4117975" y="2601895"/>
              </a:cxn>
              <a:cxn ang="0">
                <a:pos x="4021138" y="2611317"/>
              </a:cxn>
              <a:cxn ang="0">
                <a:pos x="3879850" y="2630160"/>
              </a:cxn>
              <a:cxn ang="0">
                <a:pos x="3775075" y="2649003"/>
              </a:cxn>
              <a:cxn ang="0">
                <a:pos x="3746500" y="2677267"/>
              </a:cxn>
              <a:cxn ang="0">
                <a:pos x="3659188" y="2649003"/>
              </a:cxn>
              <a:cxn ang="0">
                <a:pos x="3592513" y="2611317"/>
              </a:cxn>
              <a:cxn ang="0">
                <a:pos x="3201988" y="2488838"/>
              </a:cxn>
              <a:cxn ang="0">
                <a:pos x="2716213" y="2281565"/>
              </a:cxn>
              <a:cxn ang="0">
                <a:pos x="2984500" y="2895531"/>
              </a:cxn>
              <a:cxn ang="0">
                <a:pos x="2811463" y="3018010"/>
              </a:cxn>
              <a:cxn ang="0">
                <a:pos x="2430463" y="2752639"/>
              </a:cxn>
              <a:cxn ang="0">
                <a:pos x="2239963" y="2319251"/>
              </a:cxn>
              <a:cxn ang="0">
                <a:pos x="1935163" y="2027186"/>
              </a:cxn>
              <a:cxn ang="0">
                <a:pos x="201613" y="3149911"/>
              </a:cxn>
              <a:cxn ang="0">
                <a:pos x="1373188" y="2243879"/>
              </a:cxn>
            </a:cxnLst>
            <a:pathLst>
              <a:path w="3188" h="2024">
                <a:moveTo>
                  <a:pt x="865" y="1429"/>
                </a:moveTo>
                <a:lnTo>
                  <a:pt x="871" y="1423"/>
                </a:lnTo>
                <a:lnTo>
                  <a:pt x="889" y="1411"/>
                </a:lnTo>
                <a:lnTo>
                  <a:pt x="907" y="1393"/>
                </a:lnTo>
                <a:lnTo>
                  <a:pt x="937" y="1369"/>
                </a:lnTo>
                <a:lnTo>
                  <a:pt x="991" y="1320"/>
                </a:lnTo>
                <a:lnTo>
                  <a:pt x="1015" y="1309"/>
                </a:lnTo>
                <a:lnTo>
                  <a:pt x="1033" y="1297"/>
                </a:lnTo>
                <a:lnTo>
                  <a:pt x="1057" y="1279"/>
                </a:lnTo>
                <a:lnTo>
                  <a:pt x="1086" y="1249"/>
                </a:lnTo>
                <a:lnTo>
                  <a:pt x="1111" y="1225"/>
                </a:lnTo>
                <a:lnTo>
                  <a:pt x="1123" y="1219"/>
                </a:lnTo>
                <a:lnTo>
                  <a:pt x="1123" y="1213"/>
                </a:lnTo>
                <a:lnTo>
                  <a:pt x="1057" y="1153"/>
                </a:lnTo>
                <a:lnTo>
                  <a:pt x="979" y="1051"/>
                </a:lnTo>
                <a:lnTo>
                  <a:pt x="877" y="1021"/>
                </a:lnTo>
                <a:lnTo>
                  <a:pt x="685" y="931"/>
                </a:lnTo>
                <a:lnTo>
                  <a:pt x="655" y="907"/>
                </a:lnTo>
                <a:lnTo>
                  <a:pt x="721" y="876"/>
                </a:lnTo>
                <a:lnTo>
                  <a:pt x="655" y="846"/>
                </a:lnTo>
                <a:lnTo>
                  <a:pt x="612" y="774"/>
                </a:lnTo>
                <a:lnTo>
                  <a:pt x="643" y="708"/>
                </a:lnTo>
                <a:lnTo>
                  <a:pt x="600" y="660"/>
                </a:lnTo>
                <a:lnTo>
                  <a:pt x="552" y="642"/>
                </a:lnTo>
                <a:lnTo>
                  <a:pt x="528" y="594"/>
                </a:lnTo>
                <a:lnTo>
                  <a:pt x="510" y="570"/>
                </a:lnTo>
                <a:lnTo>
                  <a:pt x="552" y="552"/>
                </a:lnTo>
                <a:lnTo>
                  <a:pt x="637" y="564"/>
                </a:lnTo>
                <a:lnTo>
                  <a:pt x="721" y="576"/>
                </a:lnTo>
                <a:lnTo>
                  <a:pt x="763" y="570"/>
                </a:lnTo>
                <a:lnTo>
                  <a:pt x="931" y="696"/>
                </a:lnTo>
                <a:lnTo>
                  <a:pt x="1091" y="850"/>
                </a:lnTo>
                <a:lnTo>
                  <a:pt x="1073" y="685"/>
                </a:lnTo>
                <a:lnTo>
                  <a:pt x="1009" y="566"/>
                </a:lnTo>
                <a:lnTo>
                  <a:pt x="945" y="393"/>
                </a:lnTo>
                <a:lnTo>
                  <a:pt x="1054" y="265"/>
                </a:lnTo>
                <a:lnTo>
                  <a:pt x="1137" y="45"/>
                </a:lnTo>
                <a:lnTo>
                  <a:pt x="1249" y="0"/>
                </a:lnTo>
                <a:lnTo>
                  <a:pt x="1338" y="137"/>
                </a:lnTo>
                <a:lnTo>
                  <a:pt x="1466" y="292"/>
                </a:lnTo>
                <a:lnTo>
                  <a:pt x="1502" y="411"/>
                </a:lnTo>
                <a:lnTo>
                  <a:pt x="1475" y="548"/>
                </a:lnTo>
                <a:lnTo>
                  <a:pt x="1347" y="768"/>
                </a:lnTo>
                <a:lnTo>
                  <a:pt x="1567" y="630"/>
                </a:lnTo>
                <a:lnTo>
                  <a:pt x="1687" y="462"/>
                </a:lnTo>
                <a:lnTo>
                  <a:pt x="1795" y="365"/>
                </a:lnTo>
                <a:lnTo>
                  <a:pt x="1940" y="239"/>
                </a:lnTo>
                <a:lnTo>
                  <a:pt x="2245" y="150"/>
                </a:lnTo>
                <a:lnTo>
                  <a:pt x="2498" y="138"/>
                </a:lnTo>
                <a:lnTo>
                  <a:pt x="2618" y="180"/>
                </a:lnTo>
                <a:lnTo>
                  <a:pt x="2815" y="138"/>
                </a:lnTo>
                <a:lnTo>
                  <a:pt x="3050" y="150"/>
                </a:lnTo>
                <a:lnTo>
                  <a:pt x="3176" y="168"/>
                </a:lnTo>
                <a:lnTo>
                  <a:pt x="3140" y="210"/>
                </a:lnTo>
                <a:lnTo>
                  <a:pt x="3116" y="192"/>
                </a:lnTo>
                <a:lnTo>
                  <a:pt x="2990" y="210"/>
                </a:lnTo>
                <a:lnTo>
                  <a:pt x="2906" y="263"/>
                </a:lnTo>
                <a:lnTo>
                  <a:pt x="2834" y="377"/>
                </a:lnTo>
                <a:lnTo>
                  <a:pt x="2768" y="534"/>
                </a:lnTo>
                <a:lnTo>
                  <a:pt x="2702" y="648"/>
                </a:lnTo>
                <a:lnTo>
                  <a:pt x="2738" y="726"/>
                </a:lnTo>
                <a:lnTo>
                  <a:pt x="2582" y="828"/>
                </a:lnTo>
                <a:lnTo>
                  <a:pt x="2444" y="913"/>
                </a:lnTo>
                <a:lnTo>
                  <a:pt x="2234" y="1009"/>
                </a:lnTo>
                <a:lnTo>
                  <a:pt x="2096" y="1063"/>
                </a:lnTo>
                <a:lnTo>
                  <a:pt x="1963" y="1075"/>
                </a:lnTo>
                <a:lnTo>
                  <a:pt x="2035" y="1117"/>
                </a:lnTo>
                <a:lnTo>
                  <a:pt x="2257" y="1111"/>
                </a:lnTo>
                <a:lnTo>
                  <a:pt x="2545" y="1135"/>
                </a:lnTo>
                <a:lnTo>
                  <a:pt x="2600" y="1207"/>
                </a:lnTo>
                <a:lnTo>
                  <a:pt x="2726" y="1303"/>
                </a:lnTo>
                <a:lnTo>
                  <a:pt x="2894" y="1441"/>
                </a:lnTo>
                <a:lnTo>
                  <a:pt x="2984" y="1471"/>
                </a:lnTo>
                <a:lnTo>
                  <a:pt x="3122" y="1555"/>
                </a:lnTo>
                <a:lnTo>
                  <a:pt x="3188" y="1543"/>
                </a:lnTo>
                <a:lnTo>
                  <a:pt x="3032" y="1585"/>
                </a:lnTo>
                <a:lnTo>
                  <a:pt x="3026" y="1585"/>
                </a:lnTo>
                <a:lnTo>
                  <a:pt x="3008" y="1591"/>
                </a:lnTo>
                <a:lnTo>
                  <a:pt x="2984" y="1591"/>
                </a:lnTo>
                <a:lnTo>
                  <a:pt x="2960" y="1597"/>
                </a:lnTo>
                <a:lnTo>
                  <a:pt x="2906" y="1603"/>
                </a:lnTo>
                <a:lnTo>
                  <a:pt x="2882" y="1609"/>
                </a:lnTo>
                <a:lnTo>
                  <a:pt x="2864" y="1609"/>
                </a:lnTo>
                <a:lnTo>
                  <a:pt x="2846" y="1609"/>
                </a:lnTo>
                <a:lnTo>
                  <a:pt x="2828" y="1609"/>
                </a:lnTo>
                <a:lnTo>
                  <a:pt x="2774" y="1615"/>
                </a:lnTo>
                <a:lnTo>
                  <a:pt x="2750" y="1615"/>
                </a:lnTo>
                <a:lnTo>
                  <a:pt x="2726" y="1621"/>
                </a:lnTo>
                <a:lnTo>
                  <a:pt x="2714" y="1621"/>
                </a:lnTo>
                <a:lnTo>
                  <a:pt x="2708" y="1621"/>
                </a:lnTo>
                <a:lnTo>
                  <a:pt x="2606" y="1657"/>
                </a:lnTo>
                <a:lnTo>
                  <a:pt x="2594" y="1657"/>
                </a:lnTo>
                <a:lnTo>
                  <a:pt x="2569" y="1657"/>
                </a:lnTo>
                <a:lnTo>
                  <a:pt x="2533" y="1663"/>
                </a:lnTo>
                <a:lnTo>
                  <a:pt x="2486" y="1669"/>
                </a:lnTo>
                <a:lnTo>
                  <a:pt x="2444" y="1675"/>
                </a:lnTo>
                <a:lnTo>
                  <a:pt x="2408" y="1681"/>
                </a:lnTo>
                <a:lnTo>
                  <a:pt x="2378" y="1687"/>
                </a:lnTo>
                <a:lnTo>
                  <a:pt x="2366" y="1699"/>
                </a:lnTo>
                <a:lnTo>
                  <a:pt x="2360" y="1705"/>
                </a:lnTo>
                <a:lnTo>
                  <a:pt x="2342" y="1705"/>
                </a:lnTo>
                <a:lnTo>
                  <a:pt x="2305" y="1687"/>
                </a:lnTo>
                <a:lnTo>
                  <a:pt x="2275" y="1669"/>
                </a:lnTo>
                <a:lnTo>
                  <a:pt x="2263" y="1663"/>
                </a:lnTo>
                <a:lnTo>
                  <a:pt x="2257" y="1657"/>
                </a:lnTo>
                <a:lnTo>
                  <a:pt x="2017" y="1585"/>
                </a:lnTo>
                <a:lnTo>
                  <a:pt x="1844" y="1489"/>
                </a:lnTo>
                <a:lnTo>
                  <a:pt x="1711" y="1453"/>
                </a:lnTo>
                <a:lnTo>
                  <a:pt x="1856" y="1693"/>
                </a:lnTo>
                <a:lnTo>
                  <a:pt x="1880" y="1844"/>
                </a:lnTo>
                <a:lnTo>
                  <a:pt x="1856" y="1994"/>
                </a:lnTo>
                <a:lnTo>
                  <a:pt x="1771" y="1922"/>
                </a:lnTo>
                <a:lnTo>
                  <a:pt x="1616" y="1795"/>
                </a:lnTo>
                <a:lnTo>
                  <a:pt x="1531" y="1753"/>
                </a:lnTo>
                <a:lnTo>
                  <a:pt x="1483" y="1633"/>
                </a:lnTo>
                <a:lnTo>
                  <a:pt x="1411" y="1477"/>
                </a:lnTo>
                <a:lnTo>
                  <a:pt x="1358" y="1381"/>
                </a:lnTo>
                <a:lnTo>
                  <a:pt x="1219" y="1291"/>
                </a:lnTo>
                <a:lnTo>
                  <a:pt x="1147" y="1279"/>
                </a:lnTo>
                <a:lnTo>
                  <a:pt x="127" y="2006"/>
                </a:lnTo>
                <a:lnTo>
                  <a:pt x="0" y="2024"/>
                </a:lnTo>
                <a:lnTo>
                  <a:pt x="865" y="1429"/>
                </a:lnTo>
                <a:close/>
              </a:path>
            </a:pathLst>
          </a:custGeom>
          <a:solidFill>
            <a:srgbClr val="FF9933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1" name="未知"/>
          <p:cNvSpPr/>
          <p:nvPr/>
        </p:nvSpPr>
        <p:spPr>
          <a:xfrm>
            <a:off x="2133600" y="460375"/>
            <a:ext cx="3403600" cy="2805113"/>
          </a:xfrm>
          <a:custGeom>
            <a:avLst/>
            <a:gdLst/>
            <a:ahLst/>
            <a:cxnLst>
              <a:cxn ang="0">
                <a:pos x="504825" y="1692172"/>
              </a:cxn>
              <a:cxn ang="0">
                <a:pos x="344488" y="1456712"/>
              </a:cxn>
              <a:cxn ang="0">
                <a:pos x="161925" y="1268344"/>
              </a:cxn>
              <a:cxn ang="0">
                <a:pos x="57150" y="1164742"/>
              </a:cxn>
              <a:cxn ang="0">
                <a:pos x="0" y="1098813"/>
              </a:cxn>
              <a:cxn ang="0">
                <a:pos x="428625" y="1503804"/>
              </a:cxn>
              <a:cxn ang="0">
                <a:pos x="466725" y="1579151"/>
              </a:cxn>
              <a:cxn ang="0">
                <a:pos x="582613" y="1051721"/>
              </a:cxn>
              <a:cxn ang="0">
                <a:pos x="601663" y="645160"/>
              </a:cxn>
              <a:cxn ang="0">
                <a:pos x="550863" y="185229"/>
              </a:cxn>
              <a:cxn ang="0">
                <a:pos x="623888" y="0"/>
              </a:cxn>
              <a:cxn ang="0">
                <a:pos x="630238" y="560395"/>
              </a:cxn>
              <a:cxn ang="0">
                <a:pos x="668338" y="955967"/>
              </a:cxn>
              <a:cxn ang="0">
                <a:pos x="611188" y="1296600"/>
              </a:cxn>
              <a:cxn ang="0">
                <a:pos x="611188" y="1626243"/>
              </a:cxn>
              <a:cxn ang="0">
                <a:pos x="1392238" y="1230671"/>
              </a:cxn>
              <a:cxn ang="0">
                <a:pos x="2078038" y="871202"/>
              </a:cxn>
              <a:cxn ang="0">
                <a:pos x="2860675" y="390864"/>
              </a:cxn>
              <a:cxn ang="0">
                <a:pos x="3327400" y="108312"/>
              </a:cxn>
              <a:cxn ang="0">
                <a:pos x="2879725" y="437956"/>
              </a:cxn>
              <a:cxn ang="0">
                <a:pos x="2306638" y="786436"/>
              </a:cxn>
              <a:cxn ang="0">
                <a:pos x="1782763" y="1098813"/>
              </a:cxn>
              <a:cxn ang="0">
                <a:pos x="1173163" y="1409620"/>
              </a:cxn>
              <a:cxn ang="0">
                <a:pos x="735013" y="1701591"/>
              </a:cxn>
              <a:cxn ang="0">
                <a:pos x="1296988" y="1872692"/>
              </a:cxn>
              <a:cxn ang="0">
                <a:pos x="2039938" y="1863273"/>
              </a:cxn>
              <a:cxn ang="0">
                <a:pos x="3041650" y="2191347"/>
              </a:cxn>
              <a:cxn ang="0">
                <a:pos x="3403600" y="2229021"/>
              </a:cxn>
              <a:cxn ang="0">
                <a:pos x="2879725" y="2210184"/>
              </a:cxn>
              <a:cxn ang="0">
                <a:pos x="2278063" y="2021816"/>
              </a:cxn>
              <a:cxn ang="0">
                <a:pos x="1935163" y="1929202"/>
              </a:cxn>
              <a:cxn ang="0">
                <a:pos x="1268413" y="1919784"/>
              </a:cxn>
              <a:cxn ang="0">
                <a:pos x="801688" y="1797344"/>
              </a:cxn>
              <a:cxn ang="0">
                <a:pos x="1163638" y="2163092"/>
              </a:cxn>
              <a:cxn ang="0">
                <a:pos x="1392238" y="2541398"/>
              </a:cxn>
              <a:cxn ang="0">
                <a:pos x="1601788" y="2805113"/>
              </a:cxn>
              <a:cxn ang="0">
                <a:pos x="1296988" y="2522561"/>
              </a:cxn>
              <a:cxn ang="0">
                <a:pos x="1068388" y="2153674"/>
              </a:cxn>
              <a:cxn ang="0">
                <a:pos x="658813" y="1740834"/>
              </a:cxn>
              <a:cxn ang="0">
                <a:pos x="504825" y="1692172"/>
              </a:cxn>
              <a:cxn ang="0">
                <a:pos x="504825" y="1692172"/>
              </a:cxn>
            </a:cxnLst>
            <a:pathLst>
              <a:path w="2144" h="1787">
                <a:moveTo>
                  <a:pt x="318" y="1078"/>
                </a:moveTo>
                <a:lnTo>
                  <a:pt x="217" y="928"/>
                </a:lnTo>
                <a:lnTo>
                  <a:pt x="102" y="808"/>
                </a:lnTo>
                <a:lnTo>
                  <a:pt x="36" y="742"/>
                </a:lnTo>
                <a:lnTo>
                  <a:pt x="0" y="700"/>
                </a:lnTo>
                <a:lnTo>
                  <a:pt x="270" y="958"/>
                </a:lnTo>
                <a:lnTo>
                  <a:pt x="294" y="1006"/>
                </a:lnTo>
                <a:lnTo>
                  <a:pt x="367" y="670"/>
                </a:lnTo>
                <a:lnTo>
                  <a:pt x="379" y="411"/>
                </a:lnTo>
                <a:lnTo>
                  <a:pt x="347" y="118"/>
                </a:lnTo>
                <a:lnTo>
                  <a:pt x="393" y="0"/>
                </a:lnTo>
                <a:lnTo>
                  <a:pt x="397" y="357"/>
                </a:lnTo>
                <a:lnTo>
                  <a:pt x="421" y="609"/>
                </a:lnTo>
                <a:lnTo>
                  <a:pt x="385" y="826"/>
                </a:lnTo>
                <a:lnTo>
                  <a:pt x="385" y="1036"/>
                </a:lnTo>
                <a:lnTo>
                  <a:pt x="877" y="784"/>
                </a:lnTo>
                <a:lnTo>
                  <a:pt x="1309" y="555"/>
                </a:lnTo>
                <a:lnTo>
                  <a:pt x="1802" y="249"/>
                </a:lnTo>
                <a:lnTo>
                  <a:pt x="2096" y="69"/>
                </a:lnTo>
                <a:lnTo>
                  <a:pt x="1814" y="279"/>
                </a:lnTo>
                <a:lnTo>
                  <a:pt x="1453" y="501"/>
                </a:lnTo>
                <a:lnTo>
                  <a:pt x="1123" y="700"/>
                </a:lnTo>
                <a:lnTo>
                  <a:pt x="739" y="898"/>
                </a:lnTo>
                <a:lnTo>
                  <a:pt x="463" y="1084"/>
                </a:lnTo>
                <a:lnTo>
                  <a:pt x="817" y="1193"/>
                </a:lnTo>
                <a:lnTo>
                  <a:pt x="1285" y="1187"/>
                </a:lnTo>
                <a:lnTo>
                  <a:pt x="1916" y="1396"/>
                </a:lnTo>
                <a:lnTo>
                  <a:pt x="2144" y="1420"/>
                </a:lnTo>
                <a:lnTo>
                  <a:pt x="1814" y="1408"/>
                </a:lnTo>
                <a:lnTo>
                  <a:pt x="1435" y="1288"/>
                </a:lnTo>
                <a:lnTo>
                  <a:pt x="1219" y="1229"/>
                </a:lnTo>
                <a:lnTo>
                  <a:pt x="799" y="1223"/>
                </a:lnTo>
                <a:lnTo>
                  <a:pt x="505" y="1145"/>
                </a:lnTo>
                <a:lnTo>
                  <a:pt x="733" y="1378"/>
                </a:lnTo>
                <a:lnTo>
                  <a:pt x="877" y="1619"/>
                </a:lnTo>
                <a:lnTo>
                  <a:pt x="1009" y="1787"/>
                </a:lnTo>
                <a:lnTo>
                  <a:pt x="817" y="1607"/>
                </a:lnTo>
                <a:lnTo>
                  <a:pt x="673" y="1372"/>
                </a:lnTo>
                <a:lnTo>
                  <a:pt x="415" y="1109"/>
                </a:lnTo>
                <a:lnTo>
                  <a:pt x="318" y="1078"/>
                </a:lnTo>
                <a:close/>
              </a:path>
            </a:pathLst>
          </a:custGeom>
          <a:gradFill rotWithShape="0">
            <a:gsLst>
              <a:gs pos="0">
                <a:srgbClr val="FF9933">
                  <a:alpha val="100000"/>
                </a:srgbClr>
              </a:gs>
              <a:gs pos="100000">
                <a:srgbClr val="FFFF99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2" name="未知"/>
          <p:cNvSpPr/>
          <p:nvPr/>
        </p:nvSpPr>
        <p:spPr>
          <a:xfrm>
            <a:off x="4654550" y="2713038"/>
            <a:ext cx="4489450" cy="3714750"/>
          </a:xfrm>
          <a:custGeom>
            <a:avLst/>
            <a:gdLst/>
            <a:ahLst/>
            <a:cxnLst>
              <a:cxn ang="0">
                <a:pos x="2879725" y="951453"/>
              </a:cxn>
              <a:cxn ang="0">
                <a:pos x="2563813" y="395654"/>
              </a:cxn>
              <a:cxn ang="0">
                <a:pos x="2135188" y="207247"/>
              </a:cxn>
              <a:cxn ang="0">
                <a:pos x="2192338" y="772467"/>
              </a:cxn>
              <a:cxn ang="0">
                <a:pos x="1516063" y="346982"/>
              </a:cxn>
              <a:cxn ang="0">
                <a:pos x="1392238" y="252779"/>
              </a:cxn>
              <a:cxn ang="0">
                <a:pos x="1335088" y="262199"/>
              </a:cxn>
              <a:cxn ang="0">
                <a:pos x="1143000" y="252779"/>
              </a:cxn>
              <a:cxn ang="0">
                <a:pos x="973138" y="226088"/>
              </a:cxn>
              <a:cxn ang="0">
                <a:pos x="781050" y="252779"/>
              </a:cxn>
              <a:cxn ang="0">
                <a:pos x="685800" y="235508"/>
              </a:cxn>
              <a:cxn ang="0">
                <a:pos x="542925" y="216668"/>
              </a:cxn>
              <a:cxn ang="0">
                <a:pos x="390525" y="197827"/>
              </a:cxn>
              <a:cxn ang="0">
                <a:pos x="276225" y="178986"/>
              </a:cxn>
              <a:cxn ang="0">
                <a:pos x="342900" y="376813"/>
              </a:cxn>
              <a:cxn ang="0">
                <a:pos x="963613" y="923192"/>
              </a:cxn>
              <a:cxn ang="0">
                <a:pos x="1868488" y="1282735"/>
              </a:cxn>
              <a:cxn ang="0">
                <a:pos x="1543050" y="1367518"/>
              </a:cxn>
              <a:cxn ang="0">
                <a:pos x="781050" y="1744331"/>
              </a:cxn>
              <a:cxn ang="0">
                <a:pos x="438150" y="2262449"/>
              </a:cxn>
              <a:cxn ang="0">
                <a:pos x="66675" y="2262449"/>
              </a:cxn>
              <a:cxn ang="0">
                <a:pos x="582613" y="2488537"/>
              </a:cxn>
              <a:cxn ang="0">
                <a:pos x="1506538" y="2687934"/>
              </a:cxn>
              <a:cxn ang="0">
                <a:pos x="2411413" y="2413174"/>
              </a:cxn>
              <a:cxn ang="0">
                <a:pos x="2754313" y="2375493"/>
              </a:cxn>
              <a:cxn ang="0">
                <a:pos x="2735263" y="2829239"/>
              </a:cxn>
              <a:cxn ang="0">
                <a:pos x="3241675" y="3499652"/>
              </a:cxn>
              <a:cxn ang="0">
                <a:pos x="3478213" y="3348927"/>
              </a:cxn>
              <a:cxn ang="0">
                <a:pos x="3603625" y="3093008"/>
              </a:cxn>
              <a:cxn ang="0">
                <a:pos x="3544888" y="2469696"/>
              </a:cxn>
              <a:cxn ang="0">
                <a:pos x="3641725" y="2328391"/>
              </a:cxn>
              <a:cxn ang="0">
                <a:pos x="4108450" y="2650253"/>
              </a:cxn>
              <a:cxn ang="0">
                <a:pos x="4278313" y="2640832"/>
              </a:cxn>
              <a:cxn ang="0">
                <a:pos x="4108450" y="2422595"/>
              </a:cxn>
              <a:cxn ang="0">
                <a:pos x="3984625" y="2130565"/>
              </a:cxn>
              <a:cxn ang="0">
                <a:pos x="3736975" y="1858945"/>
              </a:cxn>
              <a:cxn ang="0">
                <a:pos x="3336925" y="1461721"/>
              </a:cxn>
              <a:cxn ang="0">
                <a:pos x="3392488" y="1424040"/>
              </a:cxn>
              <a:cxn ang="0">
                <a:pos x="3516313" y="1367518"/>
              </a:cxn>
              <a:cxn ang="0">
                <a:pos x="3689350" y="1282735"/>
              </a:cxn>
              <a:cxn ang="0">
                <a:pos x="3765550" y="1235633"/>
              </a:cxn>
              <a:cxn ang="0">
                <a:pos x="3298825" y="1358098"/>
              </a:cxn>
            </a:cxnLst>
            <a:pathLst>
              <a:path w="2828" h="2366">
                <a:moveTo>
                  <a:pt x="2006" y="835"/>
                </a:moveTo>
                <a:lnTo>
                  <a:pt x="1873" y="715"/>
                </a:lnTo>
                <a:lnTo>
                  <a:pt x="1814" y="606"/>
                </a:lnTo>
                <a:lnTo>
                  <a:pt x="1747" y="438"/>
                </a:lnTo>
                <a:lnTo>
                  <a:pt x="1699" y="312"/>
                </a:lnTo>
                <a:lnTo>
                  <a:pt x="1615" y="252"/>
                </a:lnTo>
                <a:lnTo>
                  <a:pt x="1453" y="84"/>
                </a:lnTo>
                <a:lnTo>
                  <a:pt x="1375" y="0"/>
                </a:lnTo>
                <a:lnTo>
                  <a:pt x="1345" y="132"/>
                </a:lnTo>
                <a:lnTo>
                  <a:pt x="1369" y="294"/>
                </a:lnTo>
                <a:lnTo>
                  <a:pt x="1513" y="558"/>
                </a:lnTo>
                <a:lnTo>
                  <a:pt x="1381" y="492"/>
                </a:lnTo>
                <a:lnTo>
                  <a:pt x="1201" y="360"/>
                </a:lnTo>
                <a:lnTo>
                  <a:pt x="961" y="227"/>
                </a:lnTo>
                <a:lnTo>
                  <a:pt x="955" y="221"/>
                </a:lnTo>
                <a:lnTo>
                  <a:pt x="949" y="215"/>
                </a:lnTo>
                <a:lnTo>
                  <a:pt x="913" y="185"/>
                </a:lnTo>
                <a:lnTo>
                  <a:pt x="877" y="161"/>
                </a:lnTo>
                <a:lnTo>
                  <a:pt x="859" y="156"/>
                </a:lnTo>
                <a:lnTo>
                  <a:pt x="853" y="161"/>
                </a:lnTo>
                <a:lnTo>
                  <a:pt x="841" y="167"/>
                </a:lnTo>
                <a:lnTo>
                  <a:pt x="810" y="173"/>
                </a:lnTo>
                <a:lnTo>
                  <a:pt x="768" y="167"/>
                </a:lnTo>
                <a:lnTo>
                  <a:pt x="720" y="161"/>
                </a:lnTo>
                <a:lnTo>
                  <a:pt x="678" y="156"/>
                </a:lnTo>
                <a:lnTo>
                  <a:pt x="637" y="150"/>
                </a:lnTo>
                <a:lnTo>
                  <a:pt x="613" y="144"/>
                </a:lnTo>
                <a:lnTo>
                  <a:pt x="601" y="144"/>
                </a:lnTo>
                <a:lnTo>
                  <a:pt x="498" y="161"/>
                </a:lnTo>
                <a:lnTo>
                  <a:pt x="492" y="161"/>
                </a:lnTo>
                <a:lnTo>
                  <a:pt x="480" y="156"/>
                </a:lnTo>
                <a:lnTo>
                  <a:pt x="456" y="156"/>
                </a:lnTo>
                <a:lnTo>
                  <a:pt x="432" y="150"/>
                </a:lnTo>
                <a:lnTo>
                  <a:pt x="379" y="144"/>
                </a:lnTo>
                <a:lnTo>
                  <a:pt x="361" y="138"/>
                </a:lnTo>
                <a:lnTo>
                  <a:pt x="342" y="138"/>
                </a:lnTo>
                <a:lnTo>
                  <a:pt x="324" y="138"/>
                </a:lnTo>
                <a:lnTo>
                  <a:pt x="300" y="132"/>
                </a:lnTo>
                <a:lnTo>
                  <a:pt x="246" y="126"/>
                </a:lnTo>
                <a:lnTo>
                  <a:pt x="216" y="120"/>
                </a:lnTo>
                <a:lnTo>
                  <a:pt x="192" y="120"/>
                </a:lnTo>
                <a:lnTo>
                  <a:pt x="174" y="114"/>
                </a:lnTo>
                <a:lnTo>
                  <a:pt x="168" y="114"/>
                </a:lnTo>
                <a:lnTo>
                  <a:pt x="6" y="120"/>
                </a:lnTo>
                <a:lnTo>
                  <a:pt x="216" y="240"/>
                </a:lnTo>
                <a:lnTo>
                  <a:pt x="306" y="294"/>
                </a:lnTo>
                <a:lnTo>
                  <a:pt x="480" y="462"/>
                </a:lnTo>
                <a:lnTo>
                  <a:pt x="607" y="588"/>
                </a:lnTo>
                <a:lnTo>
                  <a:pt x="655" y="672"/>
                </a:lnTo>
                <a:lnTo>
                  <a:pt x="949" y="769"/>
                </a:lnTo>
                <a:lnTo>
                  <a:pt x="1177" y="817"/>
                </a:lnTo>
                <a:lnTo>
                  <a:pt x="1249" y="871"/>
                </a:lnTo>
                <a:lnTo>
                  <a:pt x="1117" y="853"/>
                </a:lnTo>
                <a:lnTo>
                  <a:pt x="972" y="871"/>
                </a:lnTo>
                <a:lnTo>
                  <a:pt x="756" y="919"/>
                </a:lnTo>
                <a:lnTo>
                  <a:pt x="619" y="961"/>
                </a:lnTo>
                <a:lnTo>
                  <a:pt x="492" y="1111"/>
                </a:lnTo>
                <a:lnTo>
                  <a:pt x="420" y="1214"/>
                </a:lnTo>
                <a:lnTo>
                  <a:pt x="348" y="1345"/>
                </a:lnTo>
                <a:lnTo>
                  <a:pt x="276" y="1441"/>
                </a:lnTo>
                <a:lnTo>
                  <a:pt x="192" y="1471"/>
                </a:lnTo>
                <a:lnTo>
                  <a:pt x="66" y="1465"/>
                </a:lnTo>
                <a:lnTo>
                  <a:pt x="42" y="1441"/>
                </a:lnTo>
                <a:lnTo>
                  <a:pt x="0" y="1471"/>
                </a:lnTo>
                <a:lnTo>
                  <a:pt x="126" y="1519"/>
                </a:lnTo>
                <a:lnTo>
                  <a:pt x="367" y="1585"/>
                </a:lnTo>
                <a:lnTo>
                  <a:pt x="570" y="1591"/>
                </a:lnTo>
                <a:lnTo>
                  <a:pt x="690" y="1664"/>
                </a:lnTo>
                <a:lnTo>
                  <a:pt x="949" y="1712"/>
                </a:lnTo>
                <a:lnTo>
                  <a:pt x="1260" y="1694"/>
                </a:lnTo>
                <a:lnTo>
                  <a:pt x="1411" y="1603"/>
                </a:lnTo>
                <a:lnTo>
                  <a:pt x="1519" y="1537"/>
                </a:lnTo>
                <a:lnTo>
                  <a:pt x="1645" y="1399"/>
                </a:lnTo>
                <a:lnTo>
                  <a:pt x="1699" y="1387"/>
                </a:lnTo>
                <a:lnTo>
                  <a:pt x="1735" y="1513"/>
                </a:lnTo>
                <a:lnTo>
                  <a:pt x="1729" y="1567"/>
                </a:lnTo>
                <a:lnTo>
                  <a:pt x="1723" y="1670"/>
                </a:lnTo>
                <a:lnTo>
                  <a:pt x="1723" y="1802"/>
                </a:lnTo>
                <a:lnTo>
                  <a:pt x="1831" y="1964"/>
                </a:lnTo>
                <a:lnTo>
                  <a:pt x="1957" y="2090"/>
                </a:lnTo>
                <a:lnTo>
                  <a:pt x="2042" y="2229"/>
                </a:lnTo>
                <a:lnTo>
                  <a:pt x="2155" y="2366"/>
                </a:lnTo>
                <a:lnTo>
                  <a:pt x="2161" y="2295"/>
                </a:lnTo>
                <a:lnTo>
                  <a:pt x="2191" y="2133"/>
                </a:lnTo>
                <a:lnTo>
                  <a:pt x="2215" y="2048"/>
                </a:lnTo>
                <a:lnTo>
                  <a:pt x="2258" y="2042"/>
                </a:lnTo>
                <a:lnTo>
                  <a:pt x="2270" y="1970"/>
                </a:lnTo>
                <a:lnTo>
                  <a:pt x="2342" y="1868"/>
                </a:lnTo>
                <a:lnTo>
                  <a:pt x="2324" y="1748"/>
                </a:lnTo>
                <a:lnTo>
                  <a:pt x="2233" y="1573"/>
                </a:lnTo>
                <a:lnTo>
                  <a:pt x="2209" y="1453"/>
                </a:lnTo>
                <a:lnTo>
                  <a:pt x="2209" y="1345"/>
                </a:lnTo>
                <a:lnTo>
                  <a:pt x="2294" y="1483"/>
                </a:lnTo>
                <a:lnTo>
                  <a:pt x="2461" y="1651"/>
                </a:lnTo>
                <a:lnTo>
                  <a:pt x="2504" y="1651"/>
                </a:lnTo>
                <a:lnTo>
                  <a:pt x="2588" y="1688"/>
                </a:lnTo>
                <a:lnTo>
                  <a:pt x="2678" y="1718"/>
                </a:lnTo>
                <a:lnTo>
                  <a:pt x="2720" y="1712"/>
                </a:lnTo>
                <a:lnTo>
                  <a:pt x="2695" y="1682"/>
                </a:lnTo>
                <a:lnTo>
                  <a:pt x="2678" y="1627"/>
                </a:lnTo>
                <a:lnTo>
                  <a:pt x="2630" y="1597"/>
                </a:lnTo>
                <a:lnTo>
                  <a:pt x="2588" y="1543"/>
                </a:lnTo>
                <a:lnTo>
                  <a:pt x="2618" y="1483"/>
                </a:lnTo>
                <a:lnTo>
                  <a:pt x="2576" y="1399"/>
                </a:lnTo>
                <a:lnTo>
                  <a:pt x="2510" y="1357"/>
                </a:lnTo>
                <a:lnTo>
                  <a:pt x="2576" y="1351"/>
                </a:lnTo>
                <a:lnTo>
                  <a:pt x="2552" y="1315"/>
                </a:lnTo>
                <a:lnTo>
                  <a:pt x="2354" y="1184"/>
                </a:lnTo>
                <a:lnTo>
                  <a:pt x="2252" y="1123"/>
                </a:lnTo>
                <a:lnTo>
                  <a:pt x="2173" y="1009"/>
                </a:lnTo>
                <a:lnTo>
                  <a:pt x="2102" y="931"/>
                </a:lnTo>
                <a:lnTo>
                  <a:pt x="2108" y="931"/>
                </a:lnTo>
                <a:lnTo>
                  <a:pt x="2114" y="925"/>
                </a:lnTo>
                <a:lnTo>
                  <a:pt x="2137" y="907"/>
                </a:lnTo>
                <a:lnTo>
                  <a:pt x="2167" y="883"/>
                </a:lnTo>
                <a:lnTo>
                  <a:pt x="2197" y="877"/>
                </a:lnTo>
                <a:lnTo>
                  <a:pt x="2215" y="871"/>
                </a:lnTo>
                <a:lnTo>
                  <a:pt x="2240" y="859"/>
                </a:lnTo>
                <a:lnTo>
                  <a:pt x="2300" y="829"/>
                </a:lnTo>
                <a:lnTo>
                  <a:pt x="2324" y="817"/>
                </a:lnTo>
                <a:lnTo>
                  <a:pt x="2348" y="799"/>
                </a:lnTo>
                <a:lnTo>
                  <a:pt x="2366" y="793"/>
                </a:lnTo>
                <a:lnTo>
                  <a:pt x="2372" y="787"/>
                </a:lnTo>
                <a:lnTo>
                  <a:pt x="2828" y="588"/>
                </a:lnTo>
                <a:lnTo>
                  <a:pt x="2828" y="528"/>
                </a:lnTo>
                <a:lnTo>
                  <a:pt x="2078" y="865"/>
                </a:lnTo>
                <a:lnTo>
                  <a:pt x="2006" y="835"/>
                </a:lnTo>
                <a:close/>
              </a:path>
            </a:pathLst>
          </a:custGeom>
          <a:solidFill>
            <a:srgbClr val="FF9933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3" name="未知"/>
          <p:cNvSpPr/>
          <p:nvPr/>
        </p:nvSpPr>
        <p:spPr>
          <a:xfrm>
            <a:off x="5016500" y="2921000"/>
            <a:ext cx="3432175" cy="3035300"/>
          </a:xfrm>
          <a:custGeom>
            <a:avLst/>
            <a:gdLst/>
            <a:ahLst/>
            <a:cxnLst>
              <a:cxn ang="0">
                <a:pos x="2936399" y="1338363"/>
              </a:cxn>
              <a:cxn ang="0">
                <a:pos x="3087842" y="1602575"/>
              </a:cxn>
              <a:cxn ang="0">
                <a:pos x="3269573" y="1836907"/>
              </a:cxn>
              <a:cxn ang="0">
                <a:pos x="3374786" y="1959577"/>
              </a:cxn>
              <a:cxn ang="0">
                <a:pos x="3432175" y="2035066"/>
              </a:cxn>
              <a:cxn ang="0">
                <a:pos x="3011323" y="1536522"/>
              </a:cxn>
              <a:cxn ang="0">
                <a:pos x="2965093" y="1461033"/>
              </a:cxn>
              <a:cxn ang="0">
                <a:pos x="2840751" y="1950141"/>
              </a:cxn>
              <a:cxn ang="0">
                <a:pos x="2821621" y="2337024"/>
              </a:cxn>
              <a:cxn ang="0">
                <a:pos x="2898139" y="2997555"/>
              </a:cxn>
              <a:cxn ang="0">
                <a:pos x="2850315" y="3035300"/>
              </a:cxn>
              <a:cxn ang="0">
                <a:pos x="2783362" y="2412513"/>
              </a:cxn>
              <a:cxn ang="0">
                <a:pos x="2754667" y="2025630"/>
              </a:cxn>
              <a:cxn ang="0">
                <a:pos x="2812056" y="1706373"/>
              </a:cxn>
              <a:cxn ang="0">
                <a:pos x="2821621" y="1376108"/>
              </a:cxn>
              <a:cxn ang="0">
                <a:pos x="2021365" y="1583703"/>
              </a:cxn>
              <a:cxn ang="0">
                <a:pos x="1315162" y="1780290"/>
              </a:cxn>
              <a:cxn ang="0">
                <a:pos x="514906" y="2063375"/>
              </a:cxn>
              <a:cxn ang="0">
                <a:pos x="28694" y="2233226"/>
              </a:cxn>
              <a:cxn ang="0">
                <a:pos x="495776" y="2016194"/>
              </a:cxn>
              <a:cxn ang="0">
                <a:pos x="1087201" y="1799162"/>
              </a:cxn>
              <a:cxn ang="0">
                <a:pos x="1629207" y="1630884"/>
              </a:cxn>
              <a:cxn ang="0">
                <a:pos x="2249326" y="1461033"/>
              </a:cxn>
              <a:cxn ang="0">
                <a:pos x="2697278" y="1281746"/>
              </a:cxn>
              <a:cxn ang="0">
                <a:pos x="2124983" y="979789"/>
              </a:cxn>
              <a:cxn ang="0">
                <a:pos x="1372551" y="809938"/>
              </a:cxn>
              <a:cxn ang="0">
                <a:pos x="361869" y="253204"/>
              </a:cxn>
              <a:cxn ang="0">
                <a:pos x="0" y="130534"/>
              </a:cxn>
              <a:cxn ang="0">
                <a:pos x="524471" y="281512"/>
              </a:cxn>
              <a:cxn ang="0">
                <a:pos x="1135025" y="602342"/>
              </a:cxn>
              <a:cxn ang="0">
                <a:pos x="1487329" y="772193"/>
              </a:cxn>
              <a:cxn ang="0">
                <a:pos x="2153678" y="932608"/>
              </a:cxn>
              <a:cxn ang="0">
                <a:pos x="2630325" y="1168512"/>
              </a:cxn>
              <a:cxn ang="0">
                <a:pos x="2268456" y="725012"/>
              </a:cxn>
              <a:cxn ang="0">
                <a:pos x="2050059" y="300385"/>
              </a:cxn>
              <a:cxn ang="0">
                <a:pos x="1839633" y="0"/>
              </a:cxn>
              <a:cxn ang="0">
                <a:pos x="2134548" y="338129"/>
              </a:cxn>
              <a:cxn ang="0">
                <a:pos x="2373669" y="762757"/>
              </a:cxn>
              <a:cxn ang="0">
                <a:pos x="2783362" y="1262874"/>
              </a:cxn>
              <a:cxn ang="0">
                <a:pos x="2936399" y="1338363"/>
              </a:cxn>
              <a:cxn ang="0">
                <a:pos x="2936399" y="1338363"/>
              </a:cxn>
            </a:cxnLst>
            <a:pathLst>
              <a:path w="2153" h="1930">
                <a:moveTo>
                  <a:pt x="1842" y="851"/>
                </a:moveTo>
                <a:lnTo>
                  <a:pt x="1937" y="1019"/>
                </a:lnTo>
                <a:lnTo>
                  <a:pt x="2051" y="1168"/>
                </a:lnTo>
                <a:lnTo>
                  <a:pt x="2117" y="1246"/>
                </a:lnTo>
                <a:lnTo>
                  <a:pt x="2153" y="1294"/>
                </a:lnTo>
                <a:lnTo>
                  <a:pt x="1889" y="977"/>
                </a:lnTo>
                <a:lnTo>
                  <a:pt x="1860" y="929"/>
                </a:lnTo>
                <a:lnTo>
                  <a:pt x="1782" y="1240"/>
                </a:lnTo>
                <a:lnTo>
                  <a:pt x="1770" y="1486"/>
                </a:lnTo>
                <a:lnTo>
                  <a:pt x="1818" y="1906"/>
                </a:lnTo>
                <a:lnTo>
                  <a:pt x="1788" y="1930"/>
                </a:lnTo>
                <a:lnTo>
                  <a:pt x="1746" y="1534"/>
                </a:lnTo>
                <a:lnTo>
                  <a:pt x="1728" y="1288"/>
                </a:lnTo>
                <a:lnTo>
                  <a:pt x="1764" y="1085"/>
                </a:lnTo>
                <a:lnTo>
                  <a:pt x="1770" y="875"/>
                </a:lnTo>
                <a:lnTo>
                  <a:pt x="1268" y="1007"/>
                </a:lnTo>
                <a:lnTo>
                  <a:pt x="825" y="1132"/>
                </a:lnTo>
                <a:lnTo>
                  <a:pt x="323" y="1312"/>
                </a:lnTo>
                <a:lnTo>
                  <a:pt x="18" y="1420"/>
                </a:lnTo>
                <a:lnTo>
                  <a:pt x="311" y="1282"/>
                </a:lnTo>
                <a:lnTo>
                  <a:pt x="682" y="1144"/>
                </a:lnTo>
                <a:lnTo>
                  <a:pt x="1022" y="1037"/>
                </a:lnTo>
                <a:lnTo>
                  <a:pt x="1411" y="929"/>
                </a:lnTo>
                <a:lnTo>
                  <a:pt x="1692" y="815"/>
                </a:lnTo>
                <a:lnTo>
                  <a:pt x="1333" y="623"/>
                </a:lnTo>
                <a:lnTo>
                  <a:pt x="861" y="515"/>
                </a:lnTo>
                <a:lnTo>
                  <a:pt x="227" y="161"/>
                </a:lnTo>
                <a:lnTo>
                  <a:pt x="0" y="83"/>
                </a:lnTo>
                <a:lnTo>
                  <a:pt x="329" y="179"/>
                </a:lnTo>
                <a:lnTo>
                  <a:pt x="712" y="383"/>
                </a:lnTo>
                <a:lnTo>
                  <a:pt x="933" y="491"/>
                </a:lnTo>
                <a:lnTo>
                  <a:pt x="1351" y="593"/>
                </a:lnTo>
                <a:lnTo>
                  <a:pt x="1650" y="743"/>
                </a:lnTo>
                <a:lnTo>
                  <a:pt x="1423" y="461"/>
                </a:lnTo>
                <a:lnTo>
                  <a:pt x="1286" y="191"/>
                </a:lnTo>
                <a:lnTo>
                  <a:pt x="1154" y="0"/>
                </a:lnTo>
                <a:lnTo>
                  <a:pt x="1339" y="215"/>
                </a:lnTo>
                <a:lnTo>
                  <a:pt x="1489" y="485"/>
                </a:lnTo>
                <a:lnTo>
                  <a:pt x="1746" y="803"/>
                </a:lnTo>
                <a:lnTo>
                  <a:pt x="1842" y="851"/>
                </a:lnTo>
                <a:close/>
              </a:path>
            </a:pathLst>
          </a:custGeom>
          <a:gradFill rotWithShape="1">
            <a:gsLst>
              <a:gs pos="0">
                <a:srgbClr val="FF9933">
                  <a:alpha val="100000"/>
                </a:srgbClr>
              </a:gs>
              <a:gs pos="100000">
                <a:srgbClr val="FFFF99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84" name="Text Box 12"/>
          <p:cNvSpPr txBox="1"/>
          <p:nvPr/>
        </p:nvSpPr>
        <p:spPr>
          <a:xfrm>
            <a:off x="2051050" y="981075"/>
            <a:ext cx="4249738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8000" b="0" dirty="0">
                <a:latin typeface="Verdana" panose="020B0604030504040204" pitchFamily="34" charset="0"/>
                <a:ea typeface="楷体_GB2312" pitchFamily="1" charset="-122"/>
              </a:rPr>
              <a:t>第 二 章</a:t>
            </a:r>
            <a:endParaRPr lang="zh-CN" altLang="en-US" sz="8000" b="0" dirty="0">
              <a:latin typeface="Verdana" panose="020B0604030504040204" pitchFamily="34" charset="0"/>
              <a:ea typeface="楷体_GB2312" pitchFamily="1" charset="-122"/>
            </a:endParaRPr>
          </a:p>
        </p:txBody>
      </p:sp>
      <p:sp>
        <p:nvSpPr>
          <p:cNvPr id="3085" name="Text Box 13"/>
          <p:cNvSpPr txBox="1"/>
          <p:nvPr/>
        </p:nvSpPr>
        <p:spPr>
          <a:xfrm>
            <a:off x="1042988" y="2997200"/>
            <a:ext cx="67691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8000" b="0" dirty="0">
                <a:latin typeface="Verdana" panose="020B0604030504040204" pitchFamily="34" charset="0"/>
                <a:ea typeface="楷体_GB2312" pitchFamily="1" charset="-122"/>
              </a:rPr>
              <a:t>逻辑代数基础</a:t>
            </a:r>
            <a:endParaRPr lang="zh-CN" altLang="en-US" sz="8000" b="0" dirty="0">
              <a:latin typeface="Verdana" panose="020B060403050404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6600"/>
            </a:gs>
            <a:gs pos="50000">
              <a:srgbClr val="FFCC66"/>
            </a:gs>
            <a:gs pos="100000">
              <a:srgbClr val="CC66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098" name="未知"/>
          <p:cNvSpPr/>
          <p:nvPr/>
        </p:nvSpPr>
        <p:spPr>
          <a:xfrm>
            <a:off x="808038" y="358775"/>
            <a:ext cx="5060950" cy="3178175"/>
          </a:xfrm>
          <a:custGeom>
            <a:avLst/>
            <a:gdLst/>
            <a:ahLst/>
            <a:cxnLst>
              <a:cxn ang="0">
                <a:pos x="1382713" y="2234458"/>
              </a:cxn>
              <a:cxn ang="0">
                <a:pos x="1439863" y="2187351"/>
              </a:cxn>
              <a:cxn ang="0">
                <a:pos x="1573213" y="2072723"/>
              </a:cxn>
              <a:cxn ang="0">
                <a:pos x="1639888" y="2036607"/>
              </a:cxn>
              <a:cxn ang="0">
                <a:pos x="1724025" y="1961235"/>
              </a:cxn>
              <a:cxn ang="0">
                <a:pos x="1782763" y="1914128"/>
              </a:cxn>
              <a:cxn ang="0">
                <a:pos x="1677988" y="1810492"/>
              </a:cxn>
              <a:cxn ang="0">
                <a:pos x="1392238" y="1603220"/>
              </a:cxn>
              <a:cxn ang="0">
                <a:pos x="1039813" y="1424212"/>
              </a:cxn>
              <a:cxn ang="0">
                <a:pos x="1039813" y="1328427"/>
              </a:cxn>
              <a:cxn ang="0">
                <a:pos x="1020763" y="1111733"/>
              </a:cxn>
              <a:cxn ang="0">
                <a:pos x="876300" y="1008097"/>
              </a:cxn>
              <a:cxn ang="0">
                <a:pos x="809625" y="895039"/>
              </a:cxn>
              <a:cxn ang="0">
                <a:pos x="1011238" y="885618"/>
              </a:cxn>
              <a:cxn ang="0">
                <a:pos x="1211263" y="895039"/>
              </a:cxn>
              <a:cxn ang="0">
                <a:pos x="1731963" y="1334708"/>
              </a:cxn>
              <a:cxn ang="0">
                <a:pos x="1601788" y="888758"/>
              </a:cxn>
              <a:cxn ang="0">
                <a:pos x="1673225" y="416115"/>
              </a:cxn>
              <a:cxn ang="0">
                <a:pos x="1982788" y="0"/>
              </a:cxn>
              <a:cxn ang="0">
                <a:pos x="2327275" y="458511"/>
              </a:cxn>
              <a:cxn ang="0">
                <a:pos x="2341563" y="860494"/>
              </a:cxn>
              <a:cxn ang="0">
                <a:pos x="2487613" y="989254"/>
              </a:cxn>
              <a:cxn ang="0">
                <a:pos x="2849563" y="573139"/>
              </a:cxn>
              <a:cxn ang="0">
                <a:pos x="3563938" y="235537"/>
              </a:cxn>
              <a:cxn ang="0">
                <a:pos x="4156075" y="282644"/>
              </a:cxn>
              <a:cxn ang="0">
                <a:pos x="4841875" y="235537"/>
              </a:cxn>
              <a:cxn ang="0">
                <a:pos x="4984750" y="329751"/>
              </a:cxn>
              <a:cxn ang="0">
                <a:pos x="4746625" y="329751"/>
              </a:cxn>
              <a:cxn ang="0">
                <a:pos x="4498975" y="591982"/>
              </a:cxn>
              <a:cxn ang="0">
                <a:pos x="4289425" y="1017518"/>
              </a:cxn>
              <a:cxn ang="0">
                <a:pos x="4098925" y="1300163"/>
              </a:cxn>
              <a:cxn ang="0">
                <a:pos x="3546475" y="1584377"/>
              </a:cxn>
              <a:cxn ang="0">
                <a:pos x="3116263" y="1688013"/>
              </a:cxn>
              <a:cxn ang="0">
                <a:pos x="3582988" y="1744542"/>
              </a:cxn>
              <a:cxn ang="0">
                <a:pos x="4127500" y="1895285"/>
              </a:cxn>
              <a:cxn ang="0">
                <a:pos x="4594225" y="2262722"/>
              </a:cxn>
              <a:cxn ang="0">
                <a:pos x="4956175" y="2441730"/>
              </a:cxn>
              <a:cxn ang="0">
                <a:pos x="4813300" y="2488838"/>
              </a:cxn>
              <a:cxn ang="0">
                <a:pos x="4775200" y="2498259"/>
              </a:cxn>
              <a:cxn ang="0">
                <a:pos x="4699000" y="2507681"/>
              </a:cxn>
              <a:cxn ang="0">
                <a:pos x="4575175" y="2526524"/>
              </a:cxn>
              <a:cxn ang="0">
                <a:pos x="4518025" y="2526524"/>
              </a:cxn>
              <a:cxn ang="0">
                <a:pos x="4403725" y="2535945"/>
              </a:cxn>
              <a:cxn ang="0">
                <a:pos x="4327525" y="2545366"/>
              </a:cxn>
              <a:cxn ang="0">
                <a:pos x="4298950" y="2545366"/>
              </a:cxn>
              <a:cxn ang="0">
                <a:pos x="4117975" y="2601895"/>
              </a:cxn>
              <a:cxn ang="0">
                <a:pos x="4021138" y="2611317"/>
              </a:cxn>
              <a:cxn ang="0">
                <a:pos x="3879850" y="2630160"/>
              </a:cxn>
              <a:cxn ang="0">
                <a:pos x="3775075" y="2649003"/>
              </a:cxn>
              <a:cxn ang="0">
                <a:pos x="3746500" y="2677267"/>
              </a:cxn>
              <a:cxn ang="0">
                <a:pos x="3659188" y="2649003"/>
              </a:cxn>
              <a:cxn ang="0">
                <a:pos x="3592513" y="2611317"/>
              </a:cxn>
              <a:cxn ang="0">
                <a:pos x="3201988" y="2488838"/>
              </a:cxn>
              <a:cxn ang="0">
                <a:pos x="2716213" y="2281565"/>
              </a:cxn>
              <a:cxn ang="0">
                <a:pos x="2984500" y="2895531"/>
              </a:cxn>
              <a:cxn ang="0">
                <a:pos x="2811463" y="3018010"/>
              </a:cxn>
              <a:cxn ang="0">
                <a:pos x="2430463" y="2752639"/>
              </a:cxn>
              <a:cxn ang="0">
                <a:pos x="2239963" y="2319251"/>
              </a:cxn>
              <a:cxn ang="0">
                <a:pos x="1935163" y="2027186"/>
              </a:cxn>
              <a:cxn ang="0">
                <a:pos x="201613" y="3149911"/>
              </a:cxn>
              <a:cxn ang="0">
                <a:pos x="1373188" y="2243879"/>
              </a:cxn>
            </a:cxnLst>
            <a:pathLst>
              <a:path w="3188" h="2024">
                <a:moveTo>
                  <a:pt x="865" y="1429"/>
                </a:moveTo>
                <a:lnTo>
                  <a:pt x="871" y="1423"/>
                </a:lnTo>
                <a:lnTo>
                  <a:pt x="889" y="1411"/>
                </a:lnTo>
                <a:lnTo>
                  <a:pt x="907" y="1393"/>
                </a:lnTo>
                <a:lnTo>
                  <a:pt x="937" y="1369"/>
                </a:lnTo>
                <a:lnTo>
                  <a:pt x="991" y="1320"/>
                </a:lnTo>
                <a:lnTo>
                  <a:pt x="1015" y="1309"/>
                </a:lnTo>
                <a:lnTo>
                  <a:pt x="1033" y="1297"/>
                </a:lnTo>
                <a:lnTo>
                  <a:pt x="1057" y="1279"/>
                </a:lnTo>
                <a:lnTo>
                  <a:pt x="1086" y="1249"/>
                </a:lnTo>
                <a:lnTo>
                  <a:pt x="1111" y="1225"/>
                </a:lnTo>
                <a:lnTo>
                  <a:pt x="1123" y="1219"/>
                </a:lnTo>
                <a:lnTo>
                  <a:pt x="1123" y="1213"/>
                </a:lnTo>
                <a:lnTo>
                  <a:pt x="1057" y="1153"/>
                </a:lnTo>
                <a:lnTo>
                  <a:pt x="979" y="1051"/>
                </a:lnTo>
                <a:lnTo>
                  <a:pt x="877" y="1021"/>
                </a:lnTo>
                <a:lnTo>
                  <a:pt x="685" y="931"/>
                </a:lnTo>
                <a:lnTo>
                  <a:pt x="655" y="907"/>
                </a:lnTo>
                <a:lnTo>
                  <a:pt x="721" y="876"/>
                </a:lnTo>
                <a:lnTo>
                  <a:pt x="655" y="846"/>
                </a:lnTo>
                <a:lnTo>
                  <a:pt x="612" y="774"/>
                </a:lnTo>
                <a:lnTo>
                  <a:pt x="643" y="708"/>
                </a:lnTo>
                <a:lnTo>
                  <a:pt x="600" y="660"/>
                </a:lnTo>
                <a:lnTo>
                  <a:pt x="552" y="642"/>
                </a:lnTo>
                <a:lnTo>
                  <a:pt x="528" y="594"/>
                </a:lnTo>
                <a:lnTo>
                  <a:pt x="510" y="570"/>
                </a:lnTo>
                <a:lnTo>
                  <a:pt x="552" y="552"/>
                </a:lnTo>
                <a:lnTo>
                  <a:pt x="637" y="564"/>
                </a:lnTo>
                <a:lnTo>
                  <a:pt x="721" y="576"/>
                </a:lnTo>
                <a:lnTo>
                  <a:pt x="763" y="570"/>
                </a:lnTo>
                <a:lnTo>
                  <a:pt x="931" y="696"/>
                </a:lnTo>
                <a:lnTo>
                  <a:pt x="1091" y="850"/>
                </a:lnTo>
                <a:lnTo>
                  <a:pt x="1073" y="685"/>
                </a:lnTo>
                <a:lnTo>
                  <a:pt x="1009" y="566"/>
                </a:lnTo>
                <a:lnTo>
                  <a:pt x="945" y="393"/>
                </a:lnTo>
                <a:lnTo>
                  <a:pt x="1054" y="265"/>
                </a:lnTo>
                <a:lnTo>
                  <a:pt x="1137" y="45"/>
                </a:lnTo>
                <a:lnTo>
                  <a:pt x="1249" y="0"/>
                </a:lnTo>
                <a:lnTo>
                  <a:pt x="1338" y="137"/>
                </a:lnTo>
                <a:lnTo>
                  <a:pt x="1466" y="292"/>
                </a:lnTo>
                <a:lnTo>
                  <a:pt x="1502" y="411"/>
                </a:lnTo>
                <a:lnTo>
                  <a:pt x="1475" y="548"/>
                </a:lnTo>
                <a:lnTo>
                  <a:pt x="1347" y="768"/>
                </a:lnTo>
                <a:lnTo>
                  <a:pt x="1567" y="630"/>
                </a:lnTo>
                <a:lnTo>
                  <a:pt x="1687" y="462"/>
                </a:lnTo>
                <a:lnTo>
                  <a:pt x="1795" y="365"/>
                </a:lnTo>
                <a:lnTo>
                  <a:pt x="1940" y="239"/>
                </a:lnTo>
                <a:lnTo>
                  <a:pt x="2245" y="150"/>
                </a:lnTo>
                <a:lnTo>
                  <a:pt x="2498" y="138"/>
                </a:lnTo>
                <a:lnTo>
                  <a:pt x="2618" y="180"/>
                </a:lnTo>
                <a:lnTo>
                  <a:pt x="2815" y="138"/>
                </a:lnTo>
                <a:lnTo>
                  <a:pt x="3050" y="150"/>
                </a:lnTo>
                <a:lnTo>
                  <a:pt x="3176" y="168"/>
                </a:lnTo>
                <a:lnTo>
                  <a:pt x="3140" y="210"/>
                </a:lnTo>
                <a:lnTo>
                  <a:pt x="3116" y="192"/>
                </a:lnTo>
                <a:lnTo>
                  <a:pt x="2990" y="210"/>
                </a:lnTo>
                <a:lnTo>
                  <a:pt x="2906" y="263"/>
                </a:lnTo>
                <a:lnTo>
                  <a:pt x="2834" y="377"/>
                </a:lnTo>
                <a:lnTo>
                  <a:pt x="2768" y="534"/>
                </a:lnTo>
                <a:lnTo>
                  <a:pt x="2702" y="648"/>
                </a:lnTo>
                <a:lnTo>
                  <a:pt x="2738" y="726"/>
                </a:lnTo>
                <a:lnTo>
                  <a:pt x="2582" y="828"/>
                </a:lnTo>
                <a:lnTo>
                  <a:pt x="2444" y="913"/>
                </a:lnTo>
                <a:lnTo>
                  <a:pt x="2234" y="1009"/>
                </a:lnTo>
                <a:lnTo>
                  <a:pt x="2096" y="1063"/>
                </a:lnTo>
                <a:lnTo>
                  <a:pt x="1963" y="1075"/>
                </a:lnTo>
                <a:lnTo>
                  <a:pt x="2035" y="1117"/>
                </a:lnTo>
                <a:lnTo>
                  <a:pt x="2257" y="1111"/>
                </a:lnTo>
                <a:lnTo>
                  <a:pt x="2545" y="1135"/>
                </a:lnTo>
                <a:lnTo>
                  <a:pt x="2600" y="1207"/>
                </a:lnTo>
                <a:lnTo>
                  <a:pt x="2726" y="1303"/>
                </a:lnTo>
                <a:lnTo>
                  <a:pt x="2894" y="1441"/>
                </a:lnTo>
                <a:lnTo>
                  <a:pt x="2984" y="1471"/>
                </a:lnTo>
                <a:lnTo>
                  <a:pt x="3122" y="1555"/>
                </a:lnTo>
                <a:lnTo>
                  <a:pt x="3188" y="1543"/>
                </a:lnTo>
                <a:lnTo>
                  <a:pt x="3032" y="1585"/>
                </a:lnTo>
                <a:lnTo>
                  <a:pt x="3026" y="1585"/>
                </a:lnTo>
                <a:lnTo>
                  <a:pt x="3008" y="1591"/>
                </a:lnTo>
                <a:lnTo>
                  <a:pt x="2984" y="1591"/>
                </a:lnTo>
                <a:lnTo>
                  <a:pt x="2960" y="1597"/>
                </a:lnTo>
                <a:lnTo>
                  <a:pt x="2906" y="1603"/>
                </a:lnTo>
                <a:lnTo>
                  <a:pt x="2882" y="1609"/>
                </a:lnTo>
                <a:lnTo>
                  <a:pt x="2864" y="1609"/>
                </a:lnTo>
                <a:lnTo>
                  <a:pt x="2846" y="1609"/>
                </a:lnTo>
                <a:lnTo>
                  <a:pt x="2828" y="1609"/>
                </a:lnTo>
                <a:lnTo>
                  <a:pt x="2774" y="1615"/>
                </a:lnTo>
                <a:lnTo>
                  <a:pt x="2750" y="1615"/>
                </a:lnTo>
                <a:lnTo>
                  <a:pt x="2726" y="1621"/>
                </a:lnTo>
                <a:lnTo>
                  <a:pt x="2714" y="1621"/>
                </a:lnTo>
                <a:lnTo>
                  <a:pt x="2708" y="1621"/>
                </a:lnTo>
                <a:lnTo>
                  <a:pt x="2606" y="1657"/>
                </a:lnTo>
                <a:lnTo>
                  <a:pt x="2594" y="1657"/>
                </a:lnTo>
                <a:lnTo>
                  <a:pt x="2569" y="1657"/>
                </a:lnTo>
                <a:lnTo>
                  <a:pt x="2533" y="1663"/>
                </a:lnTo>
                <a:lnTo>
                  <a:pt x="2486" y="1669"/>
                </a:lnTo>
                <a:lnTo>
                  <a:pt x="2444" y="1675"/>
                </a:lnTo>
                <a:lnTo>
                  <a:pt x="2408" y="1681"/>
                </a:lnTo>
                <a:lnTo>
                  <a:pt x="2378" y="1687"/>
                </a:lnTo>
                <a:lnTo>
                  <a:pt x="2366" y="1699"/>
                </a:lnTo>
                <a:lnTo>
                  <a:pt x="2360" y="1705"/>
                </a:lnTo>
                <a:lnTo>
                  <a:pt x="2342" y="1705"/>
                </a:lnTo>
                <a:lnTo>
                  <a:pt x="2305" y="1687"/>
                </a:lnTo>
                <a:lnTo>
                  <a:pt x="2275" y="1669"/>
                </a:lnTo>
                <a:lnTo>
                  <a:pt x="2263" y="1663"/>
                </a:lnTo>
                <a:lnTo>
                  <a:pt x="2257" y="1657"/>
                </a:lnTo>
                <a:lnTo>
                  <a:pt x="2017" y="1585"/>
                </a:lnTo>
                <a:lnTo>
                  <a:pt x="1844" y="1489"/>
                </a:lnTo>
                <a:lnTo>
                  <a:pt x="1711" y="1453"/>
                </a:lnTo>
                <a:lnTo>
                  <a:pt x="1856" y="1693"/>
                </a:lnTo>
                <a:lnTo>
                  <a:pt x="1880" y="1844"/>
                </a:lnTo>
                <a:lnTo>
                  <a:pt x="1856" y="1994"/>
                </a:lnTo>
                <a:lnTo>
                  <a:pt x="1771" y="1922"/>
                </a:lnTo>
                <a:lnTo>
                  <a:pt x="1616" y="1795"/>
                </a:lnTo>
                <a:lnTo>
                  <a:pt x="1531" y="1753"/>
                </a:lnTo>
                <a:lnTo>
                  <a:pt x="1483" y="1633"/>
                </a:lnTo>
                <a:lnTo>
                  <a:pt x="1411" y="1477"/>
                </a:lnTo>
                <a:lnTo>
                  <a:pt x="1358" y="1381"/>
                </a:lnTo>
                <a:lnTo>
                  <a:pt x="1219" y="1291"/>
                </a:lnTo>
                <a:lnTo>
                  <a:pt x="1147" y="1279"/>
                </a:lnTo>
                <a:lnTo>
                  <a:pt x="127" y="2006"/>
                </a:lnTo>
                <a:lnTo>
                  <a:pt x="0" y="2024"/>
                </a:lnTo>
                <a:lnTo>
                  <a:pt x="865" y="1429"/>
                </a:lnTo>
                <a:close/>
              </a:path>
            </a:pathLst>
          </a:custGeom>
          <a:solidFill>
            <a:srgbClr val="FF9933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099" name="未知"/>
          <p:cNvSpPr/>
          <p:nvPr/>
        </p:nvSpPr>
        <p:spPr>
          <a:xfrm>
            <a:off x="2133600" y="460375"/>
            <a:ext cx="3403600" cy="2805113"/>
          </a:xfrm>
          <a:custGeom>
            <a:avLst/>
            <a:gdLst/>
            <a:ahLst/>
            <a:cxnLst>
              <a:cxn ang="0">
                <a:pos x="504825" y="1692172"/>
              </a:cxn>
              <a:cxn ang="0">
                <a:pos x="344488" y="1456712"/>
              </a:cxn>
              <a:cxn ang="0">
                <a:pos x="161925" y="1268344"/>
              </a:cxn>
              <a:cxn ang="0">
                <a:pos x="57150" y="1164742"/>
              </a:cxn>
              <a:cxn ang="0">
                <a:pos x="0" y="1098813"/>
              </a:cxn>
              <a:cxn ang="0">
                <a:pos x="428625" y="1503804"/>
              </a:cxn>
              <a:cxn ang="0">
                <a:pos x="466725" y="1579151"/>
              </a:cxn>
              <a:cxn ang="0">
                <a:pos x="582613" y="1051721"/>
              </a:cxn>
              <a:cxn ang="0">
                <a:pos x="601663" y="645160"/>
              </a:cxn>
              <a:cxn ang="0">
                <a:pos x="550863" y="185229"/>
              </a:cxn>
              <a:cxn ang="0">
                <a:pos x="623888" y="0"/>
              </a:cxn>
              <a:cxn ang="0">
                <a:pos x="630238" y="560395"/>
              </a:cxn>
              <a:cxn ang="0">
                <a:pos x="668338" y="955967"/>
              </a:cxn>
              <a:cxn ang="0">
                <a:pos x="611188" y="1296600"/>
              </a:cxn>
              <a:cxn ang="0">
                <a:pos x="611188" y="1626243"/>
              </a:cxn>
              <a:cxn ang="0">
                <a:pos x="1392238" y="1230671"/>
              </a:cxn>
              <a:cxn ang="0">
                <a:pos x="2078038" y="871202"/>
              </a:cxn>
              <a:cxn ang="0">
                <a:pos x="2860675" y="390864"/>
              </a:cxn>
              <a:cxn ang="0">
                <a:pos x="3327400" y="108312"/>
              </a:cxn>
              <a:cxn ang="0">
                <a:pos x="2879725" y="437956"/>
              </a:cxn>
              <a:cxn ang="0">
                <a:pos x="2306638" y="786436"/>
              </a:cxn>
              <a:cxn ang="0">
                <a:pos x="1782763" y="1098813"/>
              </a:cxn>
              <a:cxn ang="0">
                <a:pos x="1173163" y="1409620"/>
              </a:cxn>
              <a:cxn ang="0">
                <a:pos x="735013" y="1701591"/>
              </a:cxn>
              <a:cxn ang="0">
                <a:pos x="1296988" y="1872692"/>
              </a:cxn>
              <a:cxn ang="0">
                <a:pos x="2039938" y="1863273"/>
              </a:cxn>
              <a:cxn ang="0">
                <a:pos x="3041650" y="2191347"/>
              </a:cxn>
              <a:cxn ang="0">
                <a:pos x="3403600" y="2229021"/>
              </a:cxn>
              <a:cxn ang="0">
                <a:pos x="2879725" y="2210184"/>
              </a:cxn>
              <a:cxn ang="0">
                <a:pos x="2278063" y="2021816"/>
              </a:cxn>
              <a:cxn ang="0">
                <a:pos x="1935163" y="1929202"/>
              </a:cxn>
              <a:cxn ang="0">
                <a:pos x="1268413" y="1919784"/>
              </a:cxn>
              <a:cxn ang="0">
                <a:pos x="801688" y="1797344"/>
              </a:cxn>
              <a:cxn ang="0">
                <a:pos x="1163638" y="2163092"/>
              </a:cxn>
              <a:cxn ang="0">
                <a:pos x="1392238" y="2541398"/>
              </a:cxn>
              <a:cxn ang="0">
                <a:pos x="1601788" y="2805113"/>
              </a:cxn>
              <a:cxn ang="0">
                <a:pos x="1296988" y="2522561"/>
              </a:cxn>
              <a:cxn ang="0">
                <a:pos x="1068388" y="2153674"/>
              </a:cxn>
              <a:cxn ang="0">
                <a:pos x="658813" y="1740834"/>
              </a:cxn>
              <a:cxn ang="0">
                <a:pos x="504825" y="1692172"/>
              </a:cxn>
              <a:cxn ang="0">
                <a:pos x="504825" y="1692172"/>
              </a:cxn>
            </a:cxnLst>
            <a:pathLst>
              <a:path w="2144" h="1787">
                <a:moveTo>
                  <a:pt x="318" y="1078"/>
                </a:moveTo>
                <a:lnTo>
                  <a:pt x="217" y="928"/>
                </a:lnTo>
                <a:lnTo>
                  <a:pt x="102" y="808"/>
                </a:lnTo>
                <a:lnTo>
                  <a:pt x="36" y="742"/>
                </a:lnTo>
                <a:lnTo>
                  <a:pt x="0" y="700"/>
                </a:lnTo>
                <a:lnTo>
                  <a:pt x="270" y="958"/>
                </a:lnTo>
                <a:lnTo>
                  <a:pt x="294" y="1006"/>
                </a:lnTo>
                <a:lnTo>
                  <a:pt x="367" y="670"/>
                </a:lnTo>
                <a:lnTo>
                  <a:pt x="379" y="411"/>
                </a:lnTo>
                <a:lnTo>
                  <a:pt x="347" y="118"/>
                </a:lnTo>
                <a:lnTo>
                  <a:pt x="393" y="0"/>
                </a:lnTo>
                <a:lnTo>
                  <a:pt x="397" y="357"/>
                </a:lnTo>
                <a:lnTo>
                  <a:pt x="421" y="609"/>
                </a:lnTo>
                <a:lnTo>
                  <a:pt x="385" y="826"/>
                </a:lnTo>
                <a:lnTo>
                  <a:pt x="385" y="1036"/>
                </a:lnTo>
                <a:lnTo>
                  <a:pt x="877" y="784"/>
                </a:lnTo>
                <a:lnTo>
                  <a:pt x="1309" y="555"/>
                </a:lnTo>
                <a:lnTo>
                  <a:pt x="1802" y="249"/>
                </a:lnTo>
                <a:lnTo>
                  <a:pt x="2096" y="69"/>
                </a:lnTo>
                <a:lnTo>
                  <a:pt x="1814" y="279"/>
                </a:lnTo>
                <a:lnTo>
                  <a:pt x="1453" y="501"/>
                </a:lnTo>
                <a:lnTo>
                  <a:pt x="1123" y="700"/>
                </a:lnTo>
                <a:lnTo>
                  <a:pt x="739" y="898"/>
                </a:lnTo>
                <a:lnTo>
                  <a:pt x="463" y="1084"/>
                </a:lnTo>
                <a:lnTo>
                  <a:pt x="817" y="1193"/>
                </a:lnTo>
                <a:lnTo>
                  <a:pt x="1285" y="1187"/>
                </a:lnTo>
                <a:lnTo>
                  <a:pt x="1916" y="1396"/>
                </a:lnTo>
                <a:lnTo>
                  <a:pt x="2144" y="1420"/>
                </a:lnTo>
                <a:lnTo>
                  <a:pt x="1814" y="1408"/>
                </a:lnTo>
                <a:lnTo>
                  <a:pt x="1435" y="1288"/>
                </a:lnTo>
                <a:lnTo>
                  <a:pt x="1219" y="1229"/>
                </a:lnTo>
                <a:lnTo>
                  <a:pt x="799" y="1223"/>
                </a:lnTo>
                <a:lnTo>
                  <a:pt x="505" y="1145"/>
                </a:lnTo>
                <a:lnTo>
                  <a:pt x="733" y="1378"/>
                </a:lnTo>
                <a:lnTo>
                  <a:pt x="877" y="1619"/>
                </a:lnTo>
                <a:lnTo>
                  <a:pt x="1009" y="1787"/>
                </a:lnTo>
                <a:lnTo>
                  <a:pt x="817" y="1607"/>
                </a:lnTo>
                <a:lnTo>
                  <a:pt x="673" y="1372"/>
                </a:lnTo>
                <a:lnTo>
                  <a:pt x="415" y="1109"/>
                </a:lnTo>
                <a:lnTo>
                  <a:pt x="318" y="1078"/>
                </a:lnTo>
                <a:close/>
              </a:path>
            </a:pathLst>
          </a:custGeom>
          <a:gradFill rotWithShape="0">
            <a:gsLst>
              <a:gs pos="0">
                <a:srgbClr val="FF9933">
                  <a:alpha val="100000"/>
                </a:srgbClr>
              </a:gs>
              <a:gs pos="100000">
                <a:srgbClr val="FFFF99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100" name="未知"/>
          <p:cNvSpPr/>
          <p:nvPr/>
        </p:nvSpPr>
        <p:spPr>
          <a:xfrm>
            <a:off x="0" y="3467100"/>
            <a:ext cx="3992563" cy="3092450"/>
          </a:xfrm>
          <a:custGeom>
            <a:avLst/>
            <a:gdLst/>
            <a:ahLst/>
            <a:cxnLst>
              <a:cxn ang="0">
                <a:pos x="1181100" y="2619949"/>
              </a:cxn>
              <a:cxn ang="0">
                <a:pos x="1352550" y="2197680"/>
              </a:cxn>
              <a:cxn ang="0">
                <a:pos x="1390650" y="1838203"/>
              </a:cxn>
              <a:cxn ang="0">
                <a:pos x="1554163" y="2150587"/>
              </a:cxn>
              <a:cxn ang="0">
                <a:pos x="1954213" y="2544600"/>
              </a:cxn>
              <a:cxn ang="0">
                <a:pos x="2335213" y="2657623"/>
              </a:cxn>
              <a:cxn ang="0">
                <a:pos x="2887663" y="2634077"/>
              </a:cxn>
              <a:cxn ang="0">
                <a:pos x="3005138" y="2375064"/>
              </a:cxn>
              <a:cxn ang="0">
                <a:pos x="2974975" y="2017156"/>
              </a:cxn>
              <a:cxn ang="0">
                <a:pos x="2830513" y="1517969"/>
              </a:cxn>
              <a:cxn ang="0">
                <a:pos x="2046288" y="1370411"/>
              </a:cxn>
              <a:cxn ang="0">
                <a:pos x="2459038" y="1169480"/>
              </a:cxn>
              <a:cxn ang="0">
                <a:pos x="2782888" y="1149073"/>
              </a:cxn>
              <a:cxn ang="0">
                <a:pos x="3344863" y="970119"/>
              </a:cxn>
              <a:cxn ang="0">
                <a:pos x="3773488" y="687560"/>
              </a:cxn>
              <a:cxn ang="0">
                <a:pos x="3841750" y="538432"/>
              </a:cxn>
              <a:cxn ang="0">
                <a:pos x="3297238" y="519594"/>
              </a:cxn>
              <a:cxn ang="0">
                <a:pos x="3097213" y="472501"/>
              </a:cxn>
              <a:cxn ang="0">
                <a:pos x="2611438" y="453664"/>
              </a:cxn>
              <a:cxn ang="0">
                <a:pos x="2058988" y="640467"/>
              </a:cxn>
              <a:cxn ang="0">
                <a:pos x="2076450" y="529013"/>
              </a:cxn>
              <a:cxn ang="0">
                <a:pos x="2306638" y="263722"/>
              </a:cxn>
              <a:cxn ang="0">
                <a:pos x="2344738" y="56512"/>
              </a:cxn>
              <a:cxn ang="0">
                <a:pos x="2249488" y="37675"/>
              </a:cxn>
              <a:cxn ang="0">
                <a:pos x="1887538" y="160117"/>
              </a:cxn>
              <a:cxn ang="0">
                <a:pos x="1628775" y="226047"/>
              </a:cxn>
              <a:cxn ang="0">
                <a:pos x="1411288" y="519594"/>
              </a:cxn>
              <a:cxn ang="0">
                <a:pos x="1152525" y="753490"/>
              </a:cxn>
              <a:cxn ang="0">
                <a:pos x="1020763" y="847677"/>
              </a:cxn>
              <a:cxn ang="0">
                <a:pos x="952500" y="810002"/>
              </a:cxn>
              <a:cxn ang="0">
                <a:pos x="876300" y="762909"/>
              </a:cxn>
              <a:cxn ang="0">
                <a:pos x="838200" y="725234"/>
              </a:cxn>
              <a:cxn ang="0">
                <a:pos x="752475" y="668723"/>
              </a:cxn>
              <a:cxn ang="0">
                <a:pos x="658813" y="612211"/>
              </a:cxn>
              <a:cxn ang="0">
                <a:pos x="581025" y="574536"/>
              </a:cxn>
              <a:cxn ang="0">
                <a:pos x="304800" y="367327"/>
              </a:cxn>
              <a:cxn ang="0">
                <a:pos x="904875" y="885351"/>
              </a:cxn>
              <a:cxn ang="0">
                <a:pos x="704850" y="1149073"/>
              </a:cxn>
              <a:cxn ang="0">
                <a:pos x="504825" y="1235410"/>
              </a:cxn>
              <a:cxn ang="0">
                <a:pos x="201613" y="1339015"/>
              </a:cxn>
              <a:cxn ang="0">
                <a:pos x="0" y="1828784"/>
              </a:cxn>
              <a:cxn ang="0">
                <a:pos x="590550" y="1593318"/>
              </a:cxn>
              <a:cxn ang="0">
                <a:pos x="352425" y="1981052"/>
              </a:cxn>
              <a:cxn ang="0">
                <a:pos x="220663" y="2290297"/>
              </a:cxn>
              <a:cxn ang="0">
                <a:pos x="161925" y="2346809"/>
              </a:cxn>
              <a:cxn ang="0">
                <a:pos x="133350" y="2384483"/>
              </a:cxn>
              <a:cxn ang="0">
                <a:pos x="152400" y="2412739"/>
              </a:cxn>
              <a:cxn ang="0">
                <a:pos x="201613" y="2459832"/>
              </a:cxn>
              <a:cxn ang="0">
                <a:pos x="230188" y="2563437"/>
              </a:cxn>
              <a:cxn ang="0">
                <a:pos x="247650" y="2657623"/>
              </a:cxn>
              <a:cxn ang="0">
                <a:pos x="257175" y="2704716"/>
              </a:cxn>
              <a:cxn ang="0">
                <a:pos x="342900" y="2828728"/>
              </a:cxn>
              <a:cxn ang="0">
                <a:pos x="361950" y="2904077"/>
              </a:cxn>
              <a:cxn ang="0">
                <a:pos x="381000" y="2988845"/>
              </a:cxn>
              <a:cxn ang="0">
                <a:pos x="390525" y="3017101"/>
              </a:cxn>
              <a:cxn ang="0">
                <a:pos x="409575" y="3092450"/>
              </a:cxn>
              <a:cxn ang="0">
                <a:pos x="733425" y="3017101"/>
              </a:cxn>
              <a:cxn ang="0">
                <a:pos x="990600" y="2791054"/>
              </a:cxn>
            </a:cxnLst>
            <a:pathLst>
              <a:path w="2515" h="1970">
                <a:moveTo>
                  <a:pt x="624" y="1778"/>
                </a:moveTo>
                <a:lnTo>
                  <a:pt x="744" y="1669"/>
                </a:lnTo>
                <a:lnTo>
                  <a:pt x="834" y="1627"/>
                </a:lnTo>
                <a:lnTo>
                  <a:pt x="852" y="1400"/>
                </a:lnTo>
                <a:lnTo>
                  <a:pt x="834" y="1225"/>
                </a:lnTo>
                <a:lnTo>
                  <a:pt x="876" y="1171"/>
                </a:lnTo>
                <a:lnTo>
                  <a:pt x="901" y="1268"/>
                </a:lnTo>
                <a:lnTo>
                  <a:pt x="979" y="1370"/>
                </a:lnTo>
                <a:lnTo>
                  <a:pt x="1116" y="1519"/>
                </a:lnTo>
                <a:lnTo>
                  <a:pt x="1231" y="1621"/>
                </a:lnTo>
                <a:lnTo>
                  <a:pt x="1353" y="1632"/>
                </a:lnTo>
                <a:lnTo>
                  <a:pt x="1471" y="1693"/>
                </a:lnTo>
                <a:lnTo>
                  <a:pt x="1664" y="1659"/>
                </a:lnTo>
                <a:lnTo>
                  <a:pt x="1819" y="1678"/>
                </a:lnTo>
                <a:lnTo>
                  <a:pt x="1975" y="1632"/>
                </a:lnTo>
                <a:lnTo>
                  <a:pt x="1893" y="1513"/>
                </a:lnTo>
                <a:lnTo>
                  <a:pt x="1920" y="1385"/>
                </a:lnTo>
                <a:lnTo>
                  <a:pt x="1874" y="1285"/>
                </a:lnTo>
                <a:lnTo>
                  <a:pt x="1865" y="1129"/>
                </a:lnTo>
                <a:lnTo>
                  <a:pt x="1783" y="967"/>
                </a:lnTo>
                <a:lnTo>
                  <a:pt x="1527" y="891"/>
                </a:lnTo>
                <a:lnTo>
                  <a:pt x="1289" y="873"/>
                </a:lnTo>
                <a:lnTo>
                  <a:pt x="1393" y="781"/>
                </a:lnTo>
                <a:lnTo>
                  <a:pt x="1549" y="745"/>
                </a:lnTo>
                <a:lnTo>
                  <a:pt x="1620" y="738"/>
                </a:lnTo>
                <a:lnTo>
                  <a:pt x="1753" y="732"/>
                </a:lnTo>
                <a:lnTo>
                  <a:pt x="1933" y="720"/>
                </a:lnTo>
                <a:lnTo>
                  <a:pt x="2107" y="618"/>
                </a:lnTo>
                <a:lnTo>
                  <a:pt x="2227" y="516"/>
                </a:lnTo>
                <a:lnTo>
                  <a:pt x="2377" y="438"/>
                </a:lnTo>
                <a:lnTo>
                  <a:pt x="2515" y="337"/>
                </a:lnTo>
                <a:lnTo>
                  <a:pt x="2420" y="343"/>
                </a:lnTo>
                <a:lnTo>
                  <a:pt x="2191" y="343"/>
                </a:lnTo>
                <a:lnTo>
                  <a:pt x="2077" y="331"/>
                </a:lnTo>
                <a:lnTo>
                  <a:pt x="2053" y="301"/>
                </a:lnTo>
                <a:lnTo>
                  <a:pt x="1951" y="301"/>
                </a:lnTo>
                <a:lnTo>
                  <a:pt x="1795" y="259"/>
                </a:lnTo>
                <a:lnTo>
                  <a:pt x="1645" y="289"/>
                </a:lnTo>
                <a:lnTo>
                  <a:pt x="1447" y="372"/>
                </a:lnTo>
                <a:lnTo>
                  <a:pt x="1297" y="408"/>
                </a:lnTo>
                <a:lnTo>
                  <a:pt x="1153" y="414"/>
                </a:lnTo>
                <a:lnTo>
                  <a:pt x="1308" y="337"/>
                </a:lnTo>
                <a:lnTo>
                  <a:pt x="1465" y="198"/>
                </a:lnTo>
                <a:lnTo>
                  <a:pt x="1453" y="168"/>
                </a:lnTo>
                <a:lnTo>
                  <a:pt x="1465" y="102"/>
                </a:lnTo>
                <a:lnTo>
                  <a:pt x="1477" y="36"/>
                </a:lnTo>
                <a:lnTo>
                  <a:pt x="1453" y="0"/>
                </a:lnTo>
                <a:lnTo>
                  <a:pt x="1417" y="24"/>
                </a:lnTo>
                <a:lnTo>
                  <a:pt x="1356" y="42"/>
                </a:lnTo>
                <a:lnTo>
                  <a:pt x="1189" y="102"/>
                </a:lnTo>
                <a:lnTo>
                  <a:pt x="1098" y="144"/>
                </a:lnTo>
                <a:lnTo>
                  <a:pt x="1026" y="144"/>
                </a:lnTo>
                <a:lnTo>
                  <a:pt x="991" y="168"/>
                </a:lnTo>
                <a:lnTo>
                  <a:pt x="889" y="331"/>
                </a:lnTo>
                <a:lnTo>
                  <a:pt x="852" y="408"/>
                </a:lnTo>
                <a:lnTo>
                  <a:pt x="726" y="480"/>
                </a:lnTo>
                <a:lnTo>
                  <a:pt x="649" y="540"/>
                </a:lnTo>
                <a:lnTo>
                  <a:pt x="643" y="540"/>
                </a:lnTo>
                <a:lnTo>
                  <a:pt x="637" y="534"/>
                </a:lnTo>
                <a:lnTo>
                  <a:pt x="600" y="516"/>
                </a:lnTo>
                <a:lnTo>
                  <a:pt x="564" y="492"/>
                </a:lnTo>
                <a:lnTo>
                  <a:pt x="552" y="486"/>
                </a:lnTo>
                <a:lnTo>
                  <a:pt x="540" y="474"/>
                </a:lnTo>
                <a:lnTo>
                  <a:pt x="528" y="462"/>
                </a:lnTo>
                <a:lnTo>
                  <a:pt x="504" y="444"/>
                </a:lnTo>
                <a:lnTo>
                  <a:pt x="474" y="426"/>
                </a:lnTo>
                <a:lnTo>
                  <a:pt x="444" y="408"/>
                </a:lnTo>
                <a:lnTo>
                  <a:pt x="415" y="390"/>
                </a:lnTo>
                <a:lnTo>
                  <a:pt x="385" y="372"/>
                </a:lnTo>
                <a:lnTo>
                  <a:pt x="366" y="366"/>
                </a:lnTo>
                <a:lnTo>
                  <a:pt x="360" y="360"/>
                </a:lnTo>
                <a:lnTo>
                  <a:pt x="192" y="234"/>
                </a:lnTo>
                <a:lnTo>
                  <a:pt x="210" y="307"/>
                </a:lnTo>
                <a:lnTo>
                  <a:pt x="570" y="564"/>
                </a:lnTo>
                <a:lnTo>
                  <a:pt x="558" y="618"/>
                </a:lnTo>
                <a:lnTo>
                  <a:pt x="444" y="732"/>
                </a:lnTo>
                <a:lnTo>
                  <a:pt x="324" y="787"/>
                </a:lnTo>
                <a:lnTo>
                  <a:pt x="318" y="787"/>
                </a:lnTo>
                <a:lnTo>
                  <a:pt x="258" y="811"/>
                </a:lnTo>
                <a:lnTo>
                  <a:pt x="127" y="853"/>
                </a:lnTo>
                <a:lnTo>
                  <a:pt x="0" y="901"/>
                </a:lnTo>
                <a:lnTo>
                  <a:pt x="0" y="1165"/>
                </a:lnTo>
                <a:lnTo>
                  <a:pt x="78" y="1147"/>
                </a:lnTo>
                <a:lnTo>
                  <a:pt x="372" y="1015"/>
                </a:lnTo>
                <a:lnTo>
                  <a:pt x="336" y="1117"/>
                </a:lnTo>
                <a:lnTo>
                  <a:pt x="222" y="1262"/>
                </a:lnTo>
                <a:lnTo>
                  <a:pt x="145" y="1453"/>
                </a:lnTo>
                <a:lnTo>
                  <a:pt x="139" y="1459"/>
                </a:lnTo>
                <a:lnTo>
                  <a:pt x="133" y="1465"/>
                </a:lnTo>
                <a:lnTo>
                  <a:pt x="102" y="1495"/>
                </a:lnTo>
                <a:lnTo>
                  <a:pt x="90" y="1507"/>
                </a:lnTo>
                <a:lnTo>
                  <a:pt x="84" y="1519"/>
                </a:lnTo>
                <a:lnTo>
                  <a:pt x="84" y="1531"/>
                </a:lnTo>
                <a:lnTo>
                  <a:pt x="96" y="1537"/>
                </a:lnTo>
                <a:lnTo>
                  <a:pt x="114" y="1549"/>
                </a:lnTo>
                <a:lnTo>
                  <a:pt x="127" y="1567"/>
                </a:lnTo>
                <a:lnTo>
                  <a:pt x="139" y="1597"/>
                </a:lnTo>
                <a:lnTo>
                  <a:pt x="145" y="1633"/>
                </a:lnTo>
                <a:lnTo>
                  <a:pt x="150" y="1663"/>
                </a:lnTo>
                <a:lnTo>
                  <a:pt x="156" y="1693"/>
                </a:lnTo>
                <a:lnTo>
                  <a:pt x="162" y="1717"/>
                </a:lnTo>
                <a:lnTo>
                  <a:pt x="162" y="1723"/>
                </a:lnTo>
                <a:lnTo>
                  <a:pt x="216" y="1796"/>
                </a:lnTo>
                <a:lnTo>
                  <a:pt x="216" y="1802"/>
                </a:lnTo>
                <a:lnTo>
                  <a:pt x="222" y="1814"/>
                </a:lnTo>
                <a:lnTo>
                  <a:pt x="228" y="1850"/>
                </a:lnTo>
                <a:lnTo>
                  <a:pt x="234" y="1886"/>
                </a:lnTo>
                <a:lnTo>
                  <a:pt x="240" y="1904"/>
                </a:lnTo>
                <a:lnTo>
                  <a:pt x="240" y="1916"/>
                </a:lnTo>
                <a:lnTo>
                  <a:pt x="246" y="1922"/>
                </a:lnTo>
                <a:lnTo>
                  <a:pt x="252" y="1934"/>
                </a:lnTo>
                <a:lnTo>
                  <a:pt x="258" y="1970"/>
                </a:lnTo>
                <a:lnTo>
                  <a:pt x="438" y="1970"/>
                </a:lnTo>
                <a:lnTo>
                  <a:pt x="462" y="1922"/>
                </a:lnTo>
                <a:lnTo>
                  <a:pt x="624" y="1778"/>
                </a:lnTo>
                <a:close/>
              </a:path>
            </a:pathLst>
          </a:custGeom>
          <a:solidFill>
            <a:srgbClr val="FF9933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101" name="未知"/>
          <p:cNvSpPr/>
          <p:nvPr/>
        </p:nvSpPr>
        <p:spPr>
          <a:xfrm>
            <a:off x="0" y="3919538"/>
            <a:ext cx="3352800" cy="2517775"/>
          </a:xfrm>
          <a:custGeom>
            <a:avLst/>
            <a:gdLst/>
            <a:ahLst/>
            <a:cxnLst>
              <a:cxn ang="0">
                <a:pos x="915979" y="1548372"/>
              </a:cxn>
              <a:cxn ang="0">
                <a:pos x="859125" y="1013939"/>
              </a:cxn>
              <a:cxn ang="0">
                <a:pos x="1058114" y="586392"/>
              </a:cxn>
              <a:cxn ang="0">
                <a:pos x="1463988" y="871423"/>
              </a:cxn>
              <a:cxn ang="0">
                <a:pos x="1917239" y="1290063"/>
              </a:cxn>
              <a:cxn ang="0">
                <a:pos x="2342064" y="1646352"/>
              </a:cxn>
              <a:cxn ang="0">
                <a:pos x="2842694" y="2018971"/>
              </a:cxn>
              <a:cxn ang="0">
                <a:pos x="2973774" y="2099136"/>
              </a:cxn>
              <a:cxn ang="0">
                <a:pos x="2899548" y="2010063"/>
              </a:cxn>
              <a:cxn ang="0">
                <a:pos x="2228356" y="1486022"/>
              </a:cxn>
              <a:cxn ang="0">
                <a:pos x="1718251" y="1013939"/>
              </a:cxn>
              <a:cxn ang="0">
                <a:pos x="1141816" y="488413"/>
              </a:cxn>
              <a:cxn ang="0">
                <a:pos x="1577695" y="461691"/>
              </a:cxn>
              <a:cxn ang="0">
                <a:pos x="2030947" y="470598"/>
              </a:cxn>
              <a:cxn ang="0">
                <a:pos x="2548949" y="399340"/>
              </a:cxn>
              <a:cxn ang="0">
                <a:pos x="3352800" y="292454"/>
              </a:cxn>
              <a:cxn ang="0">
                <a:pos x="3276995" y="256825"/>
              </a:cxn>
              <a:cxn ang="0">
                <a:pos x="2436821" y="381526"/>
              </a:cxn>
              <a:cxn ang="0">
                <a:pos x="1907764" y="408248"/>
              </a:cxn>
              <a:cxn ang="0">
                <a:pos x="1198669" y="381526"/>
              </a:cxn>
              <a:cxn ang="0">
                <a:pos x="1293426" y="336990"/>
              </a:cxn>
              <a:cxn ang="0">
                <a:pos x="1803532" y="0"/>
              </a:cxn>
              <a:cxn ang="0">
                <a:pos x="1718251" y="44536"/>
              </a:cxn>
              <a:cxn ang="0">
                <a:pos x="1595067" y="124701"/>
              </a:cxn>
              <a:cxn ang="0">
                <a:pos x="1350280" y="283547"/>
              </a:cxn>
              <a:cxn ang="0">
                <a:pos x="1058114" y="417155"/>
              </a:cxn>
              <a:cxn ang="0">
                <a:pos x="1001260" y="532949"/>
              </a:cxn>
              <a:cxn ang="0">
                <a:pos x="481679" y="871423"/>
              </a:cxn>
              <a:cxn ang="0">
                <a:pos x="0" y="1076289"/>
              </a:cxn>
              <a:cxn ang="0">
                <a:pos x="0" y="1085197"/>
              </a:cxn>
              <a:cxn ang="0">
                <a:pos x="0" y="1138640"/>
              </a:cxn>
              <a:cxn ang="0">
                <a:pos x="472203" y="942681"/>
              </a:cxn>
              <a:cxn ang="0">
                <a:pos x="934931" y="639836"/>
              </a:cxn>
              <a:cxn ang="0">
                <a:pos x="802272" y="996124"/>
              </a:cxn>
              <a:cxn ang="0">
                <a:pos x="830698" y="1477114"/>
              </a:cxn>
              <a:cxn ang="0">
                <a:pos x="726466" y="1733939"/>
              </a:cxn>
              <a:cxn ang="0">
                <a:pos x="519581" y="2197115"/>
              </a:cxn>
              <a:cxn ang="0">
                <a:pos x="510106" y="2517775"/>
              </a:cxn>
              <a:cxn ang="0">
                <a:pos x="519581" y="2517775"/>
              </a:cxn>
              <a:cxn ang="0">
                <a:pos x="548008" y="2304002"/>
              </a:cxn>
              <a:cxn ang="0">
                <a:pos x="915979" y="1548372"/>
              </a:cxn>
              <a:cxn ang="0">
                <a:pos x="915979" y="1548372"/>
              </a:cxn>
            </a:cxnLst>
            <a:pathLst>
              <a:path w="2123" h="1696">
                <a:moveTo>
                  <a:pt x="580" y="1043"/>
                </a:moveTo>
                <a:lnTo>
                  <a:pt x="544" y="683"/>
                </a:lnTo>
                <a:lnTo>
                  <a:pt x="670" y="395"/>
                </a:lnTo>
                <a:lnTo>
                  <a:pt x="927" y="587"/>
                </a:lnTo>
                <a:lnTo>
                  <a:pt x="1214" y="869"/>
                </a:lnTo>
                <a:lnTo>
                  <a:pt x="1483" y="1109"/>
                </a:lnTo>
                <a:lnTo>
                  <a:pt x="1800" y="1360"/>
                </a:lnTo>
                <a:lnTo>
                  <a:pt x="1883" y="1414"/>
                </a:lnTo>
                <a:lnTo>
                  <a:pt x="1836" y="1354"/>
                </a:lnTo>
                <a:lnTo>
                  <a:pt x="1411" y="1001"/>
                </a:lnTo>
                <a:lnTo>
                  <a:pt x="1088" y="683"/>
                </a:lnTo>
                <a:lnTo>
                  <a:pt x="723" y="329"/>
                </a:lnTo>
                <a:lnTo>
                  <a:pt x="999" y="311"/>
                </a:lnTo>
                <a:lnTo>
                  <a:pt x="1286" y="317"/>
                </a:lnTo>
                <a:lnTo>
                  <a:pt x="1614" y="269"/>
                </a:lnTo>
                <a:lnTo>
                  <a:pt x="2123" y="197"/>
                </a:lnTo>
                <a:lnTo>
                  <a:pt x="2075" y="173"/>
                </a:lnTo>
                <a:lnTo>
                  <a:pt x="1543" y="257"/>
                </a:lnTo>
                <a:lnTo>
                  <a:pt x="1208" y="275"/>
                </a:lnTo>
                <a:lnTo>
                  <a:pt x="759" y="257"/>
                </a:lnTo>
                <a:lnTo>
                  <a:pt x="819" y="227"/>
                </a:lnTo>
                <a:lnTo>
                  <a:pt x="1142" y="0"/>
                </a:lnTo>
                <a:lnTo>
                  <a:pt x="1088" y="30"/>
                </a:lnTo>
                <a:lnTo>
                  <a:pt x="1010" y="84"/>
                </a:lnTo>
                <a:lnTo>
                  <a:pt x="855" y="191"/>
                </a:lnTo>
                <a:lnTo>
                  <a:pt x="670" y="281"/>
                </a:lnTo>
                <a:lnTo>
                  <a:pt x="634" y="359"/>
                </a:lnTo>
                <a:lnTo>
                  <a:pt x="305" y="587"/>
                </a:lnTo>
                <a:lnTo>
                  <a:pt x="0" y="725"/>
                </a:lnTo>
                <a:lnTo>
                  <a:pt x="0" y="731"/>
                </a:lnTo>
                <a:lnTo>
                  <a:pt x="0" y="767"/>
                </a:lnTo>
                <a:lnTo>
                  <a:pt x="299" y="635"/>
                </a:lnTo>
                <a:lnTo>
                  <a:pt x="592" y="431"/>
                </a:lnTo>
                <a:lnTo>
                  <a:pt x="508" y="671"/>
                </a:lnTo>
                <a:lnTo>
                  <a:pt x="526" y="995"/>
                </a:lnTo>
                <a:lnTo>
                  <a:pt x="460" y="1168"/>
                </a:lnTo>
                <a:lnTo>
                  <a:pt x="329" y="1480"/>
                </a:lnTo>
                <a:lnTo>
                  <a:pt x="323" y="1696"/>
                </a:lnTo>
                <a:lnTo>
                  <a:pt x="329" y="1696"/>
                </a:lnTo>
                <a:lnTo>
                  <a:pt x="347" y="1552"/>
                </a:lnTo>
                <a:lnTo>
                  <a:pt x="580" y="1043"/>
                </a:lnTo>
                <a:close/>
              </a:path>
            </a:pathLst>
          </a:custGeom>
          <a:gradFill rotWithShape="0">
            <a:gsLst>
              <a:gs pos="0">
                <a:srgbClr val="FF9933">
                  <a:alpha val="100000"/>
                </a:srgbClr>
              </a:gs>
              <a:gs pos="100000">
                <a:srgbClr val="FFFF99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102" name="未知"/>
          <p:cNvSpPr/>
          <p:nvPr/>
        </p:nvSpPr>
        <p:spPr>
          <a:xfrm>
            <a:off x="4654550" y="2713038"/>
            <a:ext cx="4489450" cy="3714750"/>
          </a:xfrm>
          <a:custGeom>
            <a:avLst/>
            <a:gdLst/>
            <a:ahLst/>
            <a:cxnLst>
              <a:cxn ang="0">
                <a:pos x="2879725" y="951453"/>
              </a:cxn>
              <a:cxn ang="0">
                <a:pos x="2563813" y="395654"/>
              </a:cxn>
              <a:cxn ang="0">
                <a:pos x="2135188" y="207247"/>
              </a:cxn>
              <a:cxn ang="0">
                <a:pos x="2192338" y="772467"/>
              </a:cxn>
              <a:cxn ang="0">
                <a:pos x="1516063" y="346982"/>
              </a:cxn>
              <a:cxn ang="0">
                <a:pos x="1392238" y="252779"/>
              </a:cxn>
              <a:cxn ang="0">
                <a:pos x="1335088" y="262199"/>
              </a:cxn>
              <a:cxn ang="0">
                <a:pos x="1143000" y="252779"/>
              </a:cxn>
              <a:cxn ang="0">
                <a:pos x="973138" y="226088"/>
              </a:cxn>
              <a:cxn ang="0">
                <a:pos x="781050" y="252779"/>
              </a:cxn>
              <a:cxn ang="0">
                <a:pos x="685800" y="235508"/>
              </a:cxn>
              <a:cxn ang="0">
                <a:pos x="542925" y="216668"/>
              </a:cxn>
              <a:cxn ang="0">
                <a:pos x="390525" y="197827"/>
              </a:cxn>
              <a:cxn ang="0">
                <a:pos x="276225" y="178986"/>
              </a:cxn>
              <a:cxn ang="0">
                <a:pos x="342900" y="376813"/>
              </a:cxn>
              <a:cxn ang="0">
                <a:pos x="963613" y="923192"/>
              </a:cxn>
              <a:cxn ang="0">
                <a:pos x="1868488" y="1282735"/>
              </a:cxn>
              <a:cxn ang="0">
                <a:pos x="1543050" y="1367518"/>
              </a:cxn>
              <a:cxn ang="0">
                <a:pos x="781050" y="1744331"/>
              </a:cxn>
              <a:cxn ang="0">
                <a:pos x="438150" y="2262449"/>
              </a:cxn>
              <a:cxn ang="0">
                <a:pos x="66675" y="2262449"/>
              </a:cxn>
              <a:cxn ang="0">
                <a:pos x="582613" y="2488537"/>
              </a:cxn>
              <a:cxn ang="0">
                <a:pos x="1506538" y="2687934"/>
              </a:cxn>
              <a:cxn ang="0">
                <a:pos x="2411413" y="2413174"/>
              </a:cxn>
              <a:cxn ang="0">
                <a:pos x="2754313" y="2375493"/>
              </a:cxn>
              <a:cxn ang="0">
                <a:pos x="2735263" y="2829239"/>
              </a:cxn>
              <a:cxn ang="0">
                <a:pos x="3241675" y="3499652"/>
              </a:cxn>
              <a:cxn ang="0">
                <a:pos x="3478213" y="3348927"/>
              </a:cxn>
              <a:cxn ang="0">
                <a:pos x="3603625" y="3093008"/>
              </a:cxn>
              <a:cxn ang="0">
                <a:pos x="3544888" y="2469696"/>
              </a:cxn>
              <a:cxn ang="0">
                <a:pos x="3641725" y="2328391"/>
              </a:cxn>
              <a:cxn ang="0">
                <a:pos x="4108450" y="2650253"/>
              </a:cxn>
              <a:cxn ang="0">
                <a:pos x="4278313" y="2640832"/>
              </a:cxn>
              <a:cxn ang="0">
                <a:pos x="4108450" y="2422595"/>
              </a:cxn>
              <a:cxn ang="0">
                <a:pos x="3984625" y="2130565"/>
              </a:cxn>
              <a:cxn ang="0">
                <a:pos x="3736975" y="1858945"/>
              </a:cxn>
              <a:cxn ang="0">
                <a:pos x="3336925" y="1461721"/>
              </a:cxn>
              <a:cxn ang="0">
                <a:pos x="3392488" y="1424040"/>
              </a:cxn>
              <a:cxn ang="0">
                <a:pos x="3516313" y="1367518"/>
              </a:cxn>
              <a:cxn ang="0">
                <a:pos x="3689350" y="1282735"/>
              </a:cxn>
              <a:cxn ang="0">
                <a:pos x="3765550" y="1235633"/>
              </a:cxn>
              <a:cxn ang="0">
                <a:pos x="3298825" y="1358098"/>
              </a:cxn>
            </a:cxnLst>
            <a:pathLst>
              <a:path w="2828" h="2366">
                <a:moveTo>
                  <a:pt x="2006" y="835"/>
                </a:moveTo>
                <a:lnTo>
                  <a:pt x="1873" y="715"/>
                </a:lnTo>
                <a:lnTo>
                  <a:pt x="1814" y="606"/>
                </a:lnTo>
                <a:lnTo>
                  <a:pt x="1747" y="438"/>
                </a:lnTo>
                <a:lnTo>
                  <a:pt x="1699" y="312"/>
                </a:lnTo>
                <a:lnTo>
                  <a:pt x="1615" y="252"/>
                </a:lnTo>
                <a:lnTo>
                  <a:pt x="1453" y="84"/>
                </a:lnTo>
                <a:lnTo>
                  <a:pt x="1375" y="0"/>
                </a:lnTo>
                <a:lnTo>
                  <a:pt x="1345" y="132"/>
                </a:lnTo>
                <a:lnTo>
                  <a:pt x="1369" y="294"/>
                </a:lnTo>
                <a:lnTo>
                  <a:pt x="1513" y="558"/>
                </a:lnTo>
                <a:lnTo>
                  <a:pt x="1381" y="492"/>
                </a:lnTo>
                <a:lnTo>
                  <a:pt x="1201" y="360"/>
                </a:lnTo>
                <a:lnTo>
                  <a:pt x="961" y="227"/>
                </a:lnTo>
                <a:lnTo>
                  <a:pt x="955" y="221"/>
                </a:lnTo>
                <a:lnTo>
                  <a:pt x="949" y="215"/>
                </a:lnTo>
                <a:lnTo>
                  <a:pt x="913" y="185"/>
                </a:lnTo>
                <a:lnTo>
                  <a:pt x="877" y="161"/>
                </a:lnTo>
                <a:lnTo>
                  <a:pt x="859" y="156"/>
                </a:lnTo>
                <a:lnTo>
                  <a:pt x="853" y="161"/>
                </a:lnTo>
                <a:lnTo>
                  <a:pt x="841" y="167"/>
                </a:lnTo>
                <a:lnTo>
                  <a:pt x="810" y="173"/>
                </a:lnTo>
                <a:lnTo>
                  <a:pt x="768" y="167"/>
                </a:lnTo>
                <a:lnTo>
                  <a:pt x="720" y="161"/>
                </a:lnTo>
                <a:lnTo>
                  <a:pt x="678" y="156"/>
                </a:lnTo>
                <a:lnTo>
                  <a:pt x="637" y="150"/>
                </a:lnTo>
                <a:lnTo>
                  <a:pt x="613" y="144"/>
                </a:lnTo>
                <a:lnTo>
                  <a:pt x="601" y="144"/>
                </a:lnTo>
                <a:lnTo>
                  <a:pt x="498" y="161"/>
                </a:lnTo>
                <a:lnTo>
                  <a:pt x="492" y="161"/>
                </a:lnTo>
                <a:lnTo>
                  <a:pt x="480" y="156"/>
                </a:lnTo>
                <a:lnTo>
                  <a:pt x="456" y="156"/>
                </a:lnTo>
                <a:lnTo>
                  <a:pt x="432" y="150"/>
                </a:lnTo>
                <a:lnTo>
                  <a:pt x="379" y="144"/>
                </a:lnTo>
                <a:lnTo>
                  <a:pt x="361" y="138"/>
                </a:lnTo>
                <a:lnTo>
                  <a:pt x="342" y="138"/>
                </a:lnTo>
                <a:lnTo>
                  <a:pt x="324" y="138"/>
                </a:lnTo>
                <a:lnTo>
                  <a:pt x="300" y="132"/>
                </a:lnTo>
                <a:lnTo>
                  <a:pt x="246" y="126"/>
                </a:lnTo>
                <a:lnTo>
                  <a:pt x="216" y="120"/>
                </a:lnTo>
                <a:lnTo>
                  <a:pt x="192" y="120"/>
                </a:lnTo>
                <a:lnTo>
                  <a:pt x="174" y="114"/>
                </a:lnTo>
                <a:lnTo>
                  <a:pt x="168" y="114"/>
                </a:lnTo>
                <a:lnTo>
                  <a:pt x="6" y="120"/>
                </a:lnTo>
                <a:lnTo>
                  <a:pt x="216" y="240"/>
                </a:lnTo>
                <a:lnTo>
                  <a:pt x="306" y="294"/>
                </a:lnTo>
                <a:lnTo>
                  <a:pt x="480" y="462"/>
                </a:lnTo>
                <a:lnTo>
                  <a:pt x="607" y="588"/>
                </a:lnTo>
                <a:lnTo>
                  <a:pt x="655" y="672"/>
                </a:lnTo>
                <a:lnTo>
                  <a:pt x="949" y="769"/>
                </a:lnTo>
                <a:lnTo>
                  <a:pt x="1177" y="817"/>
                </a:lnTo>
                <a:lnTo>
                  <a:pt x="1249" y="871"/>
                </a:lnTo>
                <a:lnTo>
                  <a:pt x="1117" y="853"/>
                </a:lnTo>
                <a:lnTo>
                  <a:pt x="972" y="871"/>
                </a:lnTo>
                <a:lnTo>
                  <a:pt x="756" y="919"/>
                </a:lnTo>
                <a:lnTo>
                  <a:pt x="619" y="961"/>
                </a:lnTo>
                <a:lnTo>
                  <a:pt x="492" y="1111"/>
                </a:lnTo>
                <a:lnTo>
                  <a:pt x="420" y="1214"/>
                </a:lnTo>
                <a:lnTo>
                  <a:pt x="348" y="1345"/>
                </a:lnTo>
                <a:lnTo>
                  <a:pt x="276" y="1441"/>
                </a:lnTo>
                <a:lnTo>
                  <a:pt x="192" y="1471"/>
                </a:lnTo>
                <a:lnTo>
                  <a:pt x="66" y="1465"/>
                </a:lnTo>
                <a:lnTo>
                  <a:pt x="42" y="1441"/>
                </a:lnTo>
                <a:lnTo>
                  <a:pt x="0" y="1471"/>
                </a:lnTo>
                <a:lnTo>
                  <a:pt x="126" y="1519"/>
                </a:lnTo>
                <a:lnTo>
                  <a:pt x="367" y="1585"/>
                </a:lnTo>
                <a:lnTo>
                  <a:pt x="570" y="1591"/>
                </a:lnTo>
                <a:lnTo>
                  <a:pt x="690" y="1664"/>
                </a:lnTo>
                <a:lnTo>
                  <a:pt x="949" y="1712"/>
                </a:lnTo>
                <a:lnTo>
                  <a:pt x="1260" y="1694"/>
                </a:lnTo>
                <a:lnTo>
                  <a:pt x="1411" y="1603"/>
                </a:lnTo>
                <a:lnTo>
                  <a:pt x="1519" y="1537"/>
                </a:lnTo>
                <a:lnTo>
                  <a:pt x="1645" y="1399"/>
                </a:lnTo>
                <a:lnTo>
                  <a:pt x="1699" y="1387"/>
                </a:lnTo>
                <a:lnTo>
                  <a:pt x="1735" y="1513"/>
                </a:lnTo>
                <a:lnTo>
                  <a:pt x="1729" y="1567"/>
                </a:lnTo>
                <a:lnTo>
                  <a:pt x="1723" y="1670"/>
                </a:lnTo>
                <a:lnTo>
                  <a:pt x="1723" y="1802"/>
                </a:lnTo>
                <a:lnTo>
                  <a:pt x="1831" y="1964"/>
                </a:lnTo>
                <a:lnTo>
                  <a:pt x="1957" y="2090"/>
                </a:lnTo>
                <a:lnTo>
                  <a:pt x="2042" y="2229"/>
                </a:lnTo>
                <a:lnTo>
                  <a:pt x="2155" y="2366"/>
                </a:lnTo>
                <a:lnTo>
                  <a:pt x="2161" y="2295"/>
                </a:lnTo>
                <a:lnTo>
                  <a:pt x="2191" y="2133"/>
                </a:lnTo>
                <a:lnTo>
                  <a:pt x="2215" y="2048"/>
                </a:lnTo>
                <a:lnTo>
                  <a:pt x="2258" y="2042"/>
                </a:lnTo>
                <a:lnTo>
                  <a:pt x="2270" y="1970"/>
                </a:lnTo>
                <a:lnTo>
                  <a:pt x="2342" y="1868"/>
                </a:lnTo>
                <a:lnTo>
                  <a:pt x="2324" y="1748"/>
                </a:lnTo>
                <a:lnTo>
                  <a:pt x="2233" y="1573"/>
                </a:lnTo>
                <a:lnTo>
                  <a:pt x="2209" y="1453"/>
                </a:lnTo>
                <a:lnTo>
                  <a:pt x="2209" y="1345"/>
                </a:lnTo>
                <a:lnTo>
                  <a:pt x="2294" y="1483"/>
                </a:lnTo>
                <a:lnTo>
                  <a:pt x="2461" y="1651"/>
                </a:lnTo>
                <a:lnTo>
                  <a:pt x="2504" y="1651"/>
                </a:lnTo>
                <a:lnTo>
                  <a:pt x="2588" y="1688"/>
                </a:lnTo>
                <a:lnTo>
                  <a:pt x="2678" y="1718"/>
                </a:lnTo>
                <a:lnTo>
                  <a:pt x="2720" y="1712"/>
                </a:lnTo>
                <a:lnTo>
                  <a:pt x="2695" y="1682"/>
                </a:lnTo>
                <a:lnTo>
                  <a:pt x="2678" y="1627"/>
                </a:lnTo>
                <a:lnTo>
                  <a:pt x="2630" y="1597"/>
                </a:lnTo>
                <a:lnTo>
                  <a:pt x="2588" y="1543"/>
                </a:lnTo>
                <a:lnTo>
                  <a:pt x="2618" y="1483"/>
                </a:lnTo>
                <a:lnTo>
                  <a:pt x="2576" y="1399"/>
                </a:lnTo>
                <a:lnTo>
                  <a:pt x="2510" y="1357"/>
                </a:lnTo>
                <a:lnTo>
                  <a:pt x="2576" y="1351"/>
                </a:lnTo>
                <a:lnTo>
                  <a:pt x="2552" y="1315"/>
                </a:lnTo>
                <a:lnTo>
                  <a:pt x="2354" y="1184"/>
                </a:lnTo>
                <a:lnTo>
                  <a:pt x="2252" y="1123"/>
                </a:lnTo>
                <a:lnTo>
                  <a:pt x="2173" y="1009"/>
                </a:lnTo>
                <a:lnTo>
                  <a:pt x="2102" y="931"/>
                </a:lnTo>
                <a:lnTo>
                  <a:pt x="2108" y="931"/>
                </a:lnTo>
                <a:lnTo>
                  <a:pt x="2114" y="925"/>
                </a:lnTo>
                <a:lnTo>
                  <a:pt x="2137" y="907"/>
                </a:lnTo>
                <a:lnTo>
                  <a:pt x="2167" y="883"/>
                </a:lnTo>
                <a:lnTo>
                  <a:pt x="2197" y="877"/>
                </a:lnTo>
                <a:lnTo>
                  <a:pt x="2215" y="871"/>
                </a:lnTo>
                <a:lnTo>
                  <a:pt x="2240" y="859"/>
                </a:lnTo>
                <a:lnTo>
                  <a:pt x="2300" y="829"/>
                </a:lnTo>
                <a:lnTo>
                  <a:pt x="2324" y="817"/>
                </a:lnTo>
                <a:lnTo>
                  <a:pt x="2348" y="799"/>
                </a:lnTo>
                <a:lnTo>
                  <a:pt x="2366" y="793"/>
                </a:lnTo>
                <a:lnTo>
                  <a:pt x="2372" y="787"/>
                </a:lnTo>
                <a:lnTo>
                  <a:pt x="2828" y="588"/>
                </a:lnTo>
                <a:lnTo>
                  <a:pt x="2828" y="528"/>
                </a:lnTo>
                <a:lnTo>
                  <a:pt x="2078" y="865"/>
                </a:lnTo>
                <a:lnTo>
                  <a:pt x="2006" y="835"/>
                </a:lnTo>
                <a:close/>
              </a:path>
            </a:pathLst>
          </a:custGeom>
          <a:solidFill>
            <a:srgbClr val="FF9933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103" name="未知"/>
          <p:cNvSpPr/>
          <p:nvPr/>
        </p:nvSpPr>
        <p:spPr>
          <a:xfrm>
            <a:off x="5016500" y="2921000"/>
            <a:ext cx="3432175" cy="3035300"/>
          </a:xfrm>
          <a:custGeom>
            <a:avLst/>
            <a:gdLst/>
            <a:ahLst/>
            <a:cxnLst>
              <a:cxn ang="0">
                <a:pos x="2936399" y="1338363"/>
              </a:cxn>
              <a:cxn ang="0">
                <a:pos x="3087842" y="1602575"/>
              </a:cxn>
              <a:cxn ang="0">
                <a:pos x="3269573" y="1836907"/>
              </a:cxn>
              <a:cxn ang="0">
                <a:pos x="3374786" y="1959577"/>
              </a:cxn>
              <a:cxn ang="0">
                <a:pos x="3432175" y="2035066"/>
              </a:cxn>
              <a:cxn ang="0">
                <a:pos x="3011323" y="1536522"/>
              </a:cxn>
              <a:cxn ang="0">
                <a:pos x="2965093" y="1461033"/>
              </a:cxn>
              <a:cxn ang="0">
                <a:pos x="2840751" y="1950141"/>
              </a:cxn>
              <a:cxn ang="0">
                <a:pos x="2821621" y="2337024"/>
              </a:cxn>
              <a:cxn ang="0">
                <a:pos x="2898139" y="2997555"/>
              </a:cxn>
              <a:cxn ang="0">
                <a:pos x="2850315" y="3035300"/>
              </a:cxn>
              <a:cxn ang="0">
                <a:pos x="2783362" y="2412513"/>
              </a:cxn>
              <a:cxn ang="0">
                <a:pos x="2754667" y="2025630"/>
              </a:cxn>
              <a:cxn ang="0">
                <a:pos x="2812056" y="1706373"/>
              </a:cxn>
              <a:cxn ang="0">
                <a:pos x="2821621" y="1376108"/>
              </a:cxn>
              <a:cxn ang="0">
                <a:pos x="2021365" y="1583703"/>
              </a:cxn>
              <a:cxn ang="0">
                <a:pos x="1315162" y="1780290"/>
              </a:cxn>
              <a:cxn ang="0">
                <a:pos x="514906" y="2063375"/>
              </a:cxn>
              <a:cxn ang="0">
                <a:pos x="28694" y="2233226"/>
              </a:cxn>
              <a:cxn ang="0">
                <a:pos x="495776" y="2016194"/>
              </a:cxn>
              <a:cxn ang="0">
                <a:pos x="1087201" y="1799162"/>
              </a:cxn>
              <a:cxn ang="0">
                <a:pos x="1629207" y="1630884"/>
              </a:cxn>
              <a:cxn ang="0">
                <a:pos x="2249326" y="1461033"/>
              </a:cxn>
              <a:cxn ang="0">
                <a:pos x="2697278" y="1281746"/>
              </a:cxn>
              <a:cxn ang="0">
                <a:pos x="2124983" y="979789"/>
              </a:cxn>
              <a:cxn ang="0">
                <a:pos x="1372551" y="809938"/>
              </a:cxn>
              <a:cxn ang="0">
                <a:pos x="361869" y="253204"/>
              </a:cxn>
              <a:cxn ang="0">
                <a:pos x="0" y="130534"/>
              </a:cxn>
              <a:cxn ang="0">
                <a:pos x="524471" y="281512"/>
              </a:cxn>
              <a:cxn ang="0">
                <a:pos x="1135025" y="602342"/>
              </a:cxn>
              <a:cxn ang="0">
                <a:pos x="1487329" y="772193"/>
              </a:cxn>
              <a:cxn ang="0">
                <a:pos x="2153678" y="932608"/>
              </a:cxn>
              <a:cxn ang="0">
                <a:pos x="2630325" y="1168512"/>
              </a:cxn>
              <a:cxn ang="0">
                <a:pos x="2268456" y="725012"/>
              </a:cxn>
              <a:cxn ang="0">
                <a:pos x="2050059" y="300385"/>
              </a:cxn>
              <a:cxn ang="0">
                <a:pos x="1839633" y="0"/>
              </a:cxn>
              <a:cxn ang="0">
                <a:pos x="2134548" y="338129"/>
              </a:cxn>
              <a:cxn ang="0">
                <a:pos x="2373669" y="762757"/>
              </a:cxn>
              <a:cxn ang="0">
                <a:pos x="2783362" y="1262874"/>
              </a:cxn>
              <a:cxn ang="0">
                <a:pos x="2936399" y="1338363"/>
              </a:cxn>
              <a:cxn ang="0">
                <a:pos x="2936399" y="1338363"/>
              </a:cxn>
            </a:cxnLst>
            <a:pathLst>
              <a:path w="2153" h="1930">
                <a:moveTo>
                  <a:pt x="1842" y="851"/>
                </a:moveTo>
                <a:lnTo>
                  <a:pt x="1937" y="1019"/>
                </a:lnTo>
                <a:lnTo>
                  <a:pt x="2051" y="1168"/>
                </a:lnTo>
                <a:lnTo>
                  <a:pt x="2117" y="1246"/>
                </a:lnTo>
                <a:lnTo>
                  <a:pt x="2153" y="1294"/>
                </a:lnTo>
                <a:lnTo>
                  <a:pt x="1889" y="977"/>
                </a:lnTo>
                <a:lnTo>
                  <a:pt x="1860" y="929"/>
                </a:lnTo>
                <a:lnTo>
                  <a:pt x="1782" y="1240"/>
                </a:lnTo>
                <a:lnTo>
                  <a:pt x="1770" y="1486"/>
                </a:lnTo>
                <a:lnTo>
                  <a:pt x="1818" y="1906"/>
                </a:lnTo>
                <a:lnTo>
                  <a:pt x="1788" y="1930"/>
                </a:lnTo>
                <a:lnTo>
                  <a:pt x="1746" y="1534"/>
                </a:lnTo>
                <a:lnTo>
                  <a:pt x="1728" y="1288"/>
                </a:lnTo>
                <a:lnTo>
                  <a:pt x="1764" y="1085"/>
                </a:lnTo>
                <a:lnTo>
                  <a:pt x="1770" y="875"/>
                </a:lnTo>
                <a:lnTo>
                  <a:pt x="1268" y="1007"/>
                </a:lnTo>
                <a:lnTo>
                  <a:pt x="825" y="1132"/>
                </a:lnTo>
                <a:lnTo>
                  <a:pt x="323" y="1312"/>
                </a:lnTo>
                <a:lnTo>
                  <a:pt x="18" y="1420"/>
                </a:lnTo>
                <a:lnTo>
                  <a:pt x="311" y="1282"/>
                </a:lnTo>
                <a:lnTo>
                  <a:pt x="682" y="1144"/>
                </a:lnTo>
                <a:lnTo>
                  <a:pt x="1022" y="1037"/>
                </a:lnTo>
                <a:lnTo>
                  <a:pt x="1411" y="929"/>
                </a:lnTo>
                <a:lnTo>
                  <a:pt x="1692" y="815"/>
                </a:lnTo>
                <a:lnTo>
                  <a:pt x="1333" y="623"/>
                </a:lnTo>
                <a:lnTo>
                  <a:pt x="861" y="515"/>
                </a:lnTo>
                <a:lnTo>
                  <a:pt x="227" y="161"/>
                </a:lnTo>
                <a:lnTo>
                  <a:pt x="0" y="83"/>
                </a:lnTo>
                <a:lnTo>
                  <a:pt x="329" y="179"/>
                </a:lnTo>
                <a:lnTo>
                  <a:pt x="712" y="383"/>
                </a:lnTo>
                <a:lnTo>
                  <a:pt x="933" y="491"/>
                </a:lnTo>
                <a:lnTo>
                  <a:pt x="1351" y="593"/>
                </a:lnTo>
                <a:lnTo>
                  <a:pt x="1650" y="743"/>
                </a:lnTo>
                <a:lnTo>
                  <a:pt x="1423" y="461"/>
                </a:lnTo>
                <a:lnTo>
                  <a:pt x="1286" y="191"/>
                </a:lnTo>
                <a:lnTo>
                  <a:pt x="1154" y="0"/>
                </a:lnTo>
                <a:lnTo>
                  <a:pt x="1339" y="215"/>
                </a:lnTo>
                <a:lnTo>
                  <a:pt x="1489" y="485"/>
                </a:lnTo>
                <a:lnTo>
                  <a:pt x="1746" y="803"/>
                </a:lnTo>
                <a:lnTo>
                  <a:pt x="1842" y="851"/>
                </a:lnTo>
                <a:close/>
              </a:path>
            </a:pathLst>
          </a:custGeom>
          <a:gradFill rotWithShape="1">
            <a:gsLst>
              <a:gs pos="0">
                <a:srgbClr val="FF9933">
                  <a:alpha val="100000"/>
                </a:srgbClr>
              </a:gs>
              <a:gs pos="100000">
                <a:srgbClr val="FFFF99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104" name="Text Box 8"/>
          <p:cNvSpPr txBox="1"/>
          <p:nvPr/>
        </p:nvSpPr>
        <p:spPr>
          <a:xfrm>
            <a:off x="827088" y="1196975"/>
            <a:ext cx="7488237" cy="3444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000" b="0" dirty="0">
                <a:latin typeface="Verdana" panose="020B0604030504040204" pitchFamily="34" charset="0"/>
              </a:rPr>
              <a:t>§2.1   </a:t>
            </a:r>
            <a:r>
              <a:rPr lang="zh-CN" altLang="en-US" sz="4000" b="0" dirty="0">
                <a:latin typeface="Verdana" panose="020B0604030504040204" pitchFamily="34" charset="0"/>
              </a:rPr>
              <a:t>数字电路的基础知识</a:t>
            </a:r>
            <a:endParaRPr lang="zh-CN" altLang="en-US" sz="40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4000" b="0" dirty="0">
                <a:latin typeface="Verdana" panose="020B0604030504040204" pitchFamily="34" charset="0"/>
              </a:rPr>
              <a:t>§2.2   </a:t>
            </a:r>
            <a:r>
              <a:rPr lang="zh-CN" altLang="en-US" sz="4000" b="0" dirty="0">
                <a:latin typeface="Verdana" panose="020B0604030504040204" pitchFamily="34" charset="0"/>
              </a:rPr>
              <a:t>逻辑代数及其运算规则</a:t>
            </a:r>
            <a:endParaRPr lang="zh-CN" altLang="en-US" sz="40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4000" b="0" dirty="0">
                <a:latin typeface="Verdana" panose="020B0604030504040204" pitchFamily="34" charset="0"/>
              </a:rPr>
              <a:t>§2.3   </a:t>
            </a:r>
            <a:r>
              <a:rPr lang="zh-CN" altLang="en-US" sz="4000" b="0" dirty="0">
                <a:latin typeface="Verdana" panose="020B0604030504040204" pitchFamily="34" charset="0"/>
              </a:rPr>
              <a:t>逻辑函数表示方法</a:t>
            </a:r>
            <a:endParaRPr lang="zh-CN" altLang="en-US" sz="40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4000" b="0" dirty="0">
                <a:latin typeface="Verdana" panose="020B0604030504040204" pitchFamily="34" charset="0"/>
              </a:rPr>
              <a:t>§2.4   </a:t>
            </a:r>
            <a:r>
              <a:rPr lang="zh-CN" altLang="en-US" sz="4000" b="0" dirty="0">
                <a:latin typeface="Verdana" panose="020B0604030504040204" pitchFamily="34" charset="0"/>
              </a:rPr>
              <a:t>逻辑函数的化简</a:t>
            </a:r>
            <a:endParaRPr lang="zh-CN" altLang="en-US" sz="40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ext Box 2"/>
          <p:cNvSpPr txBox="1"/>
          <p:nvPr/>
        </p:nvSpPr>
        <p:spPr>
          <a:xfrm>
            <a:off x="395288" y="1700213"/>
            <a:ext cx="8496300" cy="175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0" dirty="0">
                <a:latin typeface="Verdana" panose="020B0604030504040204" pitchFamily="34" charset="0"/>
              </a:rPr>
              <a:t>    </a:t>
            </a:r>
            <a:r>
              <a:rPr lang="zh-CN" altLang="en-US" sz="2800" b="0" dirty="0">
                <a:latin typeface="Verdana" panose="020B0604030504040204" pitchFamily="34" charset="0"/>
              </a:rPr>
              <a:t>在数字电路中，主要研究的是电路的输入输出之间的逻辑关系，因此数字电路又称逻辑电路，其研究工具是</a:t>
            </a:r>
            <a:r>
              <a:rPr lang="zh-CN" altLang="en-US" sz="2800" b="0" u="sng" dirty="0">
                <a:solidFill>
                  <a:srgbClr val="FF3300"/>
                </a:solidFill>
                <a:latin typeface="Verdana" panose="020B0604030504040204" pitchFamily="34" charset="0"/>
              </a:rPr>
              <a:t>逻辑代数</a:t>
            </a:r>
            <a:r>
              <a:rPr lang="zh-CN" altLang="en-US" sz="2800" b="0" dirty="0">
                <a:latin typeface="Verdana" panose="020B0604030504040204" pitchFamily="34" charset="0"/>
              </a:rPr>
              <a:t>（</a:t>
            </a:r>
            <a:r>
              <a:rPr lang="zh-CN" altLang="en-US" sz="2800" b="0" dirty="0">
                <a:solidFill>
                  <a:srgbClr val="FF3300"/>
                </a:solidFill>
                <a:latin typeface="Verdana" panose="020B0604030504040204" pitchFamily="34" charset="0"/>
              </a:rPr>
              <a:t>布尔代数</a:t>
            </a:r>
            <a:r>
              <a:rPr lang="zh-CN" altLang="en-US" sz="2800" b="0" dirty="0">
                <a:latin typeface="Verdana" panose="020B0604030504040204" pitchFamily="34" charset="0"/>
              </a:rPr>
              <a:t>或</a:t>
            </a:r>
            <a:r>
              <a:rPr lang="zh-CN" altLang="en-US" sz="2800" b="0" dirty="0">
                <a:solidFill>
                  <a:srgbClr val="FF3300"/>
                </a:solidFill>
                <a:latin typeface="Verdana" panose="020B0604030504040204" pitchFamily="34" charset="0"/>
              </a:rPr>
              <a:t>开关代数</a:t>
            </a:r>
            <a:r>
              <a:rPr lang="zh-CN" altLang="en-US" sz="2800" b="0" dirty="0">
                <a:latin typeface="Verdana" panose="020B0604030504040204" pitchFamily="34" charset="0"/>
              </a:rPr>
              <a:t>）。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6147" name="AutoShape 3"/>
          <p:cNvSpPr/>
          <p:nvPr/>
        </p:nvSpPr>
        <p:spPr>
          <a:xfrm>
            <a:off x="684213" y="4076700"/>
            <a:ext cx="7488237" cy="1584325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逻辑变量：</a:t>
            </a:r>
            <a:r>
              <a:rPr lang="zh-CN" altLang="en-US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用字母表示，取值只有</a:t>
            </a:r>
            <a:r>
              <a:rPr lang="en-US" altLang="zh-CN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0</a:t>
            </a:r>
            <a:r>
              <a:rPr lang="zh-CN" altLang="en-US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和</a:t>
            </a:r>
            <a:r>
              <a:rPr lang="en-US" altLang="zh-CN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。</a:t>
            </a:r>
            <a:endParaRPr lang="zh-CN" altLang="en-US" sz="2800" b="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 eaLnBrk="1" hangingPunct="1"/>
            <a:r>
              <a:rPr lang="zh-CN" altLang="en-US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                 此时，</a:t>
            </a:r>
            <a:r>
              <a:rPr lang="en-US" altLang="zh-CN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0</a:t>
            </a:r>
            <a:r>
              <a:rPr lang="zh-CN" altLang="en-US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和</a:t>
            </a:r>
            <a:r>
              <a:rPr lang="en-US" altLang="zh-CN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不再表示数量的大小，</a:t>
            </a:r>
            <a:endParaRPr lang="zh-CN" altLang="en-US" sz="2800" b="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 eaLnBrk="1" hangingPunct="1"/>
            <a:r>
              <a:rPr lang="zh-CN" altLang="en-US" sz="2800" b="0" dirty="0">
                <a:solidFill>
                  <a:srgbClr val="000000"/>
                </a:solidFill>
                <a:latin typeface="Verdana" panose="020B0604030504040204" pitchFamily="34" charset="0"/>
              </a:rPr>
              <a:t>     只代表两种不同的状态。</a:t>
            </a:r>
            <a:endParaRPr lang="zh-CN" altLang="en-US" sz="28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5124" name="Text Box 4"/>
          <p:cNvSpPr txBox="1"/>
          <p:nvPr/>
        </p:nvSpPr>
        <p:spPr>
          <a:xfrm>
            <a:off x="611188" y="765175"/>
            <a:ext cx="3168650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b="0" dirty="0">
                <a:latin typeface="Verdana" panose="020B0604030504040204" pitchFamily="34" charset="0"/>
              </a:rPr>
              <a:t>§2.1   </a:t>
            </a:r>
            <a:r>
              <a:rPr lang="zh-CN" altLang="en-US" sz="3600" b="0" dirty="0">
                <a:latin typeface="Verdana" panose="020B0604030504040204" pitchFamily="34" charset="0"/>
              </a:rPr>
              <a:t>概述</a:t>
            </a:r>
            <a:endParaRPr lang="zh-CN" altLang="en-US" sz="36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/>
          <p:nvPr/>
        </p:nvSpPr>
        <p:spPr>
          <a:xfrm>
            <a:off x="468313" y="1162050"/>
            <a:ext cx="3754437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一</a:t>
            </a:r>
            <a:r>
              <a:rPr lang="zh-CN" altLang="en-US" sz="2800" dirty="0">
                <a:latin typeface="Verdana" panose="020B0604030504040204" pitchFamily="34" charset="0"/>
              </a:rPr>
              <a:t>、与逻辑（与运算）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grpSp>
        <p:nvGrpSpPr>
          <p:cNvPr id="7171" name="Group 3"/>
          <p:cNvGrpSpPr/>
          <p:nvPr/>
        </p:nvGrpSpPr>
        <p:grpSpPr>
          <a:xfrm>
            <a:off x="468313" y="1700213"/>
            <a:ext cx="8077200" cy="1814512"/>
            <a:chOff x="0" y="0"/>
            <a:chExt cx="5088" cy="1143"/>
          </a:xfrm>
        </p:grpSpPr>
        <p:grpSp>
          <p:nvGrpSpPr>
            <p:cNvPr id="6167" name="Group 4"/>
            <p:cNvGrpSpPr/>
            <p:nvPr/>
          </p:nvGrpSpPr>
          <p:grpSpPr>
            <a:xfrm>
              <a:off x="0" y="0"/>
              <a:ext cx="5088" cy="1108"/>
              <a:chOff x="0" y="0"/>
              <a:chExt cx="5088" cy="1108"/>
            </a:xfrm>
          </p:grpSpPr>
          <p:sp>
            <p:nvSpPr>
              <p:cNvPr id="6169" name="Text Box 5"/>
              <p:cNvSpPr txBox="1"/>
              <p:nvPr/>
            </p:nvSpPr>
            <p:spPr>
              <a:xfrm>
                <a:off x="0" y="0"/>
                <a:ext cx="5088" cy="11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rIns="0">
                <a:spAutoFit/>
              </a:bodyPr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3333CC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与逻辑：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仅当决定事件（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Y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）发生的所有条件（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C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…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）均满足时，事件（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Y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）才能发生。表达式为：</a:t>
                </a:r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6170" name="Line 6"/>
              <p:cNvSpPr/>
              <p:nvPr/>
            </p:nvSpPr>
            <p:spPr>
              <a:xfrm>
                <a:off x="46" y="409"/>
                <a:ext cx="635" cy="0"/>
              </a:xfrm>
              <a:prstGeom prst="line">
                <a:avLst/>
              </a:prstGeom>
              <a:ln w="38100" cap="flat" cmpd="dbl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168" name="Text Box 7"/>
            <p:cNvSpPr txBox="1"/>
            <p:nvPr/>
          </p:nvSpPr>
          <p:spPr>
            <a:xfrm>
              <a:off x="181" y="816"/>
              <a:ext cx="176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Ｙ＝ＡＢＣ</a:t>
              </a:r>
              <a:r>
                <a:rPr lang="en-US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…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7176" name="Rectangle 8"/>
          <p:cNvSpPr/>
          <p:nvPr/>
        </p:nvSpPr>
        <p:spPr>
          <a:xfrm>
            <a:off x="395288" y="3644900"/>
            <a:ext cx="4608512" cy="51911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例：开关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串联控制灯泡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7177" name="Group 9"/>
          <p:cNvGrpSpPr/>
          <p:nvPr/>
        </p:nvGrpSpPr>
        <p:grpSpPr>
          <a:xfrm>
            <a:off x="468313" y="4221163"/>
            <a:ext cx="8675687" cy="2320925"/>
            <a:chOff x="0" y="0"/>
            <a:chExt cx="5465" cy="1462"/>
          </a:xfrm>
        </p:grpSpPr>
        <p:graphicFrame>
          <p:nvGraphicFramePr>
            <p:cNvPr id="6165" name="Object 10"/>
            <p:cNvGraphicFramePr>
              <a:graphicFrameLocks noChangeAspect="1"/>
            </p:cNvGraphicFramePr>
            <p:nvPr/>
          </p:nvGraphicFramePr>
          <p:xfrm>
            <a:off x="0" y="0"/>
            <a:ext cx="2767" cy="1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" imgW="1676400" imgH="885825" progId="">
                    <p:embed/>
                  </p:oleObj>
                </mc:Choice>
                <mc:Fallback>
                  <p:oleObj name="" r:id="rId1" imgW="1676400" imgH="885825" progId="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767" cy="1462"/>
                        </a:xfrm>
                        <a:prstGeom prst="rect">
                          <a:avLst/>
                        </a:prstGeom>
                        <a:solidFill>
                          <a:srgbClr val="D9FFE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6" name="Rectangle 11"/>
            <p:cNvSpPr/>
            <p:nvPr/>
          </p:nvSpPr>
          <p:spPr>
            <a:xfrm>
              <a:off x="2921" y="363"/>
              <a:ext cx="2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ctr" eaLnBrk="1" hangingPunct="1"/>
              <a:r>
                <a: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、</a:t>
              </a:r>
              <a:r>
                <a: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B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都断开，灯不亮。</a:t>
              </a:r>
              <a:endPara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7180" name="Group 12"/>
          <p:cNvGrpSpPr/>
          <p:nvPr/>
        </p:nvGrpSpPr>
        <p:grpSpPr>
          <a:xfrm>
            <a:off x="250825" y="4221163"/>
            <a:ext cx="8720138" cy="1822450"/>
            <a:chOff x="0" y="0"/>
            <a:chExt cx="5493" cy="1148"/>
          </a:xfrm>
        </p:grpSpPr>
        <p:graphicFrame>
          <p:nvGraphicFramePr>
            <p:cNvPr id="6163" name="Object 13"/>
            <p:cNvGraphicFramePr>
              <a:graphicFrameLocks noChangeAspect="1"/>
            </p:cNvGraphicFramePr>
            <p:nvPr/>
          </p:nvGraphicFramePr>
          <p:xfrm>
            <a:off x="0" y="0"/>
            <a:ext cx="2767" cy="1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3" imgW="1676400" imgH="695960" progId="">
                    <p:embed/>
                  </p:oleObj>
                </mc:Choice>
                <mc:Fallback>
                  <p:oleObj name="" r:id="rId3" imgW="1676400" imgH="695960" progId="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767" cy="1148"/>
                        </a:xfrm>
                        <a:prstGeom prst="rect">
                          <a:avLst/>
                        </a:prstGeom>
                        <a:solidFill>
                          <a:srgbClr val="D9FFE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4" name="Rectangle 14"/>
            <p:cNvSpPr/>
            <p:nvPr/>
          </p:nvSpPr>
          <p:spPr>
            <a:xfrm>
              <a:off x="2949" y="816"/>
              <a:ext cx="2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ctr" eaLnBrk="1" hangingPunct="1"/>
              <a:r>
                <a: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断开、</a:t>
              </a:r>
              <a:r>
                <a: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B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接通，灯不亮。</a:t>
              </a:r>
              <a:endPara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7183" name="Group 15"/>
          <p:cNvGrpSpPr/>
          <p:nvPr/>
        </p:nvGrpSpPr>
        <p:grpSpPr>
          <a:xfrm>
            <a:off x="250825" y="4221163"/>
            <a:ext cx="9578975" cy="1912937"/>
            <a:chOff x="0" y="0"/>
            <a:chExt cx="6034" cy="1205"/>
          </a:xfrm>
        </p:grpSpPr>
        <p:graphicFrame>
          <p:nvGraphicFramePr>
            <p:cNvPr id="6161" name="Object 16"/>
            <p:cNvGraphicFramePr>
              <a:graphicFrameLocks noChangeAspect="1"/>
            </p:cNvGraphicFramePr>
            <p:nvPr/>
          </p:nvGraphicFramePr>
          <p:xfrm>
            <a:off x="0" y="0"/>
            <a:ext cx="2903" cy="1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5" imgW="1676400" imgH="695960" progId="">
                    <p:embed/>
                  </p:oleObj>
                </mc:Choice>
                <mc:Fallback>
                  <p:oleObj name="" r:id="rId5" imgW="1676400" imgH="695960" progId="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903" cy="1205"/>
                        </a:xfrm>
                        <a:prstGeom prst="rect">
                          <a:avLst/>
                        </a:prstGeom>
                        <a:solidFill>
                          <a:srgbClr val="D9FFE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2" name="Rectangle 17"/>
            <p:cNvSpPr/>
            <p:nvPr/>
          </p:nvSpPr>
          <p:spPr>
            <a:xfrm>
              <a:off x="2722" y="590"/>
              <a:ext cx="33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ctr" eaLnBrk="1" hangingPunct="1"/>
              <a:r>
                <a: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接通、</a:t>
              </a:r>
              <a:r>
                <a: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B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断开，灯不亮。</a:t>
              </a:r>
              <a:endPara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6152" name="Text Box 18"/>
          <p:cNvSpPr txBox="1"/>
          <p:nvPr/>
        </p:nvSpPr>
        <p:spPr>
          <a:xfrm>
            <a:off x="323850" y="404813"/>
            <a:ext cx="7632700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b="0" dirty="0">
                <a:latin typeface="Verdana" panose="020B0604030504040204" pitchFamily="34" charset="0"/>
              </a:rPr>
              <a:t>§2.2   </a:t>
            </a:r>
            <a:r>
              <a:rPr lang="zh-CN" altLang="en-US" sz="3600" b="0" dirty="0">
                <a:latin typeface="Verdana" panose="020B0604030504040204" pitchFamily="34" charset="0"/>
              </a:rPr>
              <a:t>逻辑代数中的三种基本运算</a:t>
            </a:r>
            <a:endParaRPr lang="zh-CN" altLang="en-US" sz="3600" b="0" dirty="0">
              <a:latin typeface="Verdana" panose="020B0604030504040204" pitchFamily="34" charset="0"/>
            </a:endParaRPr>
          </a:p>
        </p:txBody>
      </p:sp>
      <p:grpSp>
        <p:nvGrpSpPr>
          <p:cNvPr id="7187" name="Group 19"/>
          <p:cNvGrpSpPr/>
          <p:nvPr/>
        </p:nvGrpSpPr>
        <p:grpSpPr>
          <a:xfrm>
            <a:off x="395288" y="4292600"/>
            <a:ext cx="8964612" cy="1882775"/>
            <a:chOff x="0" y="0"/>
            <a:chExt cx="5647" cy="1186"/>
          </a:xfrm>
        </p:grpSpPr>
        <p:grpSp>
          <p:nvGrpSpPr>
            <p:cNvPr id="6154" name="Group 20"/>
            <p:cNvGrpSpPr/>
            <p:nvPr/>
          </p:nvGrpSpPr>
          <p:grpSpPr>
            <a:xfrm>
              <a:off x="0" y="0"/>
              <a:ext cx="5647" cy="1186"/>
              <a:chOff x="0" y="0"/>
              <a:chExt cx="5647" cy="1186"/>
            </a:xfrm>
          </p:grpSpPr>
          <p:graphicFrame>
            <p:nvGraphicFramePr>
              <p:cNvPr id="6159" name="Object 21"/>
              <p:cNvGraphicFramePr>
                <a:graphicFrameLocks noChangeAspect="1"/>
              </p:cNvGraphicFramePr>
              <p:nvPr/>
            </p:nvGraphicFramePr>
            <p:xfrm>
              <a:off x="0" y="0"/>
              <a:ext cx="2858" cy="1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name="" r:id="rId7" imgW="1676400" imgH="695960" progId="">
                      <p:embed/>
                    </p:oleObj>
                  </mc:Choice>
                  <mc:Fallback>
                    <p:oleObj name="" r:id="rId7" imgW="1676400" imgH="695960" progId="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0" y="0"/>
                            <a:ext cx="2858" cy="1186"/>
                          </a:xfrm>
                          <a:prstGeom prst="rect">
                            <a:avLst/>
                          </a:prstGeom>
                          <a:solidFill>
                            <a:srgbClr val="D9FFEC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0" name="Rectangle 22"/>
              <p:cNvSpPr/>
              <p:nvPr/>
            </p:nvSpPr>
            <p:spPr>
              <a:xfrm>
                <a:off x="2743" y="454"/>
                <a:ext cx="290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rIns="0">
                <a:spAutoFit/>
              </a:bodyPr>
              <a:p>
                <a:pPr algn="ctr" eaLnBrk="1" hangingPunct="1"/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、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都接通，灯亮。</a:t>
                </a:r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6155" name="Line 23"/>
            <p:cNvSpPr/>
            <p:nvPr/>
          </p:nvSpPr>
          <p:spPr>
            <a:xfrm flipH="1" flipV="1">
              <a:off x="2449" y="454"/>
              <a:ext cx="182" cy="91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6" name="Line 24"/>
            <p:cNvSpPr/>
            <p:nvPr/>
          </p:nvSpPr>
          <p:spPr>
            <a:xfrm flipH="1">
              <a:off x="2495" y="726"/>
              <a:ext cx="136" cy="4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7" name="Line 25"/>
            <p:cNvSpPr/>
            <p:nvPr/>
          </p:nvSpPr>
          <p:spPr>
            <a:xfrm>
              <a:off x="2812" y="817"/>
              <a:ext cx="91" cy="91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8" name="Line 26"/>
            <p:cNvSpPr/>
            <p:nvPr/>
          </p:nvSpPr>
          <p:spPr>
            <a:xfrm flipV="1">
              <a:off x="2812" y="409"/>
              <a:ext cx="136" cy="13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7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395288" y="2133600"/>
          <a:ext cx="38100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524000" imgH="1371600" progId="Word.Document.8">
                  <p:embed/>
                </p:oleObj>
              </mc:Choice>
              <mc:Fallback>
                <p:oleObj name="" r:id="rId1" imgW="1524000" imgH="1371600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rcRect l="10204" t="13385" r="10204" b="14334"/>
                      <a:stretch>
                        <a:fillRect/>
                      </a:stretch>
                    </p:blipFill>
                    <p:spPr>
                      <a:xfrm>
                        <a:off x="395288" y="2133600"/>
                        <a:ext cx="3810000" cy="32766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3"/>
          <p:cNvSpPr txBox="1"/>
          <p:nvPr/>
        </p:nvSpPr>
        <p:spPr>
          <a:xfrm>
            <a:off x="1187450" y="1557338"/>
            <a:ext cx="1752600" cy="579437"/>
          </a:xfrm>
          <a:prstGeom prst="rect">
            <a:avLst/>
          </a:prstGeom>
          <a:solidFill>
            <a:srgbClr val="99FF66"/>
          </a:solidFill>
          <a:ln w="9525">
            <a:noFill/>
          </a:ln>
        </p:spPr>
        <p:txBody>
          <a:bodyPr lIns="0" rIns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功能表</a:t>
            </a:r>
            <a:endParaRPr lang="zh-CN" altLang="en-US" sz="3200" b="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72" name="Rectangle 4"/>
          <p:cNvSpPr/>
          <p:nvPr/>
        </p:nvSpPr>
        <p:spPr>
          <a:xfrm>
            <a:off x="323850" y="188913"/>
            <a:ext cx="8207375" cy="120332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</a:rPr>
              <a:t>将开关接通记作</a:t>
            </a:r>
            <a:r>
              <a:rPr lang="en-US" altLang="zh-CN" sz="28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，断开记作</a:t>
            </a:r>
            <a:r>
              <a:rPr lang="en-US" altLang="zh-CN" sz="2800" dirty="0">
                <a:latin typeface="宋体" panose="02010600030101010101" pitchFamily="2" charset="-12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</a:rPr>
              <a:t>；灯亮记作</a:t>
            </a:r>
            <a:r>
              <a:rPr lang="en-US" altLang="zh-CN" sz="28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，灯灭记作</a:t>
            </a:r>
            <a:r>
              <a:rPr lang="en-US" altLang="zh-CN" sz="2800" dirty="0">
                <a:latin typeface="宋体" panose="02010600030101010101" pitchFamily="2" charset="-12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</a:rPr>
              <a:t>。可以作出如下表格来描述与逻辑关系</a:t>
            </a:r>
            <a:r>
              <a:rPr lang="zh-CN" altLang="en-US" sz="2800" b="0" dirty="0">
                <a:latin typeface="宋体" panose="02010600030101010101" pitchFamily="2" charset="-122"/>
              </a:rPr>
              <a:t>：</a:t>
            </a:r>
            <a:endParaRPr lang="zh-CN" altLang="en-US" sz="2800" b="0" dirty="0">
              <a:latin typeface="宋体" panose="02010600030101010101" pitchFamily="2" charset="-122"/>
            </a:endParaRPr>
          </a:p>
        </p:txBody>
      </p:sp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4643438" y="2492375"/>
          <a:ext cx="3276600" cy="242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590800" imgH="2466975" progId="Word.Document.8">
                  <p:embed/>
                </p:oleObj>
              </mc:Choice>
              <mc:Fallback>
                <p:oleObj name="" r:id="rId3" imgW="2590800" imgH="2466975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rcRect t="9895" b="10944"/>
                      <a:stretch>
                        <a:fillRect/>
                      </a:stretch>
                    </p:blipFill>
                    <p:spPr>
                      <a:xfrm>
                        <a:off x="4643438" y="2492375"/>
                        <a:ext cx="3276600" cy="2420938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"/>
          <p:cNvSpPr txBox="1"/>
          <p:nvPr/>
        </p:nvSpPr>
        <p:spPr>
          <a:xfrm>
            <a:off x="8101013" y="2924175"/>
            <a:ext cx="609600" cy="1554163"/>
          </a:xfrm>
          <a:prstGeom prst="rect">
            <a:avLst/>
          </a:prstGeom>
          <a:solidFill>
            <a:srgbClr val="99FF66"/>
          </a:solidFill>
          <a:ln w="9525">
            <a:noFill/>
          </a:ln>
        </p:spPr>
        <p:txBody>
          <a:bodyPr lIns="0" rIns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hlinkClick r:id="rId5" action="ppaction://hlinksldjump"/>
              </a:rPr>
              <a:t>真值表</a:t>
            </a:r>
            <a:endParaRPr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5292725" y="5516563"/>
            <a:ext cx="2286000" cy="70167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 lIns="0" rIns="0">
            <a:spAutoFit/>
          </a:bodyPr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Ｙ＝Ａ</a:t>
            </a:r>
            <a:r>
              <a:rPr kumimoji="0" lang="en-US" altLang="zh-CN" sz="40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•</a:t>
            </a:r>
            <a:r>
              <a:rPr kumimoji="0" lang="zh-CN" altLang="en-US" sz="40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Ｂ</a:t>
            </a:r>
            <a:endParaRPr kumimoji="0" lang="zh-CN" altLang="en-US" sz="4000" kern="1200" cap="none" spc="0" normalizeH="0" baseline="0" noProof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0" name="Rectangle 8"/>
          <p:cNvSpPr/>
          <p:nvPr/>
        </p:nvSpPr>
        <p:spPr>
          <a:xfrm>
            <a:off x="323850" y="5589588"/>
            <a:ext cx="4284663" cy="9461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两个开关均接通时，灯才会亮。逻辑表达式为：</a:t>
            </a:r>
            <a:endParaRPr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3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nimBg="1"/>
      <p:bldP spid="8198" grpId="0" animBg="1"/>
      <p:bldP spid="8199" grpId="0" animBg="1"/>
      <p:bldP spid="82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827088" y="260350"/>
            <a:ext cx="5562600" cy="155416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实现与逻辑的电路称为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与门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与门的逻辑符号：</a:t>
            </a:r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1116013" y="2205038"/>
          <a:ext cx="33528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162050" imgH="390525" progId="">
                  <p:embed/>
                </p:oleObj>
              </mc:Choice>
              <mc:Fallback>
                <p:oleObj name="" r:id="rId1" imgW="1162050" imgH="390525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2205038"/>
                        <a:ext cx="3352800" cy="1127125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5003800" y="2349500"/>
            <a:ext cx="21336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</p:spPr>
        <p:txBody>
          <a:bodyPr lIns="0" rIns="0">
            <a:spAutoFit/>
          </a:bodyPr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Ｙ＝Ａ</a:t>
            </a:r>
            <a:r>
              <a:rPr kumimoji="0" lang="en-US" altLang="zh-CN" sz="32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•</a:t>
            </a:r>
            <a:r>
              <a:rPr kumimoji="0" lang="zh-CN" altLang="en-US" sz="32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Ｂ</a:t>
            </a:r>
            <a:endParaRPr kumimoji="0" lang="zh-CN" altLang="en-US" sz="3200" kern="1200" cap="none" spc="0" normalizeH="0" baseline="0" noProof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21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50" y="4221163"/>
            <a:ext cx="3076575" cy="1104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charRg st="17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8">
                                            <p:txEl>
                                              <p:charRg st="17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/>
      <p:bldP spid="92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2"/>
          <p:cNvSpPr txBox="1"/>
          <p:nvPr/>
        </p:nvSpPr>
        <p:spPr>
          <a:xfrm>
            <a:off x="250825" y="333375"/>
            <a:ext cx="4953000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二、或逻辑（或运算）</a:t>
            </a:r>
            <a:endParaRPr lang="zh-CN" altLang="en-US" sz="2800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50825" y="2997200"/>
          <a:ext cx="4208463" cy="272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676400" imgH="1085850" progId="">
                  <p:embed/>
                </p:oleObj>
              </mc:Choice>
              <mc:Fallback>
                <p:oleObj name="" r:id="rId1" imgW="1676400" imgH="1085850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2997200"/>
                        <a:ext cx="4208463" cy="2727325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4" name="Group 4"/>
          <p:cNvGrpSpPr/>
          <p:nvPr/>
        </p:nvGrpSpPr>
        <p:grpSpPr>
          <a:xfrm>
            <a:off x="468313" y="981075"/>
            <a:ext cx="8064500" cy="1758950"/>
            <a:chOff x="0" y="0"/>
            <a:chExt cx="5080" cy="1108"/>
          </a:xfrm>
        </p:grpSpPr>
        <p:grpSp>
          <p:nvGrpSpPr>
            <p:cNvPr id="9227" name="Group 5"/>
            <p:cNvGrpSpPr/>
            <p:nvPr/>
          </p:nvGrpSpPr>
          <p:grpSpPr>
            <a:xfrm>
              <a:off x="0" y="0"/>
              <a:ext cx="5080" cy="1108"/>
              <a:chOff x="0" y="0"/>
              <a:chExt cx="5080" cy="1108"/>
            </a:xfrm>
          </p:grpSpPr>
          <p:sp>
            <p:nvSpPr>
              <p:cNvPr id="9229" name="Rectangle 6"/>
              <p:cNvSpPr/>
              <p:nvPr/>
            </p:nvSpPr>
            <p:spPr>
              <a:xfrm>
                <a:off x="0" y="0"/>
                <a:ext cx="5080" cy="11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rIns="0">
                <a:spAutoFit/>
              </a:bodyPr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2800" dirty="0">
                    <a:solidFill>
                      <a:srgbClr val="3333CC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或逻辑：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当决定事件（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Y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）发生的各种条件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C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…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中，只要有一个或多个条件具备，事件（</a:t>
                </a:r>
                <a:r>
                  <a:rPr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Y</a:t>
                </a: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）就发生。表达式为：</a:t>
                </a:r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9230" name="Line 7"/>
              <p:cNvSpPr/>
              <p:nvPr/>
            </p:nvSpPr>
            <p:spPr>
              <a:xfrm>
                <a:off x="0" y="409"/>
                <a:ext cx="726" cy="0"/>
              </a:xfrm>
              <a:prstGeom prst="line">
                <a:avLst/>
              </a:prstGeom>
              <a:ln w="38100" cap="flat" cmpd="dbl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228" name="Text Box 8"/>
            <p:cNvSpPr txBox="1"/>
            <p:nvPr/>
          </p:nvSpPr>
          <p:spPr>
            <a:xfrm>
              <a:off x="1814" y="771"/>
              <a:ext cx="222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Ｙ＝Ａ＋Ｂ＋Ｃ＋</a:t>
              </a:r>
              <a:r>
                <a:rPr lang="en-US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…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0249" name="Rectangle 9"/>
          <p:cNvSpPr/>
          <p:nvPr/>
        </p:nvSpPr>
        <p:spPr>
          <a:xfrm>
            <a:off x="250825" y="5734050"/>
            <a:ext cx="4752975" cy="9461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两个开关只要有一个接通，灯就会亮。逻辑表达式为：</a:t>
            </a:r>
            <a:endParaRPr lang="zh-CN" altLang="en-US" sz="2800" b="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4643438" y="3213100"/>
          <a:ext cx="4191000" cy="249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171700" imgH="1371600" progId="Word.Document.8">
                  <p:embed/>
                </p:oleObj>
              </mc:Choice>
              <mc:Fallback>
                <p:oleObj name="" r:id="rId3" imgW="2171700" imgH="1371600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rcRect l="9435" t="12122" r="11322" b="12122"/>
                      <a:stretch>
                        <a:fillRect/>
                      </a:stretch>
                    </p:blipFill>
                    <p:spPr>
                      <a:xfrm>
                        <a:off x="4643438" y="3213100"/>
                        <a:ext cx="4191000" cy="24939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4643438" y="3213100"/>
          <a:ext cx="4267200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600325" imgH="2124075" progId="Word.Document.8">
                  <p:embed/>
                </p:oleObj>
              </mc:Choice>
              <mc:Fallback>
                <p:oleObj name="" r:id="rId5" imgW="2600325" imgH="2124075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rcRect b="14285"/>
                      <a:stretch>
                        <a:fillRect/>
                      </a:stretch>
                    </p:blipFill>
                    <p:spPr>
                      <a:xfrm>
                        <a:off x="4643438" y="3213100"/>
                        <a:ext cx="4267200" cy="2473325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Text Box 12"/>
          <p:cNvSpPr txBox="1"/>
          <p:nvPr/>
        </p:nvSpPr>
        <p:spPr>
          <a:xfrm>
            <a:off x="6011863" y="2636838"/>
            <a:ext cx="1828800" cy="519112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功能表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3" name="Text Box 13"/>
          <p:cNvSpPr txBox="1"/>
          <p:nvPr/>
        </p:nvSpPr>
        <p:spPr>
          <a:xfrm>
            <a:off x="6011863" y="2565400"/>
            <a:ext cx="1828800" cy="519113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 lIns="0" rIns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真值表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5219700" y="5876925"/>
            <a:ext cx="2514600" cy="70167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 lIns="0" rIns="0">
            <a:spAutoFit/>
          </a:bodyPr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Ｙ＝Ａ</a:t>
            </a:r>
            <a:r>
              <a:rPr kumimoji="0" lang="en-US" altLang="zh-CN" sz="40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zh-CN" altLang="en-US" sz="40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Ｂ</a:t>
            </a:r>
            <a:endParaRPr kumimoji="0" lang="zh-CN" altLang="en-US" sz="24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  <p:bldP spid="10252" grpId="0"/>
      <p:bldP spid="10253" grpId="0" animBg="1"/>
      <p:bldP spid="102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1258888" y="2636838"/>
          <a:ext cx="30480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942975" imgH="390525" progId="">
                  <p:embed/>
                </p:oleObj>
              </mc:Choice>
              <mc:Fallback>
                <p:oleObj name="" r:id="rId1" imgW="942975" imgH="390525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8888" y="2636838"/>
                        <a:ext cx="3048000" cy="1263650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Rectangle 3"/>
          <p:cNvSpPr/>
          <p:nvPr/>
        </p:nvSpPr>
        <p:spPr>
          <a:xfrm>
            <a:off x="1116013" y="549275"/>
            <a:ext cx="5943600" cy="155416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实现或逻辑的电路称为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或门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或门的逻辑符号：</a:t>
            </a:r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5003800" y="2852738"/>
            <a:ext cx="17526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Y=A+B</a:t>
            </a:r>
            <a:endParaRPr kumimoji="0" lang="en-US" altLang="zh-CN" sz="2400" b="0" kern="1200" cap="none" spc="0" normalizeH="0" baseline="0" noProof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26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4437063"/>
            <a:ext cx="3600450" cy="1227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5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15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112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2"/>
          <p:cNvSpPr txBox="1"/>
          <p:nvPr/>
        </p:nvSpPr>
        <p:spPr>
          <a:xfrm>
            <a:off x="395288" y="333375"/>
            <a:ext cx="4953000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三、非逻辑（非运算）</a:t>
            </a:r>
            <a:endParaRPr lang="zh-CN" altLang="en-US" sz="2800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2291" name="Group 3"/>
          <p:cNvGrpSpPr/>
          <p:nvPr/>
        </p:nvGrpSpPr>
        <p:grpSpPr>
          <a:xfrm>
            <a:off x="250825" y="981075"/>
            <a:ext cx="8736013" cy="1836738"/>
            <a:chOff x="0" y="0"/>
            <a:chExt cx="5503" cy="1157"/>
          </a:xfrm>
        </p:grpSpPr>
        <p:sp>
          <p:nvSpPr>
            <p:cNvPr id="11275" name="Rectangle 4"/>
            <p:cNvSpPr/>
            <p:nvPr/>
          </p:nvSpPr>
          <p:spPr>
            <a:xfrm>
              <a:off x="31" y="0"/>
              <a:ext cx="5472" cy="115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eaLnBrk="1" hangingPunct="1">
                <a:lnSpc>
                  <a:spcPct val="130000"/>
                </a:lnSpc>
              </a:pPr>
              <a:r>
                <a:rPr lang="zh-CN" altLang="en-US" sz="2800" dirty="0">
                  <a:solidFill>
                    <a:srgbClr val="3333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非逻辑：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指的是逻辑的否定。当决定事件（</a:t>
              </a:r>
              <a:r>
                <a: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）发生的条件（</a:t>
              </a:r>
              <a:r>
                <a: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）满足时，事件不发生；条件不满足，事件反而发生。表达式为：</a:t>
              </a:r>
              <a:r>
                <a:rPr lang="en-US" altLang="zh-CN" sz="3200" dirty="0">
                  <a:solidFill>
                    <a:srgbClr val="CC33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zh-CN" altLang="en-US" sz="3200" dirty="0">
                  <a:solidFill>
                    <a:srgbClr val="CC33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＝</a:t>
              </a:r>
              <a:r>
                <a:rPr lang="en-US" altLang="zh-CN" sz="3200" dirty="0">
                  <a:solidFill>
                    <a:srgbClr val="CC33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r>
                <a:rPr lang="en-US" altLang="zh-CN" sz="32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′</a:t>
              </a:r>
              <a:endPara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6" name="Line 5"/>
            <p:cNvSpPr/>
            <p:nvPr/>
          </p:nvSpPr>
          <p:spPr>
            <a:xfrm>
              <a:off x="0" y="399"/>
              <a:ext cx="817" cy="0"/>
            </a:xfrm>
            <a:prstGeom prst="line">
              <a:avLst/>
            </a:prstGeom>
            <a:ln w="38100" cap="flat" cmpd="dbl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179388" y="3141663"/>
          <a:ext cx="4476750" cy="250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333500" imgH="714375" progId="">
                  <p:embed/>
                </p:oleObj>
              </mc:Choice>
              <mc:Fallback>
                <p:oleObj name="" r:id="rId1" imgW="1333500" imgH="714375" progId="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rcRect t="-4259"/>
                      <a:stretch>
                        <a:fillRect/>
                      </a:stretch>
                    </p:blipFill>
                    <p:spPr>
                      <a:xfrm>
                        <a:off x="179388" y="3141663"/>
                        <a:ext cx="4476750" cy="2500312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5" name="Group 7"/>
          <p:cNvGrpSpPr/>
          <p:nvPr/>
        </p:nvGrpSpPr>
        <p:grpSpPr>
          <a:xfrm>
            <a:off x="5076825" y="2636838"/>
            <a:ext cx="3621088" cy="3027362"/>
            <a:chOff x="0" y="0"/>
            <a:chExt cx="2281" cy="1907"/>
          </a:xfrm>
        </p:grpSpPr>
        <p:sp>
          <p:nvSpPr>
            <p:cNvPr id="11273" name="Text Box 8"/>
            <p:cNvSpPr txBox="1"/>
            <p:nvPr/>
          </p:nvSpPr>
          <p:spPr>
            <a:xfrm>
              <a:off x="498" y="0"/>
              <a:ext cx="11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33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功能表</a:t>
              </a:r>
              <a:endParaRPr lang="zh-CN" altLang="en-US" sz="2800" b="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1274" name="Object 9"/>
            <p:cNvGraphicFramePr>
              <a:graphicFrameLocks noChangeAspect="1"/>
            </p:cNvGraphicFramePr>
            <p:nvPr/>
          </p:nvGraphicFramePr>
          <p:xfrm>
            <a:off x="0" y="363"/>
            <a:ext cx="2281" cy="1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3" imgW="1750060" imgH="1185545" progId="Word.Document.8">
                    <p:embed/>
                  </p:oleObj>
                </mc:Choice>
                <mc:Fallback>
                  <p:oleObj name="" r:id="rId3" imgW="1750060" imgH="1185545" progId="Word.Document.8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rcRect l="5661" t="16644" r="15094" b="16782"/>
                        <a:stretch>
                          <a:fillRect/>
                        </a:stretch>
                      </p:blipFill>
                      <p:spPr>
                        <a:xfrm>
                          <a:off x="0" y="363"/>
                          <a:ext cx="2281" cy="1544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8" name="Group 10"/>
          <p:cNvGrpSpPr/>
          <p:nvPr/>
        </p:nvGrpSpPr>
        <p:grpSpPr>
          <a:xfrm>
            <a:off x="4791075" y="2565400"/>
            <a:ext cx="4097338" cy="3457575"/>
            <a:chOff x="0" y="0"/>
            <a:chExt cx="2581" cy="2178"/>
          </a:xfrm>
        </p:grpSpPr>
        <p:sp>
          <p:nvSpPr>
            <p:cNvPr id="11271" name="Text Box 11"/>
            <p:cNvSpPr txBox="1"/>
            <p:nvPr/>
          </p:nvSpPr>
          <p:spPr>
            <a:xfrm>
              <a:off x="815" y="0"/>
              <a:ext cx="912" cy="365"/>
            </a:xfrm>
            <a:prstGeom prst="rect">
              <a:avLst/>
            </a:prstGeom>
            <a:solidFill>
              <a:srgbClr val="FFFF66"/>
            </a:solidFill>
            <a:ln w="9525">
              <a:noFill/>
            </a:ln>
          </p:spPr>
          <p:txBody>
            <a:bodyPr lIns="0" rIns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FF33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真值表</a:t>
              </a:r>
              <a:endParaRPr lang="zh-CN" altLang="en-US" sz="3200" b="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1272" name="Object 12"/>
            <p:cNvGraphicFramePr>
              <a:graphicFrameLocks noChangeAspect="1"/>
            </p:cNvGraphicFramePr>
            <p:nvPr/>
          </p:nvGraphicFramePr>
          <p:xfrm>
            <a:off x="0" y="412"/>
            <a:ext cx="2581" cy="1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5" imgW="4222115" imgH="2901315" progId="Word.Document.8">
                    <p:embed/>
                  </p:oleObj>
                </mc:Choice>
                <mc:Fallback>
                  <p:oleObj name="" r:id="rId5" imgW="4222115" imgH="2901315" progId="Word.Document.8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6"/>
                        <a:srcRect l="21849" t="12500" r="21313" b="37500"/>
                        <a:stretch>
                          <a:fillRect/>
                        </a:stretch>
                      </p:blipFill>
                      <p:spPr>
                        <a:xfrm>
                          <a:off x="0" y="412"/>
                          <a:ext cx="2581" cy="1766"/>
                        </a:xfrm>
                        <a:prstGeom prst="rect">
                          <a:avLst/>
                        </a:prstGeom>
                        <a:solidFill>
                          <a:srgbClr val="D9FFE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/>
          <p:nvPr/>
        </p:nvSpPr>
        <p:spPr>
          <a:xfrm>
            <a:off x="762000" y="762000"/>
            <a:ext cx="6096000" cy="155416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实现非逻辑的电路称为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非门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非门的逻辑符号：</a:t>
            </a:r>
            <a:endParaRPr lang="zh-CN" altLang="en-US" sz="32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1403350" y="2565400"/>
          <a:ext cx="3276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942975" imgH="304800" progId="">
                  <p:embed/>
                </p:oleObj>
              </mc:Choice>
              <mc:Fallback>
                <p:oleObj name="" r:id="rId1" imgW="942975" imgH="304800" progId="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rcRect t="-7196" b="-7945"/>
                      <a:stretch>
                        <a:fillRect/>
                      </a:stretch>
                    </p:blipFill>
                    <p:spPr>
                      <a:xfrm>
                        <a:off x="1403350" y="2565400"/>
                        <a:ext cx="3276600" cy="1219200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/>
          <p:cNvSpPr txBox="1"/>
          <p:nvPr/>
        </p:nvSpPr>
        <p:spPr>
          <a:xfrm>
            <a:off x="5364163" y="2852738"/>
            <a:ext cx="165576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A′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31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3" y="4508500"/>
            <a:ext cx="3240087" cy="1019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16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314">
                                            <p:txEl>
                                              <p:charRg st="16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  <p:bldP spid="133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2"/>
          <p:cNvSpPr txBox="1"/>
          <p:nvPr/>
        </p:nvSpPr>
        <p:spPr>
          <a:xfrm>
            <a:off x="395288" y="260350"/>
            <a:ext cx="3168650" cy="579438"/>
          </a:xfrm>
          <a:prstGeom prst="rect">
            <a:avLst/>
          </a:prstGeom>
          <a:solidFill>
            <a:srgbClr val="99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常用的逻辑运算</a:t>
            </a:r>
            <a:endParaRPr lang="zh-CN" altLang="en-US" sz="3200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39" name="Rectangle 3"/>
          <p:cNvSpPr/>
          <p:nvPr/>
        </p:nvSpPr>
        <p:spPr>
          <a:xfrm>
            <a:off x="395288" y="1196975"/>
            <a:ext cx="6477000" cy="12128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800" dirty="0">
                <a:latin typeface="Verdana" panose="020B0604030504040204" pitchFamily="34" charset="0"/>
              </a:rPr>
              <a:t>、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与非运算：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逻辑表达式为：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323850" y="3213100"/>
          <a:ext cx="3962400" cy="272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590800" imgH="2162175" progId="Word.Document.8">
                  <p:embed/>
                </p:oleObj>
              </mc:Choice>
              <mc:Fallback>
                <p:oleObj name="" r:id="rId1" imgW="2590800" imgH="2162175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3213100"/>
                        <a:ext cx="3962400" cy="2722563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3276600" y="1844675"/>
          <a:ext cx="218916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711200" imgH="203200" progId="Equation.3">
                  <p:embed/>
                </p:oleObj>
              </mc:Choice>
              <mc:Fallback>
                <p:oleObj name="" r:id="rId3" imgW="711200" imgH="203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1844675"/>
                        <a:ext cx="2189163" cy="595313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2" name="Group 6"/>
          <p:cNvGrpSpPr>
            <a:grpSpLocks noChangeAspect="1"/>
          </p:cNvGrpSpPr>
          <p:nvPr/>
        </p:nvGrpSpPr>
        <p:grpSpPr>
          <a:xfrm>
            <a:off x="4787900" y="2852738"/>
            <a:ext cx="3609975" cy="3584575"/>
            <a:chOff x="0" y="0"/>
            <a:chExt cx="2274" cy="2258"/>
          </a:xfrm>
        </p:grpSpPr>
        <p:graphicFrame>
          <p:nvGraphicFramePr>
            <p:cNvPr id="13319" name="Object 7"/>
            <p:cNvGraphicFramePr>
              <a:graphicFrameLocks noChangeAspect="1"/>
            </p:cNvGraphicFramePr>
            <p:nvPr/>
          </p:nvGraphicFramePr>
          <p:xfrm>
            <a:off x="0" y="742"/>
            <a:ext cx="2274" cy="1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5" imgW="1162050" imgH="657225" progId="">
                    <p:embed/>
                  </p:oleObj>
                </mc:Choice>
                <mc:Fallback>
                  <p:oleObj name="" r:id="rId5" imgW="1162050" imgH="657225" progId="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742"/>
                          <a:ext cx="2274" cy="1516"/>
                        </a:xfrm>
                        <a:prstGeom prst="rect">
                          <a:avLst/>
                        </a:prstGeom>
                        <a:solidFill>
                          <a:srgbClr val="D9FFE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3320" name="Picture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2267" cy="73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/>
          <p:nvPr/>
        </p:nvSpPr>
        <p:spPr>
          <a:xfrm>
            <a:off x="395288" y="692150"/>
            <a:ext cx="6400800" cy="12128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、或非运算：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逻辑表达式为：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3182938" y="1341438"/>
          <a:ext cx="20177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774700" imgH="203200" progId="Equation.3">
                  <p:embed/>
                </p:oleObj>
              </mc:Choice>
              <mc:Fallback>
                <p:oleObj name="" r:id="rId1" imgW="774700" imgH="203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82938" y="1341438"/>
                        <a:ext cx="2017712" cy="59055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304800" y="2590800"/>
          <a:ext cx="3505200" cy="272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590800" imgH="2162175" progId="Word.Document.8">
                  <p:embed/>
                </p:oleObj>
              </mc:Choice>
              <mc:Fallback>
                <p:oleObj name="" r:id="rId3" imgW="2590800" imgH="2162175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" y="2590800"/>
                        <a:ext cx="3505200" cy="2722563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5" name="Group 5"/>
          <p:cNvGrpSpPr>
            <a:grpSpLocks noChangeAspect="1"/>
          </p:cNvGrpSpPr>
          <p:nvPr/>
        </p:nvGrpSpPr>
        <p:grpSpPr>
          <a:xfrm>
            <a:off x="4427538" y="2565400"/>
            <a:ext cx="4067175" cy="3671888"/>
            <a:chOff x="0" y="0"/>
            <a:chExt cx="2562" cy="2313"/>
          </a:xfrm>
        </p:grpSpPr>
        <p:graphicFrame>
          <p:nvGraphicFramePr>
            <p:cNvPr id="14342" name="Object 6"/>
            <p:cNvGraphicFramePr>
              <a:graphicFrameLocks noChangeAspect="1"/>
            </p:cNvGraphicFramePr>
            <p:nvPr/>
          </p:nvGraphicFramePr>
          <p:xfrm>
            <a:off x="0" y="864"/>
            <a:ext cx="2562" cy="1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5" imgW="1162050" imgH="657225" progId="">
                    <p:embed/>
                  </p:oleObj>
                </mc:Choice>
                <mc:Fallback>
                  <p:oleObj name="" r:id="rId5" imgW="1162050" imgH="657225" progId="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864"/>
                          <a:ext cx="2562" cy="1449"/>
                        </a:xfrm>
                        <a:prstGeom prst="rect">
                          <a:avLst/>
                        </a:prstGeom>
                        <a:solidFill>
                          <a:srgbClr val="D9FFE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343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2540" cy="849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2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/>
          <p:nvPr/>
        </p:nvSpPr>
        <p:spPr>
          <a:xfrm>
            <a:off x="468313" y="476250"/>
            <a:ext cx="7162800" cy="579438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、异或运算：逻辑表达式为：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531938" y="1631950"/>
          <a:ext cx="4551362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294130" imgH="165100" progId="Equation.3">
                  <p:embed/>
                </p:oleObj>
              </mc:Choice>
              <mc:Fallback>
                <p:oleObj name="" r:id="rId1" imgW="1294130" imgH="1651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1938" y="1631950"/>
                        <a:ext cx="4551362" cy="646113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381000" y="3124200"/>
          <a:ext cx="3505200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2590800" imgH="2162175" progId="Word.Document.8">
                  <p:embed/>
                </p:oleObj>
              </mc:Choice>
              <mc:Fallback>
                <p:oleObj name="" r:id="rId3" imgW="2590800" imgH="2162175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rcRect t="-3540"/>
                      <a:stretch>
                        <a:fillRect/>
                      </a:stretch>
                    </p:blipFill>
                    <p:spPr>
                      <a:xfrm>
                        <a:off x="381000" y="3124200"/>
                        <a:ext cx="3505200" cy="3016250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9" name="Group 5"/>
          <p:cNvGrpSpPr>
            <a:grpSpLocks noChangeAspect="1"/>
          </p:cNvGrpSpPr>
          <p:nvPr/>
        </p:nvGrpSpPr>
        <p:grpSpPr>
          <a:xfrm>
            <a:off x="4356100" y="2924175"/>
            <a:ext cx="3816350" cy="3690938"/>
            <a:chOff x="0" y="0"/>
            <a:chExt cx="2404" cy="2325"/>
          </a:xfrm>
        </p:grpSpPr>
        <p:graphicFrame>
          <p:nvGraphicFramePr>
            <p:cNvPr id="15366" name="Object 6"/>
            <p:cNvGraphicFramePr>
              <a:graphicFrameLocks noChangeAspect="1"/>
            </p:cNvGraphicFramePr>
            <p:nvPr/>
          </p:nvGraphicFramePr>
          <p:xfrm>
            <a:off x="0" y="965"/>
            <a:ext cx="2404" cy="1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5" imgW="1162050" imgH="657225" progId="">
                    <p:embed/>
                  </p:oleObj>
                </mc:Choice>
                <mc:Fallback>
                  <p:oleObj name="" r:id="rId5" imgW="1162050" imgH="657225" progId="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965"/>
                          <a:ext cx="2404" cy="1360"/>
                        </a:xfrm>
                        <a:prstGeom prst="rect">
                          <a:avLst/>
                        </a:prstGeom>
                        <a:solidFill>
                          <a:srgbClr val="D9FFE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5367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2404" cy="967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dvAuto="100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68313" y="549275"/>
            <a:ext cx="8229600" cy="647700"/>
          </a:xfrm>
          <a:noFill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异或逻辑的运算规则：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611188" y="1628775"/>
            <a:ext cx="12969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0⊕0=</a:t>
            </a:r>
            <a:endParaRPr kumimoji="0" lang="en-US" altLang="zh-CN" sz="32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979613" y="1628775"/>
            <a:ext cx="576263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32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Text Box 5"/>
          <p:cNvSpPr txBox="1"/>
          <p:nvPr/>
        </p:nvSpPr>
        <p:spPr>
          <a:xfrm>
            <a:off x="611188" y="2420938"/>
            <a:ext cx="14414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0⊕1=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14" name="Text Box 6"/>
          <p:cNvSpPr txBox="1"/>
          <p:nvPr/>
        </p:nvSpPr>
        <p:spPr>
          <a:xfrm>
            <a:off x="1908175" y="2420938"/>
            <a:ext cx="7207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1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15" name="Text Box 7"/>
          <p:cNvSpPr txBox="1"/>
          <p:nvPr/>
        </p:nvSpPr>
        <p:spPr>
          <a:xfrm>
            <a:off x="611188" y="3141663"/>
            <a:ext cx="13684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1⊕0=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16" name="Text Box 8"/>
          <p:cNvSpPr txBox="1"/>
          <p:nvPr/>
        </p:nvSpPr>
        <p:spPr>
          <a:xfrm>
            <a:off x="1908175" y="3141663"/>
            <a:ext cx="71913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1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1979613" y="4005263"/>
            <a:ext cx="576263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32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8" name="Text Box 10"/>
          <p:cNvSpPr txBox="1"/>
          <p:nvPr/>
        </p:nvSpPr>
        <p:spPr>
          <a:xfrm>
            <a:off x="611188" y="4005263"/>
            <a:ext cx="15843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1⊕1=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19" name="Text Box 11"/>
          <p:cNvSpPr txBox="1"/>
          <p:nvPr/>
        </p:nvSpPr>
        <p:spPr>
          <a:xfrm>
            <a:off x="4427538" y="1628775"/>
            <a:ext cx="15128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A⊕0=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20" name="Text Box 12"/>
          <p:cNvSpPr txBox="1"/>
          <p:nvPr/>
        </p:nvSpPr>
        <p:spPr>
          <a:xfrm>
            <a:off x="4427538" y="2420938"/>
            <a:ext cx="13684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A⊕1=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21" name="Text Box 13"/>
          <p:cNvSpPr txBox="1"/>
          <p:nvPr/>
        </p:nvSpPr>
        <p:spPr>
          <a:xfrm>
            <a:off x="4427538" y="3213100"/>
            <a:ext cx="18732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A⊕A′=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22" name="Text Box 14"/>
          <p:cNvSpPr txBox="1"/>
          <p:nvPr/>
        </p:nvSpPr>
        <p:spPr>
          <a:xfrm>
            <a:off x="4356100" y="4076700"/>
            <a:ext cx="151130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3200" b="0" dirty="0">
                <a:latin typeface="Times New Roman" panose="02020603050405020304" pitchFamily="18" charset="0"/>
              </a:rPr>
              <a:t>A⊕A=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23" name="Text Box 15"/>
          <p:cNvSpPr txBox="1"/>
          <p:nvPr/>
        </p:nvSpPr>
        <p:spPr>
          <a:xfrm>
            <a:off x="5795963" y="1628775"/>
            <a:ext cx="7207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A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24" name="Text Box 16"/>
          <p:cNvSpPr txBox="1"/>
          <p:nvPr/>
        </p:nvSpPr>
        <p:spPr>
          <a:xfrm>
            <a:off x="5867400" y="2420938"/>
            <a:ext cx="10080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A′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25" name="Text Box 17"/>
          <p:cNvSpPr txBox="1"/>
          <p:nvPr/>
        </p:nvSpPr>
        <p:spPr>
          <a:xfrm>
            <a:off x="6300788" y="3213100"/>
            <a:ext cx="7191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1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5795963" y="4005263"/>
            <a:ext cx="576263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32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  <p:bldP spid="17411" grpId="0"/>
      <p:bldP spid="17412" grpId="0"/>
      <p:bldP spid="17413" grpId="0"/>
      <p:bldP spid="17414" grpId="0"/>
      <p:bldP spid="17415" grpId="0"/>
      <p:bldP spid="17416" grpId="0"/>
      <p:bldP spid="17417" grpId="0"/>
      <p:bldP spid="17418" grpId="0"/>
      <p:bldP spid="17419" grpId="0"/>
      <p:bldP spid="17420" grpId="0"/>
      <p:bldP spid="17421" grpId="0"/>
      <p:bldP spid="17422" grpId="0"/>
      <p:bldP spid="17423" grpId="0"/>
      <p:bldP spid="17424" grpId="0"/>
      <p:bldP spid="17425" grpId="0"/>
      <p:bldP spid="174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/>
          <p:nvPr/>
        </p:nvSpPr>
        <p:spPr>
          <a:xfrm>
            <a:off x="468313" y="620713"/>
            <a:ext cx="7162800" cy="579437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、同或运算：逻辑表达式为：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539750" y="2492375"/>
          <a:ext cx="3560763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3646170" imgH="2653030" progId="Word.Document.8">
                  <p:embed/>
                </p:oleObj>
              </mc:Choice>
              <mc:Fallback>
                <p:oleObj name="" r:id="rId1" imgW="3646170" imgH="2653030" progId="Word.Document.8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rcRect t="-3540"/>
                      <a:stretch>
                        <a:fillRect/>
                      </a:stretch>
                    </p:blipFill>
                    <p:spPr>
                      <a:xfrm>
                        <a:off x="539750" y="2492375"/>
                        <a:ext cx="3560763" cy="2740025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6" name="Group 4"/>
          <p:cNvGrpSpPr/>
          <p:nvPr/>
        </p:nvGrpSpPr>
        <p:grpSpPr>
          <a:xfrm>
            <a:off x="539750" y="1412875"/>
            <a:ext cx="5040313" cy="641350"/>
            <a:chOff x="0" y="0"/>
            <a:chExt cx="3175" cy="404"/>
          </a:xfrm>
        </p:grpSpPr>
        <p:graphicFrame>
          <p:nvGraphicFramePr>
            <p:cNvPr id="17417" name="Object 5"/>
            <p:cNvGraphicFramePr>
              <a:graphicFrameLocks noChangeAspect="1"/>
            </p:cNvGraphicFramePr>
            <p:nvPr/>
          </p:nvGraphicFramePr>
          <p:xfrm>
            <a:off x="0" y="0"/>
            <a:ext cx="1769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3" imgW="901700" imgH="165100" progId="Equation.3">
                    <p:embed/>
                  </p:oleObj>
                </mc:Choice>
                <mc:Fallback>
                  <p:oleObj name="" r:id="rId3" imgW="901700" imgH="1651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769" cy="360"/>
                        </a:xfrm>
                        <a:prstGeom prst="rect">
                          <a:avLst/>
                        </a:prstGeom>
                        <a:solidFill>
                          <a:srgbClr val="FFCC99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8" name="Text Box 6"/>
            <p:cNvSpPr txBox="1"/>
            <p:nvPr/>
          </p:nvSpPr>
          <p:spPr>
            <a:xfrm>
              <a:off x="1769" y="0"/>
              <a:ext cx="1406" cy="404"/>
            </a:xfrm>
            <a:prstGeom prst="rect">
              <a:avLst/>
            </a:prstGeom>
            <a:solidFill>
              <a:srgbClr val="FFCC99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6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＝</a:t>
              </a:r>
              <a:r>
                <a:rPr lang="en-US" altLang="zh-CN" sz="36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3600" dirty="0">
                  <a:solidFill>
                    <a:srgbClr val="000000"/>
                  </a:solidFill>
                  <a:latin typeface="Verdana" panose="020B0604030504040204" pitchFamily="34" charset="0"/>
                </a:rPr>
                <a:t>⊙</a:t>
              </a:r>
              <a:r>
                <a:rPr lang="en-US" altLang="zh-CN" sz="36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36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39" name="Group 7"/>
          <p:cNvGrpSpPr>
            <a:grpSpLocks noChangeAspect="1"/>
          </p:cNvGrpSpPr>
          <p:nvPr/>
        </p:nvGrpSpPr>
        <p:grpSpPr>
          <a:xfrm>
            <a:off x="4572000" y="2133600"/>
            <a:ext cx="3462338" cy="3440113"/>
            <a:chOff x="0" y="0"/>
            <a:chExt cx="2181" cy="2167"/>
          </a:xfrm>
        </p:grpSpPr>
        <p:graphicFrame>
          <p:nvGraphicFramePr>
            <p:cNvPr id="17415" name="Object 8"/>
            <p:cNvGraphicFramePr>
              <a:graphicFrameLocks noChangeAspect="1"/>
            </p:cNvGraphicFramePr>
            <p:nvPr/>
          </p:nvGraphicFramePr>
          <p:xfrm>
            <a:off x="0" y="747"/>
            <a:ext cx="2181" cy="1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5" imgW="1159510" imgH="659765" progId="">
                    <p:embed/>
                  </p:oleObj>
                </mc:Choice>
                <mc:Fallback>
                  <p:oleObj name="" r:id="rId5" imgW="1159510" imgH="659765" progId="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747"/>
                          <a:ext cx="2181" cy="1420"/>
                        </a:xfrm>
                        <a:prstGeom prst="rect">
                          <a:avLst/>
                        </a:prstGeom>
                        <a:solidFill>
                          <a:srgbClr val="D9FFE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7416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2177" cy="73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8442" name="Text Box 10"/>
          <p:cNvSpPr txBox="1"/>
          <p:nvPr/>
        </p:nvSpPr>
        <p:spPr>
          <a:xfrm>
            <a:off x="755650" y="5949950"/>
            <a:ext cx="4032250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异或和同或互为反运算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dvAuto="1000" build="p"/>
      <p:bldP spid="184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68313" y="549275"/>
            <a:ext cx="8229600" cy="647700"/>
          </a:xfrm>
          <a:noFill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同或逻辑的运算规则：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611188" y="1628775"/>
            <a:ext cx="15128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⊙</a:t>
            </a:r>
            <a:r>
              <a:rPr kumimoji="0" lang="en-US" altLang="zh-CN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0=</a:t>
            </a:r>
            <a:endParaRPr kumimoji="0" lang="en-US" altLang="zh-CN" sz="32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979613" y="1628775"/>
            <a:ext cx="576263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32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611188" y="2420938"/>
            <a:ext cx="144145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⊙</a:t>
            </a:r>
            <a:r>
              <a:rPr kumimoji="0" lang="en-US" altLang="zh-CN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1=</a:t>
            </a:r>
            <a:endParaRPr kumimoji="0" lang="en-US" altLang="zh-CN" sz="32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2" name="Text Box 6"/>
          <p:cNvSpPr txBox="1"/>
          <p:nvPr/>
        </p:nvSpPr>
        <p:spPr>
          <a:xfrm>
            <a:off x="1908175" y="2420938"/>
            <a:ext cx="7207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0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11188" y="3141663"/>
            <a:ext cx="136842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</a:t>
            </a:r>
            <a:r>
              <a:rPr kumimoji="0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⊙</a:t>
            </a:r>
            <a:r>
              <a:rPr kumimoji="0" lang="en-US" altLang="zh-CN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0=</a:t>
            </a:r>
            <a:endParaRPr kumimoji="0" lang="en-US" altLang="zh-CN" sz="32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4" name="Text Box 8"/>
          <p:cNvSpPr txBox="1"/>
          <p:nvPr/>
        </p:nvSpPr>
        <p:spPr>
          <a:xfrm>
            <a:off x="1908175" y="3141663"/>
            <a:ext cx="71913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0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979613" y="4005263"/>
            <a:ext cx="576263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32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611188" y="4005263"/>
            <a:ext cx="158432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</a:t>
            </a:r>
            <a:r>
              <a:rPr kumimoji="0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⊙</a:t>
            </a:r>
            <a:r>
              <a:rPr kumimoji="0" lang="en-US" altLang="zh-CN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1=</a:t>
            </a:r>
            <a:endParaRPr kumimoji="0" lang="en-US" altLang="zh-CN" sz="32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4427538" y="1628775"/>
            <a:ext cx="15128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⊙</a:t>
            </a:r>
            <a:r>
              <a:rPr kumimoji="0" lang="en-US" altLang="zh-CN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0=</a:t>
            </a:r>
            <a:endParaRPr kumimoji="0" lang="en-US" altLang="zh-CN" sz="32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4427538" y="2420938"/>
            <a:ext cx="165735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⊙</a:t>
            </a:r>
            <a:r>
              <a:rPr kumimoji="0" lang="en-US" altLang="zh-CN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1=</a:t>
            </a:r>
            <a:endParaRPr kumimoji="0" lang="en-US" altLang="zh-CN" sz="32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4427538" y="3213100"/>
            <a:ext cx="208915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⊙</a:t>
            </a:r>
            <a:r>
              <a:rPr kumimoji="0" lang="en-US" altLang="zh-CN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A′=</a:t>
            </a:r>
            <a:endParaRPr kumimoji="0" lang="en-US" altLang="zh-CN" sz="32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4356100" y="4076700"/>
            <a:ext cx="1728788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sz="28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⊙</a:t>
            </a:r>
            <a:r>
              <a:rPr kumimoji="0" lang="en-US" altLang="zh-CN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A=</a:t>
            </a:r>
            <a:endParaRPr kumimoji="0" lang="en-US" altLang="zh-CN" sz="32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71" name="Text Box 15"/>
          <p:cNvSpPr txBox="1"/>
          <p:nvPr/>
        </p:nvSpPr>
        <p:spPr>
          <a:xfrm>
            <a:off x="5940425" y="2420938"/>
            <a:ext cx="7207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A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9472" name="Text Box 16"/>
          <p:cNvSpPr txBox="1"/>
          <p:nvPr/>
        </p:nvSpPr>
        <p:spPr>
          <a:xfrm>
            <a:off x="6011863" y="1628775"/>
            <a:ext cx="100806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A′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9473" name="Text Box 17"/>
          <p:cNvSpPr txBox="1"/>
          <p:nvPr/>
        </p:nvSpPr>
        <p:spPr>
          <a:xfrm>
            <a:off x="6011863" y="4005263"/>
            <a:ext cx="7191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latin typeface="Times New Roman" panose="02020603050405020304" pitchFamily="18" charset="0"/>
              </a:rPr>
              <a:t>1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19474" name="Text Box 18"/>
          <p:cNvSpPr txBox="1">
            <a:spLocks noChangeArrowheads="1"/>
          </p:cNvSpPr>
          <p:nvPr/>
        </p:nvSpPr>
        <p:spPr bwMode="auto">
          <a:xfrm>
            <a:off x="6372225" y="3213100"/>
            <a:ext cx="576263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32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  <p:bldP spid="19459" grpId="0"/>
      <p:bldP spid="19460" grpId="0"/>
      <p:bldP spid="19461" grpId="0"/>
      <p:bldP spid="19462" grpId="0"/>
      <p:bldP spid="19463" grpId="0"/>
      <p:bldP spid="19464" grpId="0"/>
      <p:bldP spid="19465" grpId="0"/>
      <p:bldP spid="19466" grpId="0"/>
      <p:bldP spid="19467" grpId="0"/>
      <p:bldP spid="19468" grpId="0"/>
      <p:bldP spid="19469" grpId="0"/>
      <p:bldP spid="19470" grpId="0"/>
      <p:bldP spid="19471" grpId="0"/>
      <p:bldP spid="19472" grpId="0"/>
      <p:bldP spid="19473" grpId="0"/>
      <p:bldP spid="1947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0563" y="3573463"/>
            <a:ext cx="4279900" cy="2171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Text Box 3"/>
          <p:cNvSpPr txBox="1"/>
          <p:nvPr/>
        </p:nvSpPr>
        <p:spPr>
          <a:xfrm>
            <a:off x="323850" y="620713"/>
            <a:ext cx="7543800" cy="579437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 与或非运算：逻辑表达式为：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1624013" y="1452563"/>
          <a:ext cx="409733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" imgW="1143635" imgH="203200" progId="Equation.3">
                  <p:embed/>
                </p:oleObj>
              </mc:Choice>
              <mc:Fallback>
                <p:oleObj name="" r:id="rId2" imgW="1143635" imgH="2032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24013" y="1452563"/>
                        <a:ext cx="4097337" cy="71755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228600" y="3197225"/>
          <a:ext cx="3810000" cy="277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4" imgW="1381125" imgH="895350" progId="">
                  <p:embed/>
                </p:oleObj>
              </mc:Choice>
              <mc:Fallback>
                <p:oleObj name="" r:id="rId4" imgW="1381125" imgH="895350" progId="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5"/>
                      <a:srcRect t="-3217"/>
                      <a:stretch>
                        <a:fillRect/>
                      </a:stretch>
                    </p:blipFill>
                    <p:spPr>
                      <a:xfrm>
                        <a:off x="228600" y="3197225"/>
                        <a:ext cx="3810000" cy="27733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AutoShape 6"/>
          <p:cNvSpPr/>
          <p:nvPr/>
        </p:nvSpPr>
        <p:spPr>
          <a:xfrm>
            <a:off x="3886200" y="4419600"/>
            <a:ext cx="838200" cy="381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C3300"/>
          </a:solidFill>
          <a:ln w="9525">
            <a:noFill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2"/>
          <p:cNvSpPr txBox="1"/>
          <p:nvPr/>
        </p:nvSpPr>
        <p:spPr>
          <a:xfrm>
            <a:off x="323850" y="260350"/>
            <a:ext cx="8424863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b="0" dirty="0">
                <a:latin typeface="Verdana" panose="020B0604030504040204" pitchFamily="34" charset="0"/>
              </a:rPr>
              <a:t>§2.3   </a:t>
            </a:r>
            <a:r>
              <a:rPr lang="zh-CN" altLang="en-US" sz="3600" b="0" dirty="0">
                <a:latin typeface="Verdana" panose="020B0604030504040204" pitchFamily="34" charset="0"/>
              </a:rPr>
              <a:t>逻辑代数的基本公式和常用公式</a:t>
            </a:r>
            <a:endParaRPr lang="zh-CN" altLang="en-US" sz="3600" b="0" dirty="0">
              <a:latin typeface="Verdana" panose="020B0604030504040204" pitchFamily="34" charset="0"/>
            </a:endParaRPr>
          </a:p>
        </p:txBody>
      </p:sp>
      <p:sp>
        <p:nvSpPr>
          <p:cNvPr id="21507" name="Rectangle 3"/>
          <p:cNvSpPr/>
          <p:nvPr/>
        </p:nvSpPr>
        <p:spPr>
          <a:xfrm>
            <a:off x="468313" y="1125538"/>
            <a:ext cx="2622550" cy="579437"/>
          </a:xfrm>
          <a:prstGeom prst="rect">
            <a:avLst/>
          </a:prstGeom>
          <a:solidFill>
            <a:srgbClr val="CCFF99"/>
          </a:solidFill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一、基本公式</a:t>
            </a:r>
            <a:endParaRPr lang="zh-CN" altLang="en-US" sz="3200" dirty="0">
              <a:solidFill>
                <a:srgbClr val="FF33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468313" y="3068638"/>
          <a:ext cx="8305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3124200" imgH="209550" progId="Word.Document.8">
                  <p:embed/>
                </p:oleObj>
              </mc:Choice>
              <mc:Fallback>
                <p:oleObj name="" r:id="rId1" imgW="3124200" imgH="209550" progId="Word.Document.8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3068638"/>
                        <a:ext cx="8305800" cy="469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495300" y="3967163"/>
          <a:ext cx="830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3067050" imgH="200025" progId="Word.Document.8">
                  <p:embed/>
                </p:oleObj>
              </mc:Choice>
              <mc:Fallback>
                <p:oleObj name="" r:id="rId3" imgW="3067050" imgH="200025" progId="Word.Document.8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" y="3967163"/>
                        <a:ext cx="8305800" cy="4572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611188" y="4941888"/>
          <a:ext cx="42560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3073400" imgH="602615" progId="Word.Document.8">
                  <p:embed/>
                </p:oleObj>
              </mc:Choice>
              <mc:Fallback>
                <p:oleObj name="" r:id="rId5" imgW="3073400" imgH="602615" progId="Word.Document.8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rcRect r="47107" b="65715"/>
                      <a:stretch>
                        <a:fillRect/>
                      </a:stretch>
                    </p:blipFill>
                    <p:spPr>
                      <a:xfrm>
                        <a:off x="611188" y="4941888"/>
                        <a:ext cx="4256087" cy="5048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AutoShape 7"/>
          <p:cNvSpPr/>
          <p:nvPr/>
        </p:nvSpPr>
        <p:spPr>
          <a:xfrm>
            <a:off x="6011863" y="5734050"/>
            <a:ext cx="2608262" cy="889000"/>
          </a:xfrm>
          <a:prstGeom prst="wedgeRoundRectCallout">
            <a:avLst>
              <a:gd name="adj1" fmla="val -41236"/>
              <a:gd name="adj2" fmla="val -134819"/>
              <a:gd name="adj3" fmla="val 16667"/>
            </a:avLst>
          </a:prstGeom>
          <a:solidFill>
            <a:srgbClr val="E0C1FF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p>
            <a:pPr algn="ctr" eaLnBrk="1" hangingPunct="1"/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请特别注意与普通代数不同之处</a:t>
            </a:r>
            <a:endParaRPr lang="zh-CN" altLang="en-US" sz="2400" b="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1512" name="Group 8"/>
          <p:cNvGrpSpPr/>
          <p:nvPr/>
        </p:nvGrpSpPr>
        <p:grpSpPr>
          <a:xfrm>
            <a:off x="1979613" y="3860800"/>
            <a:ext cx="6840537" cy="1800225"/>
            <a:chOff x="0" y="0"/>
            <a:chExt cx="4309" cy="1134"/>
          </a:xfrm>
        </p:grpSpPr>
        <p:sp>
          <p:nvSpPr>
            <p:cNvPr id="20490" name="Oval 9"/>
            <p:cNvSpPr/>
            <p:nvPr/>
          </p:nvSpPr>
          <p:spPr>
            <a:xfrm>
              <a:off x="3221" y="0"/>
              <a:ext cx="1088" cy="454"/>
            </a:xfrm>
            <a:prstGeom prst="ellipse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491" name="Oval 10"/>
            <p:cNvSpPr/>
            <p:nvPr/>
          </p:nvSpPr>
          <p:spPr>
            <a:xfrm>
              <a:off x="0" y="544"/>
              <a:ext cx="1951" cy="590"/>
            </a:xfrm>
            <a:prstGeom prst="ellipse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492" name="Line 11"/>
            <p:cNvSpPr/>
            <p:nvPr/>
          </p:nvSpPr>
          <p:spPr>
            <a:xfrm>
              <a:off x="1951" y="862"/>
              <a:ext cx="816" cy="13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3" name="Line 12"/>
            <p:cNvSpPr/>
            <p:nvPr/>
          </p:nvSpPr>
          <p:spPr>
            <a:xfrm flipH="1">
              <a:off x="2858" y="408"/>
              <a:ext cx="635" cy="454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517" name="Text Box 13"/>
          <p:cNvSpPr txBox="1"/>
          <p:nvPr/>
        </p:nvSpPr>
        <p:spPr>
          <a:xfrm>
            <a:off x="468313" y="1989138"/>
            <a:ext cx="3024187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</a:rPr>
              <a:t>常量之间的关系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5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21511" grpId="0" animBg="1"/>
      <p:bldP spid="215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2"/>
          <p:cNvSpPr txBox="1"/>
          <p:nvPr/>
        </p:nvSpPr>
        <p:spPr>
          <a:xfrm>
            <a:off x="395288" y="620713"/>
            <a:ext cx="2089150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2.</a:t>
            </a:r>
            <a:r>
              <a:rPr lang="zh-CN" altLang="en-US" sz="2800" dirty="0">
                <a:latin typeface="Times New Roman" panose="02020603050405020304" pitchFamily="18" charset="0"/>
              </a:rPr>
              <a:t>基本公式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95288" y="1341438"/>
          <a:ext cx="496887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2047875" imgH="457200" progId="Word.Document.8">
                  <p:embed/>
                </p:oleObj>
              </mc:Choice>
              <mc:Fallback>
                <p:oleObj name="" r:id="rId1" imgW="2047875" imgH="457200" progId="Word.Document.8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1341438"/>
                        <a:ext cx="4968875" cy="11144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468313" y="2852738"/>
          <a:ext cx="532765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981835" imgH="207645" progId="Word.Document.8">
                  <p:embed/>
                </p:oleObj>
              </mc:Choice>
              <mc:Fallback>
                <p:oleObj name="" r:id="rId3" imgW="1981835" imgH="207645" progId="Word.Document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2852738"/>
                        <a:ext cx="5327650" cy="5413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463550" y="4286250"/>
          <a:ext cx="45116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5" imgW="2002790" imgH="201295" progId="Word.Document.8">
                  <p:embed/>
                </p:oleObj>
              </mc:Choice>
              <mc:Fallback>
                <p:oleObj name="" r:id="rId5" imgW="2002790" imgH="201295" progId="Word.Document.8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3550" y="4286250"/>
                        <a:ext cx="4511675" cy="4397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395288" y="5373688"/>
          <a:ext cx="50117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7" imgW="2148205" imgH="205105" progId="Word.Document.8">
                  <p:embed/>
                </p:oleObj>
              </mc:Choice>
              <mc:Fallback>
                <p:oleObj name="" r:id="rId7" imgW="2148205" imgH="205105" progId="Word.Document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288" y="5373688"/>
                        <a:ext cx="5011737" cy="4508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7"/>
          <p:cNvSpPr txBox="1"/>
          <p:nvPr/>
        </p:nvSpPr>
        <p:spPr>
          <a:xfrm>
            <a:off x="5940425" y="1700213"/>
            <a:ext cx="2743200" cy="2538412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rgbClr val="3399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分别令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A=0</a:t>
            </a:r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及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A=1</a:t>
            </a:r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代入这些公式，即可证明它们的正确性。</a:t>
            </a:r>
            <a:endParaRPr lang="zh-CN" altLang="en-US" sz="2400" b="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6" name="AutoShape 8"/>
          <p:cNvSpPr/>
          <p:nvPr/>
        </p:nvSpPr>
        <p:spPr>
          <a:xfrm>
            <a:off x="6227763" y="5373688"/>
            <a:ext cx="2916237" cy="720725"/>
          </a:xfrm>
          <a:prstGeom prst="wedgeRoundRectCallout">
            <a:avLst>
              <a:gd name="adj1" fmla="val -83208"/>
              <a:gd name="adj2" fmla="val -20264"/>
              <a:gd name="adj3" fmla="val 16667"/>
            </a:avLst>
          </a:prstGeom>
          <a:solidFill>
            <a:srgbClr val="99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亦称 </a:t>
            </a:r>
            <a:r>
              <a:rPr lang="zh-CN" altLang="en-US" sz="2800" u="sng" dirty="0">
                <a:solidFill>
                  <a:srgbClr val="FF3300"/>
                </a:solidFill>
                <a:latin typeface="Verdana" panose="020B0604030504040204" pitchFamily="34" charset="0"/>
              </a:rPr>
              <a:t>非非律</a:t>
            </a:r>
            <a:endParaRPr lang="zh-CN" altLang="en-US" sz="2800" u="sng" dirty="0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 algn="ctr" eaLnBrk="1" hangingPunct="1"/>
            <a:endParaRPr lang="en-US" altLang="zh-CN" sz="2800" b="0" u="sng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22535" grpId="0" animBg="1"/>
      <p:bldP spid="225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ext Box 2"/>
          <p:cNvSpPr txBox="1"/>
          <p:nvPr/>
        </p:nvSpPr>
        <p:spPr>
          <a:xfrm>
            <a:off x="395288" y="333375"/>
            <a:ext cx="20574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3.</a:t>
            </a:r>
            <a:r>
              <a:rPr lang="zh-CN" altLang="en-US" sz="2800" dirty="0">
                <a:latin typeface="Times New Roman" panose="02020603050405020304" pitchFamily="18" charset="0"/>
              </a:rPr>
              <a:t>基本定理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76200" y="971550"/>
          <a:ext cx="39624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609725" imgH="457200" progId="Word.Document.8">
                  <p:embed/>
                </p:oleObj>
              </mc:Choice>
              <mc:Fallback>
                <p:oleObj name="" r:id="rId1" imgW="1609725" imgH="457200" progId="Word.Document.8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rcRect r="5455"/>
                      <a:stretch>
                        <a:fillRect/>
                      </a:stretch>
                    </p:blipFill>
                    <p:spPr>
                      <a:xfrm>
                        <a:off x="76200" y="971550"/>
                        <a:ext cx="3962400" cy="11969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76200" y="2286000"/>
          <a:ext cx="579120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305050" imgH="457200" progId="Word.Document.8">
                  <p:embed/>
                </p:oleObj>
              </mc:Choice>
              <mc:Fallback>
                <p:oleObj name="" r:id="rId3" imgW="2305050" imgH="457200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rcRect r="2563"/>
                      <a:stretch>
                        <a:fillRect/>
                      </a:stretch>
                    </p:blipFill>
                    <p:spPr>
                      <a:xfrm>
                        <a:off x="76200" y="2286000"/>
                        <a:ext cx="5791200" cy="1184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76200" y="3581400"/>
          <a:ext cx="60960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2457450" imgH="457200" progId="Word.Document.8">
                  <p:embed/>
                </p:oleObj>
              </mc:Choice>
              <mc:Fallback>
                <p:oleObj name="" r:id="rId5" imgW="2457450" imgH="457200" progId="Word.Document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rcRect r="3615"/>
                      <a:stretch>
                        <a:fillRect/>
                      </a:stretch>
                    </p:blipFill>
                    <p:spPr>
                      <a:xfrm>
                        <a:off x="76200" y="3581400"/>
                        <a:ext cx="6096000" cy="11811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179388" y="4941888"/>
          <a:ext cx="67818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7" imgW="2572385" imgH="518160" progId="Word.Document.8">
                  <p:embed/>
                </p:oleObj>
              </mc:Choice>
              <mc:Fallback>
                <p:oleObj name="" r:id="rId7" imgW="2572385" imgH="518160" progId="Word.Document.8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rcRect r="5731"/>
                      <a:stretch>
                        <a:fillRect/>
                      </a:stretch>
                    </p:blipFill>
                    <p:spPr>
                      <a:xfrm>
                        <a:off x="179388" y="4941888"/>
                        <a:ext cx="6781800" cy="13525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7"/>
          <p:cNvSpPr txBox="1"/>
          <p:nvPr/>
        </p:nvSpPr>
        <p:spPr>
          <a:xfrm>
            <a:off x="5257800" y="447675"/>
            <a:ext cx="3810000" cy="1563688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rgbClr val="3399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利用真值表很容易证明这些公式的正确性。如证明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A·B=B·A</a:t>
            </a:r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</a:rPr>
              <a:t>：</a:t>
            </a:r>
            <a:endParaRPr lang="zh-CN" altLang="en-US" sz="2400" b="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6248400" y="2209800"/>
          <a:ext cx="2571750" cy="22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9" imgW="4133850" imgH="2783205" progId="Word.Document.8">
                  <p:embed/>
                </p:oleObj>
              </mc:Choice>
              <mc:Fallback>
                <p:oleObj name="" r:id="rId9" imgW="4133850" imgH="2783205" progId="Word.Document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rcRect l="2342" t="-2744" r="27640" b="9486"/>
                      <a:stretch>
                        <a:fillRect/>
                      </a:stretch>
                    </p:blipFill>
                    <p:spPr>
                      <a:xfrm>
                        <a:off x="6248400" y="2209800"/>
                        <a:ext cx="2571750" cy="22987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dvAuto="1000" build="p"/>
      <p:bldP spid="2355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ext Box 2"/>
          <p:cNvSpPr txBox="1"/>
          <p:nvPr/>
        </p:nvSpPr>
        <p:spPr>
          <a:xfrm>
            <a:off x="471488" y="404813"/>
            <a:ext cx="86725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求证</a:t>
            </a:r>
            <a:r>
              <a:rPr lang="en-US" altLang="zh-CN" sz="2800" dirty="0">
                <a:latin typeface="宋体" panose="02010600030101010101" pitchFamily="2" charset="-122"/>
              </a:rPr>
              <a:t>: </a:t>
            </a: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</a:rPr>
              <a:t>17</a:t>
            </a:r>
            <a:r>
              <a:rPr lang="zh-CN" altLang="en-US" sz="2800" dirty="0">
                <a:latin typeface="宋体" panose="02010600030101010101" pitchFamily="2" charset="-122"/>
              </a:rPr>
              <a:t>式）  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A+BC=(A+B)(A+C)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611188" y="1125538"/>
            <a:ext cx="1244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楷体_GB2312" pitchFamily="1" charset="-122"/>
                <a:ea typeface="楷体_GB2312" pitchFamily="1" charset="-122"/>
              </a:rPr>
              <a:t>证明</a:t>
            </a: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:</a:t>
            </a:r>
            <a:endParaRPr lang="en-US" altLang="zh-CN" sz="32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80" name="Rectangle 4"/>
          <p:cNvSpPr/>
          <p:nvPr/>
        </p:nvSpPr>
        <p:spPr>
          <a:xfrm>
            <a:off x="1619250" y="1125538"/>
            <a:ext cx="345757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右边</a:t>
            </a:r>
            <a:r>
              <a:rPr lang="zh-CN" altLang="en-US" sz="3200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=(A+B)(A+C)</a:t>
            </a:r>
            <a:endParaRPr lang="en-US" altLang="zh-CN" sz="32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81" name="Rectangle 5"/>
          <p:cNvSpPr/>
          <p:nvPr/>
        </p:nvSpPr>
        <p:spPr>
          <a:xfrm>
            <a:off x="2555875" y="2060575"/>
            <a:ext cx="38163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=AA+AB+AC+BC</a:t>
            </a:r>
            <a:endParaRPr lang="en-US" altLang="zh-CN" sz="3200" dirty="0">
              <a:solidFill>
                <a:srgbClr val="00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82" name="Rectangle 6"/>
          <p:cNvSpPr/>
          <p:nvPr/>
        </p:nvSpPr>
        <p:spPr>
          <a:xfrm>
            <a:off x="2195513" y="2636838"/>
            <a:ext cx="367188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=A +A(B+C)+BC</a:t>
            </a:r>
            <a:endParaRPr lang="en-US" altLang="zh-CN" sz="3200" dirty="0">
              <a:solidFill>
                <a:srgbClr val="00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83" name="Rectangle 7"/>
          <p:cNvSpPr/>
          <p:nvPr/>
        </p:nvSpPr>
        <p:spPr>
          <a:xfrm>
            <a:off x="2195513" y="3284538"/>
            <a:ext cx="36718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=A(1+B+C)+BC</a:t>
            </a:r>
            <a:endParaRPr lang="en-US" altLang="zh-CN" sz="3200" dirty="0">
              <a:solidFill>
                <a:srgbClr val="00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84" name="Rectangle 8"/>
          <p:cNvSpPr/>
          <p:nvPr/>
        </p:nvSpPr>
        <p:spPr>
          <a:xfrm>
            <a:off x="2195513" y="4005263"/>
            <a:ext cx="31686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=A 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1" charset="-122"/>
              </a:rPr>
              <a:t>•</a:t>
            </a: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 1+BC</a:t>
            </a:r>
            <a:endParaRPr lang="en-US" altLang="zh-CN" sz="3200" dirty="0">
              <a:solidFill>
                <a:srgbClr val="00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85" name="Rectangle 9"/>
          <p:cNvSpPr/>
          <p:nvPr/>
        </p:nvSpPr>
        <p:spPr>
          <a:xfrm>
            <a:off x="2268538" y="4725988"/>
            <a:ext cx="20161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=A+BC</a:t>
            </a:r>
            <a:endParaRPr lang="en-US" altLang="zh-CN" sz="3200" dirty="0">
              <a:solidFill>
                <a:srgbClr val="00000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86" name="Rectangle 10"/>
          <p:cNvSpPr/>
          <p:nvPr/>
        </p:nvSpPr>
        <p:spPr>
          <a:xfrm>
            <a:off x="4140200" y="4725988"/>
            <a:ext cx="120650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=</a:t>
            </a:r>
            <a:r>
              <a:rPr lang="zh-CN" altLang="en-US" sz="3200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左边</a:t>
            </a:r>
            <a:endParaRPr lang="zh-CN" altLang="en-US" sz="3200" dirty="0">
              <a:solidFill>
                <a:srgbClr val="0000FF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587" name="AutoShape 11"/>
          <p:cNvSpPr/>
          <p:nvPr/>
        </p:nvSpPr>
        <p:spPr>
          <a:xfrm>
            <a:off x="7308850" y="1557338"/>
            <a:ext cx="863600" cy="3455987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p>
            <a:pPr algn="ctr" eaLnBrk="1" hangingPunct="1"/>
            <a:r>
              <a:rPr lang="zh-CN" altLang="en-US" sz="2800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1" charset="-122"/>
              </a:rPr>
              <a:t>课本上用真值表证明</a:t>
            </a:r>
            <a:endParaRPr lang="zh-CN" altLang="en-US" sz="2800" dirty="0">
              <a:solidFill>
                <a:srgbClr val="000000"/>
              </a:solidFill>
              <a:latin typeface="Verdana" panose="020B060403050404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79" grpId="0"/>
      <p:bldP spid="24580" grpId="0"/>
      <p:bldP spid="24581" grpId="0"/>
      <p:bldP spid="24582" grpId="0"/>
      <p:bldP spid="24583" grpId="0"/>
      <p:bldP spid="24584" grpId="0"/>
      <p:bldP spid="24585" grpId="0"/>
      <p:bldP spid="24586" grpId="0"/>
      <p:bldP spid="2458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/>
          <p:nvPr/>
        </p:nvSpPr>
        <p:spPr>
          <a:xfrm>
            <a:off x="395288" y="476250"/>
            <a:ext cx="2622550" cy="579438"/>
          </a:xfrm>
          <a:prstGeom prst="rect">
            <a:avLst/>
          </a:prstGeom>
          <a:solidFill>
            <a:srgbClr val="CCFF99"/>
          </a:solidFill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二、常用公式</a:t>
            </a:r>
            <a:endParaRPr lang="zh-CN" altLang="en-US" sz="3200" dirty="0">
              <a:solidFill>
                <a:srgbClr val="FF33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971550" y="1341438"/>
            <a:ext cx="28797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0000FF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sz="3600" dirty="0">
                <a:latin typeface="Times New Roman" panose="02020603050405020304" pitchFamily="18" charset="0"/>
              </a:rPr>
              <a:t>   A+</a:t>
            </a: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AB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</a:rPr>
              <a:t>=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grpSp>
        <p:nvGrpSpPr>
          <p:cNvPr id="25604" name="Group 4"/>
          <p:cNvGrpSpPr/>
          <p:nvPr/>
        </p:nvGrpSpPr>
        <p:grpSpPr>
          <a:xfrm>
            <a:off x="827088" y="2492375"/>
            <a:ext cx="4824412" cy="1489075"/>
            <a:chOff x="0" y="0"/>
            <a:chExt cx="2586" cy="938"/>
          </a:xfrm>
        </p:grpSpPr>
        <p:sp>
          <p:nvSpPr>
            <p:cNvPr id="24589" name="Text Box 5"/>
            <p:cNvSpPr txBox="1"/>
            <p:nvPr/>
          </p:nvSpPr>
          <p:spPr>
            <a:xfrm>
              <a:off x="0" y="0"/>
              <a:ext cx="199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6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2.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   A+</a:t>
              </a:r>
              <a:r>
                <a:rPr lang="en-US" altLang="zh-CN" sz="3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′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B=</a:t>
              </a:r>
              <a:endParaRPr lang="en-US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0" name="Text Box 6"/>
            <p:cNvSpPr txBox="1"/>
            <p:nvPr/>
          </p:nvSpPr>
          <p:spPr>
            <a:xfrm>
              <a:off x="4" y="534"/>
              <a:ext cx="258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600" dirty="0">
                  <a:latin typeface="Times New Roman" panose="02020603050405020304" pitchFamily="18" charset="0"/>
                </a:rPr>
                <a:t>     A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′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+</a:t>
              </a:r>
              <a:r>
                <a:rPr lang="en-US" altLang="zh-CN" sz="3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B=</a:t>
              </a:r>
              <a:endParaRPr lang="en-US" altLang="zh-CN" sz="3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581" name="Text Box 7"/>
          <p:cNvSpPr txBox="1"/>
          <p:nvPr/>
        </p:nvSpPr>
        <p:spPr>
          <a:xfrm>
            <a:off x="5292725" y="2636838"/>
            <a:ext cx="36004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endParaRPr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5608" name="Text Box 8"/>
          <p:cNvSpPr txBox="1"/>
          <p:nvPr/>
        </p:nvSpPr>
        <p:spPr>
          <a:xfrm>
            <a:off x="5219700" y="2492375"/>
            <a:ext cx="2520950" cy="1465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A(</a:t>
            </a: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A′</a:t>
            </a:r>
            <a:r>
              <a:rPr lang="en-US" altLang="zh-CN" sz="3600" dirty="0">
                <a:latin typeface="Times New Roman" panose="02020603050405020304" pitchFamily="18" charset="0"/>
              </a:rPr>
              <a:t>+B)=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A′(</a:t>
            </a: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600" dirty="0">
                <a:latin typeface="Times New Roman" panose="02020603050405020304" pitchFamily="18" charset="0"/>
              </a:rPr>
              <a:t>+B)=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grpSp>
        <p:nvGrpSpPr>
          <p:cNvPr id="25609" name="Group 9"/>
          <p:cNvGrpSpPr/>
          <p:nvPr/>
        </p:nvGrpSpPr>
        <p:grpSpPr>
          <a:xfrm>
            <a:off x="2411413" y="5013325"/>
            <a:ext cx="3671887" cy="1296988"/>
            <a:chOff x="0" y="0"/>
            <a:chExt cx="2313" cy="817"/>
          </a:xfrm>
        </p:grpSpPr>
        <p:sp>
          <p:nvSpPr>
            <p:cNvPr id="24587" name="AutoShape 10"/>
            <p:cNvSpPr/>
            <p:nvPr/>
          </p:nvSpPr>
          <p:spPr>
            <a:xfrm>
              <a:off x="0" y="0"/>
              <a:ext cx="2313" cy="817"/>
            </a:xfrm>
            <a:prstGeom prst="wedgeRoundRectCallout">
              <a:avLst>
                <a:gd name="adj1" fmla="val -37157"/>
                <a:gd name="adj2" fmla="val -136782"/>
                <a:gd name="adj3" fmla="val 16667"/>
              </a:avLst>
            </a:prstGeom>
            <a:solidFill>
              <a:srgbClr val="99FF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3300"/>
                  </a:solidFill>
                  <a:latin typeface="Verdana" panose="020B0604030504040204" pitchFamily="34" charset="0"/>
                </a:rPr>
                <a:t>注</a:t>
              </a:r>
              <a:r>
                <a:rPr lang="en-US" altLang="zh-CN" sz="2800" dirty="0">
                  <a:solidFill>
                    <a:srgbClr val="000000"/>
                  </a:solidFill>
                  <a:latin typeface="Verdana" panose="020B0604030504040204" pitchFamily="34" charset="0"/>
                </a:rPr>
                <a:t>:  </a:t>
              </a:r>
              <a:r>
                <a:rPr lang="zh-CN" altLang="en-US" sz="2800" dirty="0">
                  <a:solidFill>
                    <a:srgbClr val="000000"/>
                  </a:solidFill>
                  <a:latin typeface="Verdana" panose="020B0604030504040204" pitchFamily="34" charset="0"/>
                </a:rPr>
                <a:t>红色变量被吸收掉！统称 </a:t>
              </a:r>
              <a:r>
                <a:rPr lang="zh-CN" altLang="en-US" sz="2800" u="sng" dirty="0">
                  <a:solidFill>
                    <a:srgbClr val="FF3300"/>
                  </a:solidFill>
                  <a:latin typeface="Verdana" panose="020B0604030504040204" pitchFamily="34" charset="0"/>
                </a:rPr>
                <a:t>吸收律</a:t>
              </a:r>
              <a:endParaRPr lang="zh-CN" altLang="en-US" sz="2800" u="sng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 eaLnBrk="1" hangingPunct="1"/>
              <a:endParaRPr lang="en-US" altLang="zh-CN" sz="2800" b="0" u="sng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4588" name="AutoShape 11"/>
            <p:cNvSpPr/>
            <p:nvPr/>
          </p:nvSpPr>
          <p:spPr>
            <a:xfrm>
              <a:off x="0" y="0"/>
              <a:ext cx="2313" cy="817"/>
            </a:xfrm>
            <a:prstGeom prst="wedgeRoundRectCallout">
              <a:avLst>
                <a:gd name="adj1" fmla="val 58949"/>
                <a:gd name="adj2" fmla="val -147921"/>
                <a:gd name="adj3" fmla="val 16667"/>
              </a:avLst>
            </a:prstGeom>
            <a:solidFill>
              <a:srgbClr val="99FF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3300"/>
                  </a:solidFill>
                  <a:latin typeface="Verdana" panose="020B0604030504040204" pitchFamily="34" charset="0"/>
                </a:rPr>
                <a:t>注</a:t>
              </a:r>
              <a:r>
                <a:rPr lang="en-US" altLang="zh-CN" sz="2800" dirty="0">
                  <a:solidFill>
                    <a:srgbClr val="000000"/>
                  </a:solidFill>
                  <a:latin typeface="Verdana" panose="020B0604030504040204" pitchFamily="34" charset="0"/>
                </a:rPr>
                <a:t>:  </a:t>
              </a:r>
              <a:r>
                <a:rPr lang="zh-CN" altLang="en-US" sz="2800" dirty="0">
                  <a:solidFill>
                    <a:srgbClr val="000000"/>
                  </a:solidFill>
                  <a:latin typeface="Verdana" panose="020B0604030504040204" pitchFamily="34" charset="0"/>
                </a:rPr>
                <a:t>红色变量被吸收掉！统称 </a:t>
              </a:r>
              <a:r>
                <a:rPr lang="zh-CN" altLang="en-US" sz="2800" u="sng" dirty="0">
                  <a:solidFill>
                    <a:srgbClr val="FF3300"/>
                  </a:solidFill>
                  <a:latin typeface="Verdana" panose="020B0604030504040204" pitchFamily="34" charset="0"/>
                </a:rPr>
                <a:t>吸收律</a:t>
              </a:r>
              <a:endParaRPr lang="zh-CN" altLang="en-US" sz="2800" u="sng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 eaLnBrk="1" hangingPunct="1"/>
              <a:endParaRPr lang="en-US" altLang="zh-CN" sz="2800" b="0" u="sng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25612" name="Rectangle 12"/>
          <p:cNvSpPr/>
          <p:nvPr/>
        </p:nvSpPr>
        <p:spPr>
          <a:xfrm>
            <a:off x="3492500" y="1341438"/>
            <a:ext cx="5143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5613" name="Text Box 13"/>
          <p:cNvSpPr txBox="1"/>
          <p:nvPr/>
        </p:nvSpPr>
        <p:spPr>
          <a:xfrm>
            <a:off x="3492500" y="2492375"/>
            <a:ext cx="1728788" cy="1465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A+B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A′+B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5614" name="Text Box 14"/>
          <p:cNvSpPr txBox="1"/>
          <p:nvPr/>
        </p:nvSpPr>
        <p:spPr>
          <a:xfrm>
            <a:off x="7488238" y="2492375"/>
            <a:ext cx="1655762" cy="1465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AB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A′B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3" grpId="0"/>
      <p:bldP spid="25608" grpId="0"/>
      <p:bldP spid="25612" grpId="0"/>
      <p:bldP spid="25613" grpId="0"/>
      <p:bldP spid="256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/>
          <p:nvPr/>
        </p:nvSpPr>
        <p:spPr>
          <a:xfrm>
            <a:off x="827088" y="765175"/>
            <a:ext cx="12001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楷体_GB2312" pitchFamily="1" charset="-122"/>
                <a:ea typeface="楷体_GB2312" pitchFamily="1" charset="-122"/>
              </a:rPr>
              <a:t>证明</a:t>
            </a: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:</a:t>
            </a:r>
            <a:endParaRPr lang="en-US" altLang="zh-CN" sz="3200" dirty="0">
              <a:solidFill>
                <a:schemeClr val="accent2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1116013" y="1700213"/>
            <a:ext cx="8027987" cy="2043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A+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B =(A+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•(A+B)   ;</a:t>
            </a:r>
            <a:r>
              <a:rPr lang="zh-CN" altLang="en-US" sz="3200" dirty="0">
                <a:latin typeface="Times New Roman" panose="02020603050405020304" pitchFamily="18" charset="0"/>
              </a:rPr>
              <a:t>分配律                                         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           </a:t>
            </a:r>
            <a:r>
              <a:rPr lang="en-US" altLang="zh-CN" sz="3200" dirty="0">
                <a:latin typeface="Times New Roman" panose="02020603050405020304" pitchFamily="18" charset="0"/>
              </a:rPr>
              <a:t>=1•(A+B)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    =A+B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5604" name="Line 4"/>
          <p:cNvSpPr/>
          <p:nvPr/>
        </p:nvSpPr>
        <p:spPr>
          <a:xfrm>
            <a:off x="1141413" y="2216150"/>
            <a:ext cx="438150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Line 5"/>
          <p:cNvSpPr/>
          <p:nvPr/>
        </p:nvSpPr>
        <p:spPr>
          <a:xfrm>
            <a:off x="2716213" y="2233613"/>
            <a:ext cx="901700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Text Box 6"/>
          <p:cNvSpPr txBox="1"/>
          <p:nvPr/>
        </p:nvSpPr>
        <p:spPr>
          <a:xfrm>
            <a:off x="4643438" y="2565400"/>
            <a:ext cx="3743325" cy="57943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A+BC=(A+B)(A+C)</a:t>
            </a:r>
            <a:endParaRPr lang="en-US" altLang="zh-CN" sz="32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/>
        </p:nvSpPr>
        <p:spPr>
          <a:xfrm>
            <a:off x="468313" y="476250"/>
            <a:ext cx="316706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0000FF"/>
                </a:solidFill>
                <a:latin typeface="Times New Roman" panose="02020603050405020304" pitchFamily="18" charset="0"/>
              </a:rPr>
              <a:t>3.</a:t>
            </a:r>
            <a:r>
              <a:rPr lang="en-US" altLang="zh-CN" sz="3600" dirty="0">
                <a:latin typeface="Times New Roman" panose="02020603050405020304" pitchFamily="18" charset="0"/>
              </a:rPr>
              <a:t>   A</a:t>
            </a: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600" dirty="0">
                <a:latin typeface="Times New Roman" panose="02020603050405020304" pitchFamily="18" charset="0"/>
              </a:rPr>
              <a:t>+A</a:t>
            </a: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′</a:t>
            </a:r>
            <a:r>
              <a:rPr lang="en-US" altLang="zh-CN" sz="3600" dirty="0">
                <a:latin typeface="Times New Roman" panose="02020603050405020304" pitchFamily="18" charset="0"/>
              </a:rPr>
              <a:t>=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7651" name="Text Box 3"/>
          <p:cNvSpPr txBox="1"/>
          <p:nvPr/>
        </p:nvSpPr>
        <p:spPr>
          <a:xfrm>
            <a:off x="468313" y="1484313"/>
            <a:ext cx="2808287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0000FF"/>
                </a:solidFill>
                <a:latin typeface="Times New Roman" panose="02020603050405020304" pitchFamily="18" charset="0"/>
              </a:rPr>
              <a:t>4.</a:t>
            </a:r>
            <a:r>
              <a:rPr lang="en-US" altLang="zh-CN" sz="3600" dirty="0">
                <a:latin typeface="Times New Roman" panose="02020603050405020304" pitchFamily="18" charset="0"/>
              </a:rPr>
              <a:t>   A(A+</a:t>
            </a: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3600" dirty="0">
                <a:latin typeface="Times New Roman" panose="02020603050405020304" pitchFamily="18" charset="0"/>
              </a:rPr>
              <a:t>=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7652" name="Text Box 4"/>
          <p:cNvSpPr txBox="1"/>
          <p:nvPr/>
        </p:nvSpPr>
        <p:spPr>
          <a:xfrm>
            <a:off x="684213" y="2852738"/>
            <a:ext cx="5761037" cy="2774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证明</a:t>
            </a:r>
            <a:r>
              <a:rPr lang="en-US" altLang="zh-CN" sz="3200" dirty="0">
                <a:latin typeface="Times New Roman" panose="02020603050405020304" pitchFamily="18" charset="0"/>
              </a:rPr>
              <a:t>:    A(A+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B )</a:t>
            </a:r>
            <a:r>
              <a:rPr lang="en-US" altLang="zh-CN" sz="3200" dirty="0">
                <a:latin typeface="Times New Roman" panose="02020603050405020304" pitchFamily="18" charset="0"/>
              </a:rPr>
              <a:t>=A·A+A·B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                    =A+A·B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                    =A(1+B)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                    =A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7653" name="Text Box 5"/>
          <p:cNvSpPr txBox="1"/>
          <p:nvPr/>
        </p:nvSpPr>
        <p:spPr>
          <a:xfrm>
            <a:off x="4427538" y="476250"/>
            <a:ext cx="396081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(A+</a:t>
            </a: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600" dirty="0">
                <a:latin typeface="Times New Roman" panose="02020603050405020304" pitchFamily="18" charset="0"/>
              </a:rPr>
              <a:t> ) (A+</a:t>
            </a: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B′</a:t>
            </a:r>
            <a:r>
              <a:rPr lang="en-US" altLang="zh-CN" sz="3600" dirty="0">
                <a:latin typeface="Times New Roman" panose="02020603050405020304" pitchFamily="18" charset="0"/>
              </a:rPr>
              <a:t> )=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7654" name="AutoShape 6"/>
          <p:cNvSpPr/>
          <p:nvPr/>
        </p:nvSpPr>
        <p:spPr>
          <a:xfrm>
            <a:off x="3924300" y="1484313"/>
            <a:ext cx="3671888" cy="1296987"/>
          </a:xfrm>
          <a:prstGeom prst="wedgeRoundRectCallout">
            <a:avLst>
              <a:gd name="adj1" fmla="val -3824"/>
              <a:gd name="adj2" fmla="val -92352"/>
              <a:gd name="adj3" fmla="val 16667"/>
            </a:avLst>
          </a:prstGeom>
          <a:solidFill>
            <a:srgbClr val="99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注</a:t>
            </a:r>
            <a:r>
              <a:rPr lang="en-US" altLang="zh-CN" sz="2800" dirty="0">
                <a:solidFill>
                  <a:srgbClr val="000000"/>
                </a:solidFill>
                <a:latin typeface="Verdana" panose="020B0604030504040204" pitchFamily="34" charset="0"/>
              </a:rPr>
              <a:t>:  </a:t>
            </a:r>
            <a:r>
              <a:rPr lang="zh-CN" alt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红色变量被吸收掉！也称 </a:t>
            </a:r>
            <a:r>
              <a:rPr lang="zh-CN" altLang="en-US" sz="2800" u="sng" dirty="0">
                <a:solidFill>
                  <a:srgbClr val="FF3300"/>
                </a:solidFill>
                <a:latin typeface="Verdana" panose="020B0604030504040204" pitchFamily="34" charset="0"/>
              </a:rPr>
              <a:t>吸收律</a:t>
            </a:r>
            <a:endParaRPr lang="zh-CN" altLang="en-US" sz="2800" u="sng" dirty="0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 algn="ctr" eaLnBrk="1" hangingPunct="1"/>
            <a:endParaRPr lang="en-US" altLang="zh-CN" sz="2800" b="0" u="sng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  <p:sp>
        <p:nvSpPr>
          <p:cNvPr id="27655" name="Text Box 7"/>
          <p:cNvSpPr txBox="1"/>
          <p:nvPr/>
        </p:nvSpPr>
        <p:spPr>
          <a:xfrm>
            <a:off x="3563938" y="476250"/>
            <a:ext cx="6477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7656" name="Rectangle 8"/>
          <p:cNvSpPr/>
          <p:nvPr/>
        </p:nvSpPr>
        <p:spPr>
          <a:xfrm>
            <a:off x="3276600" y="1484313"/>
            <a:ext cx="5143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7657" name="Rectangle 9"/>
          <p:cNvSpPr/>
          <p:nvPr/>
        </p:nvSpPr>
        <p:spPr>
          <a:xfrm>
            <a:off x="8135938" y="450850"/>
            <a:ext cx="5143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/>
      <p:bldP spid="27652" grpId="0"/>
      <p:bldP spid="27653" grpId="0"/>
      <p:bldP spid="27654" grpId="0" animBg="1"/>
      <p:bldP spid="27655" grpId="0"/>
      <p:bldP spid="27656" grpId="0"/>
      <p:bldP spid="2765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/>
          <p:nvPr/>
        </p:nvSpPr>
        <p:spPr>
          <a:xfrm>
            <a:off x="3995738" y="692150"/>
            <a:ext cx="2754312" cy="8493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75" name="Text Box 3"/>
          <p:cNvSpPr txBox="1"/>
          <p:nvPr/>
        </p:nvSpPr>
        <p:spPr>
          <a:xfrm>
            <a:off x="611188" y="765175"/>
            <a:ext cx="39608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5.</a:t>
            </a:r>
            <a:r>
              <a:rPr lang="en-US" altLang="zh-CN" sz="3200" dirty="0">
                <a:latin typeface="Times New Roman" panose="02020603050405020304" pitchFamily="18" charset="0"/>
              </a:rPr>
              <a:t>   AB+A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C+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BC</a:t>
            </a:r>
            <a:r>
              <a:rPr lang="en-US" altLang="zh-CN" sz="3200" dirty="0">
                <a:latin typeface="Times New Roman" panose="02020603050405020304" pitchFamily="18" charset="0"/>
              </a:rPr>
              <a:t> =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7652" name="Rectangle 4"/>
          <p:cNvSpPr/>
          <p:nvPr/>
        </p:nvSpPr>
        <p:spPr>
          <a:xfrm>
            <a:off x="3779838" y="1557338"/>
            <a:ext cx="4762500" cy="8239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77" name="Rectangle 5"/>
          <p:cNvSpPr/>
          <p:nvPr/>
        </p:nvSpPr>
        <p:spPr>
          <a:xfrm>
            <a:off x="373063" y="3017838"/>
            <a:ext cx="120650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楷体_GB2312" pitchFamily="1" charset="-122"/>
                <a:ea typeface="楷体_GB2312" pitchFamily="1" charset="-122"/>
              </a:rPr>
              <a:t>证明</a:t>
            </a:r>
            <a:r>
              <a:rPr lang="en-US" altLang="zh-CN" sz="3200" dirty="0">
                <a:latin typeface="楷体_GB2312" pitchFamily="1" charset="-122"/>
                <a:ea typeface="楷体_GB2312" pitchFamily="1" charset="-122"/>
              </a:rPr>
              <a:t>:</a:t>
            </a:r>
            <a:endParaRPr lang="en-US" altLang="zh-CN" sz="32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7654" name="Text Box 6"/>
          <p:cNvSpPr txBox="1"/>
          <p:nvPr/>
        </p:nvSpPr>
        <p:spPr>
          <a:xfrm>
            <a:off x="1987550" y="2967038"/>
            <a:ext cx="51752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endParaRPr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8679" name="Text Box 7"/>
          <p:cNvSpPr txBox="1"/>
          <p:nvPr/>
        </p:nvSpPr>
        <p:spPr>
          <a:xfrm>
            <a:off x="1476375" y="3068638"/>
            <a:ext cx="6938963" cy="3506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   AB+A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C+BC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=AB+A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C+(A+A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)BC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=AB+A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C+ABC+A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BC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=AB(1+C) 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C(1+B)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  =AB 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C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grpSp>
        <p:nvGrpSpPr>
          <p:cNvPr id="28680" name="Group 8"/>
          <p:cNvGrpSpPr/>
          <p:nvPr/>
        </p:nvGrpSpPr>
        <p:grpSpPr>
          <a:xfrm>
            <a:off x="2555875" y="5013325"/>
            <a:ext cx="2787650" cy="0"/>
            <a:chOff x="0" y="0"/>
            <a:chExt cx="1756" cy="0"/>
          </a:xfrm>
        </p:grpSpPr>
        <p:sp>
          <p:nvSpPr>
            <p:cNvPr id="27667" name="Line 9"/>
            <p:cNvSpPr/>
            <p:nvPr/>
          </p:nvSpPr>
          <p:spPr>
            <a:xfrm>
              <a:off x="0" y="0"/>
              <a:ext cx="373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Line 10"/>
            <p:cNvSpPr/>
            <p:nvPr/>
          </p:nvSpPr>
          <p:spPr>
            <a:xfrm>
              <a:off x="1270" y="0"/>
              <a:ext cx="48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683" name="Group 11"/>
          <p:cNvGrpSpPr/>
          <p:nvPr/>
        </p:nvGrpSpPr>
        <p:grpSpPr>
          <a:xfrm>
            <a:off x="3348038" y="5013325"/>
            <a:ext cx="3529012" cy="1588"/>
            <a:chOff x="0" y="0"/>
            <a:chExt cx="2223" cy="1"/>
          </a:xfrm>
        </p:grpSpPr>
        <p:sp>
          <p:nvSpPr>
            <p:cNvPr id="27665" name="Line 12"/>
            <p:cNvSpPr/>
            <p:nvPr/>
          </p:nvSpPr>
          <p:spPr>
            <a:xfrm flipV="1">
              <a:off x="0" y="0"/>
              <a:ext cx="590" cy="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6" name="Line 13"/>
            <p:cNvSpPr/>
            <p:nvPr/>
          </p:nvSpPr>
          <p:spPr>
            <a:xfrm>
              <a:off x="1406" y="0"/>
              <a:ext cx="817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686" name="Group 14"/>
          <p:cNvGrpSpPr/>
          <p:nvPr/>
        </p:nvGrpSpPr>
        <p:grpSpPr>
          <a:xfrm>
            <a:off x="1258888" y="1268413"/>
            <a:ext cx="1225550" cy="71437"/>
            <a:chOff x="0" y="0"/>
            <a:chExt cx="681" cy="0"/>
          </a:xfrm>
        </p:grpSpPr>
        <p:sp>
          <p:nvSpPr>
            <p:cNvPr id="27663" name="Line 15"/>
            <p:cNvSpPr/>
            <p:nvPr/>
          </p:nvSpPr>
          <p:spPr>
            <a:xfrm>
              <a:off x="0" y="0"/>
              <a:ext cx="182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4" name="Line 16"/>
            <p:cNvSpPr/>
            <p:nvPr/>
          </p:nvSpPr>
          <p:spPr>
            <a:xfrm>
              <a:off x="499" y="0"/>
              <a:ext cx="182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8689" name="Text Box 17"/>
          <p:cNvSpPr txBox="1"/>
          <p:nvPr/>
        </p:nvSpPr>
        <p:spPr>
          <a:xfrm>
            <a:off x="1187450" y="1773238"/>
            <a:ext cx="34559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AB+A</a:t>
            </a:r>
            <a:r>
              <a:rPr lang="en-US" altLang="zh-CN" sz="2800" dirty="0">
                <a:latin typeface="Times New Roman" panose="02020603050405020304" pitchFamily="18" charset="0"/>
              </a:rPr>
              <a:t>′</a:t>
            </a:r>
            <a:r>
              <a:rPr lang="en-US" altLang="zh-CN" sz="3200" dirty="0">
                <a:latin typeface="Times New Roman" panose="02020603050405020304" pitchFamily="18" charset="0"/>
              </a:rPr>
              <a:t>C+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BCD</a:t>
            </a:r>
            <a:r>
              <a:rPr lang="en-US" altLang="zh-CN" sz="3200" dirty="0">
                <a:latin typeface="Times New Roman" panose="02020603050405020304" pitchFamily="18" charset="0"/>
              </a:rPr>
              <a:t> =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8690" name="Text Box 18"/>
          <p:cNvSpPr txBox="1"/>
          <p:nvPr/>
        </p:nvSpPr>
        <p:spPr>
          <a:xfrm>
            <a:off x="4284663" y="765175"/>
            <a:ext cx="21955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AB+A′C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8691" name="Text Box 19"/>
          <p:cNvSpPr txBox="1"/>
          <p:nvPr/>
        </p:nvSpPr>
        <p:spPr>
          <a:xfrm>
            <a:off x="4643438" y="1773238"/>
            <a:ext cx="219551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AB+A′C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8692" name="AutoShape 20"/>
          <p:cNvSpPr/>
          <p:nvPr/>
        </p:nvSpPr>
        <p:spPr>
          <a:xfrm>
            <a:off x="6804025" y="1341438"/>
            <a:ext cx="2159000" cy="1366837"/>
          </a:xfrm>
          <a:prstGeom prst="wedgeRoundRectCallout">
            <a:avLst>
              <a:gd name="adj1" fmla="val -103088"/>
              <a:gd name="adj2" fmla="val -33972"/>
              <a:gd name="adj3" fmla="val 16667"/>
            </a:avLst>
          </a:prstGeom>
          <a:solidFill>
            <a:srgbClr val="99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1" hangingPunct="1"/>
            <a:r>
              <a:rPr lang="zh-CN" altLang="en-US" sz="2800" u="sng" dirty="0">
                <a:solidFill>
                  <a:srgbClr val="FF3300"/>
                </a:solidFill>
                <a:latin typeface="Verdana" panose="020B0604030504040204" pitchFamily="34" charset="0"/>
              </a:rPr>
              <a:t>冗余定律</a:t>
            </a:r>
            <a:r>
              <a:rPr lang="zh-CN" altLang="en-US" sz="2800" dirty="0">
                <a:latin typeface="Verdana" panose="020B0604030504040204" pitchFamily="34" charset="0"/>
              </a:rPr>
              <a:t>或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eaLnBrk="1" hangingPunct="1"/>
            <a:r>
              <a:rPr lang="zh-CN" altLang="en-US" sz="2800" u="sng" dirty="0">
                <a:solidFill>
                  <a:srgbClr val="FF3300"/>
                </a:solidFill>
                <a:latin typeface="Verdana" panose="020B0604030504040204" pitchFamily="34" charset="0"/>
              </a:rPr>
              <a:t>多余项定理</a:t>
            </a:r>
            <a:endParaRPr lang="zh-CN" altLang="en-US" sz="2800" u="sng" dirty="0">
              <a:solidFill>
                <a:srgbClr val="FF33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zh-CN" altLang="en-US" sz="2800" dirty="0">
                <a:latin typeface="Verdana" panose="020B0604030504040204" pitchFamily="34" charset="0"/>
              </a:rPr>
              <a:t>或</a:t>
            </a:r>
            <a:r>
              <a:rPr lang="zh-CN" altLang="en-US" sz="2800" u="sng" dirty="0">
                <a:solidFill>
                  <a:srgbClr val="FF3300"/>
                </a:solidFill>
                <a:latin typeface="Verdana" panose="020B0604030504040204" pitchFamily="34" charset="0"/>
              </a:rPr>
              <a:t>包含律</a:t>
            </a:r>
            <a:endParaRPr lang="zh-CN" altLang="en-US" sz="2800" u="sng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699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699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/>
      <p:bldP spid="28677" grpId="0"/>
      <p:bldP spid="28679" grpId="0"/>
      <p:bldP spid="28689" grpId="0"/>
      <p:bldP spid="28690" grpId="0"/>
      <p:bldP spid="28691" grpId="0"/>
      <p:bldP spid="2869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23850" y="2708275"/>
            <a:ext cx="4978400" cy="676275"/>
          </a:xfrm>
          <a:noFill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(A+B)(A′+C)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(B+C)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=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9699" name="Text Box 3"/>
          <p:cNvSpPr txBox="1"/>
          <p:nvPr/>
        </p:nvSpPr>
        <p:spPr>
          <a:xfrm>
            <a:off x="5003800" y="2708275"/>
            <a:ext cx="37433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(A+B)(A′+C)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250825" y="3933825"/>
            <a:ext cx="56165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(A+B)(A′+C)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(B+C+D)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1" name="Text Box 5"/>
          <p:cNvSpPr txBox="1"/>
          <p:nvPr/>
        </p:nvSpPr>
        <p:spPr>
          <a:xfrm>
            <a:off x="5580063" y="3933825"/>
            <a:ext cx="37433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(A+B)(A′+C)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9702" name="Text Box 6"/>
          <p:cNvSpPr txBox="1"/>
          <p:nvPr/>
        </p:nvSpPr>
        <p:spPr>
          <a:xfrm>
            <a:off x="395288" y="1196975"/>
            <a:ext cx="81375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冗余定律</a:t>
            </a:r>
            <a:r>
              <a:rPr lang="zh-CN" altLang="en-US" sz="3600" dirty="0">
                <a:latin typeface="Times New Roman" panose="02020603050405020304" pitchFamily="18" charset="0"/>
              </a:rPr>
              <a:t>或</a:t>
            </a:r>
            <a:r>
              <a:rPr lang="zh-CN" altLang="en-US" sz="36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多余项定理</a:t>
            </a:r>
            <a:r>
              <a:rPr lang="zh-CN" altLang="en-US" sz="3600" dirty="0">
                <a:latin typeface="Times New Roman" panose="02020603050405020304" pitchFamily="18" charset="0"/>
              </a:rPr>
              <a:t>的其他形式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9703" name="AutoShape 7"/>
          <p:cNvSpPr/>
          <p:nvPr/>
        </p:nvSpPr>
        <p:spPr>
          <a:xfrm>
            <a:off x="4067175" y="5157788"/>
            <a:ext cx="3744913" cy="1366837"/>
          </a:xfrm>
          <a:prstGeom prst="wedgeRoundRectCallout">
            <a:avLst>
              <a:gd name="adj1" fmla="val -54750"/>
              <a:gd name="adj2" fmla="val -102731"/>
              <a:gd name="adj3" fmla="val 16667"/>
            </a:avLst>
          </a:prstGeom>
          <a:solidFill>
            <a:srgbClr val="99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1" hangingPunct="1"/>
            <a:r>
              <a:rPr lang="zh-CN" altLang="en-US" sz="2800" dirty="0">
                <a:latin typeface="Verdana" panose="020B0604030504040204" pitchFamily="34" charset="0"/>
              </a:rPr>
              <a:t>同理：此多余项可以扩展成其他形式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  <p:bldP spid="29699" grpId="0"/>
      <p:bldP spid="29700" grpId="0"/>
      <p:bldP spid="29701" grpId="0"/>
      <p:bldP spid="29702" grpId="0"/>
      <p:bldP spid="2970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722" name="Group 2"/>
          <p:cNvGrpSpPr/>
          <p:nvPr/>
        </p:nvGrpSpPr>
        <p:grpSpPr>
          <a:xfrm>
            <a:off x="684213" y="549275"/>
            <a:ext cx="4895850" cy="1489075"/>
            <a:chOff x="0" y="0"/>
            <a:chExt cx="3265" cy="938"/>
          </a:xfrm>
        </p:grpSpPr>
        <p:sp>
          <p:nvSpPr>
            <p:cNvPr id="29704" name="Text Box 3"/>
            <p:cNvSpPr txBox="1"/>
            <p:nvPr/>
          </p:nvSpPr>
          <p:spPr>
            <a:xfrm>
              <a:off x="0" y="0"/>
              <a:ext cx="3265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6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6.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3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·(A·B) ′=</a:t>
              </a:r>
              <a:endPara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05" name="Text Box 4"/>
            <p:cNvSpPr txBox="1"/>
            <p:nvPr/>
          </p:nvSpPr>
          <p:spPr>
            <a:xfrm>
              <a:off x="5" y="534"/>
              <a:ext cx="3033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600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36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A′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·(A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·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B)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′</a:t>
              </a:r>
              <a:r>
                <a:rPr lang="en-US" altLang="zh-CN" sz="3600" dirty="0">
                  <a:latin typeface="Times New Roman" panose="02020603050405020304" pitchFamily="18" charset="0"/>
                </a:rPr>
                <a:t>=</a:t>
              </a:r>
              <a:endPara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725" name="Text Box 5"/>
          <p:cNvSpPr txBox="1"/>
          <p:nvPr/>
        </p:nvSpPr>
        <p:spPr>
          <a:xfrm>
            <a:off x="611188" y="2420938"/>
            <a:ext cx="11525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证明</a:t>
            </a:r>
            <a:r>
              <a:rPr lang="en-US" altLang="zh-CN" sz="2800" dirty="0">
                <a:latin typeface="Times New Roman" panose="02020603050405020304" pitchFamily="18" charset="0"/>
              </a:rPr>
              <a:t>: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30726" name="Rectangle 6"/>
          <p:cNvSpPr/>
          <p:nvPr/>
        </p:nvSpPr>
        <p:spPr>
          <a:xfrm>
            <a:off x="2124075" y="2420938"/>
            <a:ext cx="5184775" cy="1554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A·(A·B) ′=A·(A′+B′)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                  =A·A′+A·B′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                  = A·B′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30727" name="Rectangle 7"/>
          <p:cNvSpPr/>
          <p:nvPr/>
        </p:nvSpPr>
        <p:spPr>
          <a:xfrm>
            <a:off x="1979613" y="4221163"/>
            <a:ext cx="6192837" cy="2041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A′·(A·B) ′=A′·(A′+B′)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                      =A′·A′+A′·B′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                      = A′·(1+B′)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</a:rPr>
              <a:t>                      =A′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30728" name="Text Box 8"/>
          <p:cNvSpPr txBox="1"/>
          <p:nvPr/>
        </p:nvSpPr>
        <p:spPr>
          <a:xfrm>
            <a:off x="3924300" y="549275"/>
            <a:ext cx="15843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A·B′</a:t>
            </a:r>
            <a:endParaRPr lang="en-US" altLang="zh-CN" sz="36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9" name="Text Box 9"/>
          <p:cNvSpPr txBox="1"/>
          <p:nvPr/>
        </p:nvSpPr>
        <p:spPr>
          <a:xfrm>
            <a:off x="4140200" y="1412875"/>
            <a:ext cx="100806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</a:rPr>
              <a:t>A′</a:t>
            </a:r>
            <a:endParaRPr lang="en-US" altLang="zh-CN" sz="36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/>
      <p:bldP spid="30726" grpId="0"/>
      <p:bldP spid="30727" grpId="0"/>
      <p:bldP spid="30728" grpId="0"/>
      <p:bldP spid="307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 Box 2"/>
          <p:cNvSpPr txBox="1"/>
          <p:nvPr/>
        </p:nvSpPr>
        <p:spPr>
          <a:xfrm>
            <a:off x="468313" y="1268413"/>
            <a:ext cx="2971800" cy="519112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 eaLnBrk="1" hangingPunct="1"/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</a:rPr>
              <a:t>一、代入定理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Text Box 3"/>
          <p:cNvSpPr txBox="1"/>
          <p:nvPr/>
        </p:nvSpPr>
        <p:spPr>
          <a:xfrm>
            <a:off x="684213" y="1844675"/>
            <a:ext cx="7467600" cy="17589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　  任何一个含有变量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的等式，如果将所有出现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的位置都用同一个逻辑函数代替，则等式仍然成立。这个规则称为代入定理。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31748" name="Group 4"/>
          <p:cNvGrpSpPr/>
          <p:nvPr/>
        </p:nvGrpSpPr>
        <p:grpSpPr>
          <a:xfrm>
            <a:off x="250825" y="3716338"/>
            <a:ext cx="8534400" cy="1203325"/>
            <a:chOff x="0" y="0"/>
            <a:chExt cx="5376" cy="758"/>
          </a:xfrm>
        </p:grpSpPr>
        <p:sp>
          <p:nvSpPr>
            <p:cNvPr id="30727" name="Text Box 5"/>
            <p:cNvSpPr txBox="1"/>
            <p:nvPr/>
          </p:nvSpPr>
          <p:spPr>
            <a:xfrm>
              <a:off x="0" y="0"/>
              <a:ext cx="5376" cy="75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>
              <a:spAutoFit/>
            </a:bodyPr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　　例如，已知等式    　　　　　    ，用函数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Y=BC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代替等式中的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，根据代入定理，等式仍然成立，即有：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28" name="Object 6"/>
            <p:cNvGraphicFramePr>
              <a:graphicFrameLocks noChangeAspect="1"/>
            </p:cNvGraphicFramePr>
            <p:nvPr/>
          </p:nvGraphicFramePr>
          <p:xfrm>
            <a:off x="2042" y="101"/>
            <a:ext cx="1633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" imgW="1028700" imgH="203200" progId="Equation.3">
                    <p:embed/>
                  </p:oleObj>
                </mc:Choice>
                <mc:Fallback>
                  <p:oleObj name="" r:id="rId1" imgW="1028700" imgH="2032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42" y="101"/>
                          <a:ext cx="1633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900113" y="5373688"/>
          <a:ext cx="67691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2426970" imgH="203200" progId="Equation.3">
                  <p:embed/>
                </p:oleObj>
              </mc:Choice>
              <mc:Fallback>
                <p:oleObj name="" r:id="rId3" imgW="2426970" imgH="2032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5373688"/>
                        <a:ext cx="6769100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8"/>
          <p:cNvSpPr txBox="1"/>
          <p:nvPr/>
        </p:nvSpPr>
        <p:spPr>
          <a:xfrm>
            <a:off x="323850" y="404813"/>
            <a:ext cx="6119813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b="0" dirty="0">
                <a:latin typeface="Verdana" panose="020B0604030504040204" pitchFamily="34" charset="0"/>
              </a:rPr>
              <a:t>§2.4  </a:t>
            </a:r>
            <a:r>
              <a:rPr lang="zh-CN" altLang="en-US" sz="3600" b="0" dirty="0">
                <a:latin typeface="Verdana" panose="020B0604030504040204" pitchFamily="34" charset="0"/>
              </a:rPr>
              <a:t>逻辑代数的基本定理</a:t>
            </a:r>
            <a:endParaRPr lang="zh-CN" altLang="en-US" sz="36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build="p"/>
      <p:bldP spid="3174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 Box 2"/>
          <p:cNvSpPr txBox="1"/>
          <p:nvPr/>
        </p:nvSpPr>
        <p:spPr>
          <a:xfrm>
            <a:off x="323850" y="476250"/>
            <a:ext cx="2971800" cy="579438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 eaLnBrk="1" hangingPunct="1"/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</a:rPr>
              <a:t>二、 反演定理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Text Box 3"/>
          <p:cNvSpPr txBox="1"/>
          <p:nvPr/>
        </p:nvSpPr>
        <p:spPr>
          <a:xfrm>
            <a:off x="609600" y="1341438"/>
            <a:ext cx="8534400" cy="4789487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 eaLnBrk="1" hangingPunct="1"/>
            <a:r>
              <a:rPr lang="zh-CN" altLang="en-US" sz="2800" dirty="0">
                <a:latin typeface="Times New Roman" panose="02020603050405020304" pitchFamily="18" charset="0"/>
              </a:rPr>
              <a:t>　对于任何一个逻辑表达式</a:t>
            </a:r>
            <a:r>
              <a:rPr lang="en-US" altLang="zh-CN" sz="2800" dirty="0">
                <a:latin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</a:rPr>
              <a:t>，如果将表达式中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dirty="0">
                <a:latin typeface="Times New Roman" panose="02020603050405020304" pitchFamily="18" charset="0"/>
              </a:rPr>
              <a:t>的所有“</a:t>
            </a:r>
            <a:r>
              <a:rPr lang="en-US" altLang="zh-CN" sz="2800" dirty="0">
                <a:latin typeface="Times New Roman" panose="02020603050405020304" pitchFamily="18" charset="0"/>
              </a:rPr>
              <a:t>·”</a:t>
            </a:r>
            <a:r>
              <a:rPr lang="zh-CN" altLang="en-US" sz="2800" dirty="0">
                <a:latin typeface="Times New Roman" panose="02020603050405020304" pitchFamily="18" charset="0"/>
              </a:rPr>
              <a:t>换成“＋”，“＋”换成“</a:t>
            </a:r>
            <a:r>
              <a:rPr lang="en-US" altLang="zh-CN" sz="2800" dirty="0">
                <a:latin typeface="Times New Roman" panose="02020603050405020304" pitchFamily="18" charset="0"/>
              </a:rPr>
              <a:t>·”</a:t>
            </a:r>
            <a:r>
              <a:rPr lang="zh-CN" altLang="en-US" sz="2800" dirty="0">
                <a:latin typeface="Times New Roman" panose="02020603050405020304" pitchFamily="18" charset="0"/>
              </a:rPr>
              <a:t>，“</a:t>
            </a:r>
            <a:r>
              <a:rPr lang="en-US" altLang="zh-CN" sz="2800" dirty="0">
                <a:latin typeface="Times New Roman" panose="02020603050405020304" pitchFamily="18" charset="0"/>
              </a:rPr>
              <a:t>0”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/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dirty="0">
                <a:latin typeface="Times New Roman" panose="02020603050405020304" pitchFamily="18" charset="0"/>
              </a:rPr>
              <a:t>换成“</a:t>
            </a:r>
            <a:r>
              <a:rPr lang="en-US" altLang="zh-CN" sz="2800" dirty="0">
                <a:latin typeface="Times New Roman" panose="02020603050405020304" pitchFamily="18" charset="0"/>
              </a:rPr>
              <a:t>1”</a:t>
            </a:r>
            <a:r>
              <a:rPr lang="zh-CN" altLang="en-US" sz="2800" dirty="0">
                <a:latin typeface="Times New Roman" panose="02020603050405020304" pitchFamily="18" charset="0"/>
              </a:rPr>
              <a:t>，“</a:t>
            </a:r>
            <a:r>
              <a:rPr lang="en-US" altLang="zh-CN" sz="2800" dirty="0">
                <a:latin typeface="Times New Roman" panose="02020603050405020304" pitchFamily="18" charset="0"/>
              </a:rPr>
              <a:t>1”</a:t>
            </a:r>
            <a:r>
              <a:rPr lang="zh-CN" altLang="en-US" sz="2800" dirty="0">
                <a:latin typeface="Times New Roman" panose="02020603050405020304" pitchFamily="18" charset="0"/>
              </a:rPr>
              <a:t>换成“</a:t>
            </a:r>
            <a:r>
              <a:rPr lang="en-US" altLang="zh-CN" sz="2800" dirty="0">
                <a:latin typeface="Times New Roman" panose="02020603050405020304" pitchFamily="18" charset="0"/>
              </a:rPr>
              <a:t>0”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原变量换成反变量，</a:t>
            </a:r>
            <a:endParaRPr lang="zh-CN" altLang="en-US" sz="28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endParaRPr lang="zh-CN" altLang="en-US" sz="28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反变量换成原变量</a:t>
            </a:r>
            <a:r>
              <a:rPr lang="zh-CN" altLang="en-US" sz="2800" dirty="0">
                <a:latin typeface="Times New Roman" panose="02020603050405020304" pitchFamily="18" charset="0"/>
              </a:rPr>
              <a:t>，那么所得到的表达式就是函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dirty="0">
                <a:latin typeface="Times New Roman" panose="02020603050405020304" pitchFamily="18" charset="0"/>
              </a:rPr>
              <a:t>数</a:t>
            </a:r>
            <a:r>
              <a:rPr lang="en-US" altLang="zh-CN" sz="2800" dirty="0">
                <a:latin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</a:rPr>
              <a:t>的反函数</a:t>
            </a:r>
            <a:r>
              <a:rPr lang="en-US" altLang="zh-CN" sz="2800" dirty="0">
                <a:latin typeface="Times New Roman" panose="02020603050405020304" pitchFamily="18" charset="0"/>
              </a:rPr>
              <a:t>Y′</a:t>
            </a:r>
            <a:r>
              <a:rPr lang="zh-CN" altLang="en-US" sz="2800" dirty="0">
                <a:latin typeface="Times New Roman" panose="02020603050405020304" pitchFamily="18" charset="0"/>
              </a:rPr>
              <a:t>（或称补函数）。这个规则称为反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/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dirty="0">
                <a:latin typeface="Times New Roman" panose="02020603050405020304" pitchFamily="18" charset="0"/>
              </a:rPr>
              <a:t>演定理。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AutoShape 2"/>
          <p:cNvSpPr/>
          <p:nvPr/>
        </p:nvSpPr>
        <p:spPr>
          <a:xfrm>
            <a:off x="5148263" y="836613"/>
            <a:ext cx="1584325" cy="503237"/>
          </a:xfrm>
          <a:prstGeom prst="rightArrow">
            <a:avLst>
              <a:gd name="adj1" fmla="val 50000"/>
              <a:gd name="adj2" fmla="val 78706"/>
            </a:avLst>
          </a:prstGeom>
          <a:solidFill>
            <a:srgbClr val="FF00FF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795" name="AutoShape 3"/>
          <p:cNvSpPr/>
          <p:nvPr/>
        </p:nvSpPr>
        <p:spPr>
          <a:xfrm>
            <a:off x="6011863" y="3644900"/>
            <a:ext cx="2057400" cy="609600"/>
          </a:xfrm>
          <a:prstGeom prst="rightArrow">
            <a:avLst>
              <a:gd name="adj1" fmla="val 50000"/>
              <a:gd name="adj2" fmla="val 84375"/>
            </a:avLst>
          </a:prstGeom>
          <a:solidFill>
            <a:srgbClr val="FF00FF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684213" y="692150"/>
          <a:ext cx="417512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1194435" imgH="203200" progId="Equation.3">
                  <p:embed/>
                </p:oleObj>
              </mc:Choice>
              <mc:Fallback>
                <p:oleObj name="" r:id="rId1" imgW="1194435" imgH="2032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692150"/>
                        <a:ext cx="4175125" cy="7096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684213" y="2060575"/>
          <a:ext cx="5183187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1511935" imgH="203200" progId="Equation.3">
                  <p:embed/>
                </p:oleObj>
              </mc:Choice>
              <mc:Fallback>
                <p:oleObj name="" r:id="rId3" imgW="1511935" imgH="2032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2060575"/>
                        <a:ext cx="5183187" cy="6969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684213" y="3611563"/>
          <a:ext cx="53197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1549400" imgH="203200" progId="Equation.3">
                  <p:embed/>
                </p:oleObj>
              </mc:Choice>
              <mc:Fallback>
                <p:oleObj name="" r:id="rId5" imgW="1549400" imgH="2032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4213" y="3611563"/>
                        <a:ext cx="5319712" cy="6969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827088" y="5003800"/>
          <a:ext cx="5257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7" imgW="1587500" imgH="203200" progId="Equation.3">
                  <p:embed/>
                </p:oleObj>
              </mc:Choice>
              <mc:Fallback>
                <p:oleObj name="" r:id="rId7" imgW="1587500" imgH="2032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088" y="5003800"/>
                        <a:ext cx="5257800" cy="6731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ext Box 2"/>
          <p:cNvSpPr txBox="1"/>
          <p:nvPr/>
        </p:nvSpPr>
        <p:spPr>
          <a:xfrm>
            <a:off x="395288" y="692150"/>
            <a:ext cx="54102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algn="just" eaLnBrk="1" hangingPunct="1"/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应用反演定理应注意两点：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Text Box 3"/>
          <p:cNvSpPr txBox="1"/>
          <p:nvPr/>
        </p:nvSpPr>
        <p:spPr>
          <a:xfrm>
            <a:off x="468313" y="1773238"/>
            <a:ext cx="7924800" cy="415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、保持原来的运算优先顺序，即如果在原函数表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      达式中，</a:t>
            </a:r>
            <a:r>
              <a:rPr lang="en-US" altLang="zh-CN" sz="2800" dirty="0">
                <a:latin typeface="Times New Roman" panose="02020603050405020304" pitchFamily="18" charset="0"/>
              </a:rPr>
              <a:t>AB</a:t>
            </a:r>
            <a:r>
              <a:rPr lang="zh-CN" altLang="en-US" sz="2800" dirty="0">
                <a:latin typeface="Times New Roman" panose="02020603050405020304" pitchFamily="18" charset="0"/>
              </a:rPr>
              <a:t>之间先运算，再和其它变量进行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      运算， 那么非函数的表达式中，仍然是</a:t>
            </a:r>
            <a:r>
              <a:rPr lang="en-US" altLang="zh-CN" sz="2800" dirty="0">
                <a:latin typeface="Times New Roman" panose="02020603050405020304" pitchFamily="18" charset="0"/>
              </a:rPr>
              <a:t>AB</a:t>
            </a:r>
            <a:r>
              <a:rPr lang="zh-CN" altLang="en-US" sz="2800" dirty="0">
                <a:latin typeface="Times New Roman" panose="02020603050405020304" pitchFamily="18" charset="0"/>
              </a:rPr>
              <a:t>之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      间先运算。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、不属于单个变量上的反号应保留不变。</a:t>
            </a:r>
            <a:r>
              <a:rPr lang="en-US" altLang="zh-CN" sz="2800" dirty="0">
                <a:latin typeface="Times New Roman" panose="02020603050405020304" pitchFamily="18" charset="0"/>
              </a:rPr>
              <a:t>(p28</a:t>
            </a:r>
            <a:r>
              <a:rPr lang="zh-CN" altLang="en-US" sz="2800" dirty="0">
                <a:latin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</a:rPr>
              <a:t>2.4.3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23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5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78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91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ext Box 2"/>
          <p:cNvSpPr txBox="1"/>
          <p:nvPr/>
        </p:nvSpPr>
        <p:spPr>
          <a:xfrm>
            <a:off x="395288" y="620713"/>
            <a:ext cx="2971800" cy="579437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 eaLnBrk="1" hangingPunct="1"/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三、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</a:rPr>
              <a:t> 对偶定理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468313" y="1341438"/>
            <a:ext cx="7775575" cy="2655887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　     对于任何一个逻辑表达式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</a:rPr>
              <a:t>，如果将表达式中的所有“</a:t>
            </a:r>
            <a:r>
              <a:rPr lang="en-US" altLang="zh-CN" sz="2800" dirty="0">
                <a:latin typeface="Times New Roman" panose="02020603050405020304" pitchFamily="18" charset="0"/>
              </a:rPr>
              <a:t>·”</a:t>
            </a:r>
            <a:r>
              <a:rPr lang="zh-CN" altLang="en-US" sz="2800" dirty="0">
                <a:latin typeface="Times New Roman" panose="02020603050405020304" pitchFamily="18" charset="0"/>
              </a:rPr>
              <a:t>换成“＋”，“＋”换成“</a:t>
            </a:r>
            <a:r>
              <a:rPr lang="en-US" altLang="zh-CN" sz="2800" dirty="0">
                <a:latin typeface="Times New Roman" panose="02020603050405020304" pitchFamily="18" charset="0"/>
              </a:rPr>
              <a:t>·”</a:t>
            </a:r>
            <a:r>
              <a:rPr lang="zh-CN" altLang="en-US" sz="2800" dirty="0">
                <a:latin typeface="Times New Roman" panose="02020603050405020304" pitchFamily="18" charset="0"/>
              </a:rPr>
              <a:t>，“</a:t>
            </a:r>
            <a:r>
              <a:rPr lang="en-US" altLang="zh-CN" sz="2800" dirty="0">
                <a:latin typeface="Times New Roman" panose="02020603050405020304" pitchFamily="18" charset="0"/>
              </a:rPr>
              <a:t>0”</a:t>
            </a:r>
            <a:r>
              <a:rPr lang="zh-CN" altLang="en-US" sz="2800" dirty="0">
                <a:latin typeface="Times New Roman" panose="02020603050405020304" pitchFamily="18" charset="0"/>
              </a:rPr>
              <a:t>换成“</a:t>
            </a:r>
            <a:r>
              <a:rPr lang="en-US" altLang="zh-CN" sz="2800" dirty="0">
                <a:latin typeface="Times New Roman" panose="02020603050405020304" pitchFamily="18" charset="0"/>
              </a:rPr>
              <a:t>1”</a:t>
            </a:r>
            <a:r>
              <a:rPr lang="zh-CN" altLang="en-US" sz="2800" dirty="0">
                <a:latin typeface="Times New Roman" panose="02020603050405020304" pitchFamily="18" charset="0"/>
              </a:rPr>
              <a:t>，“</a:t>
            </a:r>
            <a:r>
              <a:rPr lang="en-US" altLang="zh-CN" sz="2800" dirty="0">
                <a:latin typeface="Times New Roman" panose="02020603050405020304" pitchFamily="18" charset="0"/>
              </a:rPr>
              <a:t>1”</a:t>
            </a:r>
            <a:r>
              <a:rPr lang="zh-CN" altLang="en-US" sz="2800" dirty="0">
                <a:latin typeface="Times New Roman" panose="02020603050405020304" pitchFamily="18" charset="0"/>
              </a:rPr>
              <a:t>换成“</a:t>
            </a:r>
            <a:r>
              <a:rPr lang="en-US" altLang="zh-CN" sz="2800" dirty="0">
                <a:latin typeface="Times New Roman" panose="02020603050405020304" pitchFamily="18" charset="0"/>
              </a:rPr>
              <a:t>0”</a:t>
            </a:r>
            <a:r>
              <a:rPr lang="zh-CN" altLang="en-US" sz="2800" dirty="0">
                <a:latin typeface="Times New Roman" panose="02020603050405020304" pitchFamily="18" charset="0"/>
              </a:rPr>
              <a:t>，而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变量保持不变</a:t>
            </a:r>
            <a:r>
              <a:rPr lang="zh-CN" altLang="en-US" sz="2800" dirty="0">
                <a:latin typeface="Times New Roman" panose="02020603050405020304" pitchFamily="18" charset="0"/>
              </a:rPr>
              <a:t>，则可得到的一个新的函数表达式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</a:rPr>
              <a:t>称为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</a:rPr>
              <a:t>的对偶式。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5844" name="Text Box 4"/>
          <p:cNvSpPr txBox="1"/>
          <p:nvPr/>
        </p:nvSpPr>
        <p:spPr>
          <a:xfrm>
            <a:off x="539750" y="4149725"/>
            <a:ext cx="7848600" cy="9461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 eaLnBrk="1" hangingPunct="1"/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对偶定理：</a:t>
            </a:r>
            <a:r>
              <a:rPr lang="zh-CN" altLang="en-US" sz="2800" dirty="0">
                <a:latin typeface="Times New Roman" panose="02020603050405020304" pitchFamily="18" charset="0"/>
              </a:rPr>
              <a:t>如果两个逻辑式相等，则它们的对偶式也相等。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5845" name="Rectangle 5"/>
          <p:cNvSpPr/>
          <p:nvPr/>
        </p:nvSpPr>
        <p:spPr>
          <a:xfrm>
            <a:off x="468313" y="5373688"/>
            <a:ext cx="7848600" cy="94615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利用对偶规则</a:t>
            </a:r>
            <a:r>
              <a:rPr lang="en-US" altLang="zh-CN" sz="2800" dirty="0">
                <a:latin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</a:rPr>
              <a:t>可以使要证明及要记忆的公式数目减少一半。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584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AutoShape 2"/>
          <p:cNvSpPr/>
          <p:nvPr/>
        </p:nvSpPr>
        <p:spPr>
          <a:xfrm>
            <a:off x="3924300" y="908050"/>
            <a:ext cx="1524000" cy="3048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00FF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67" name="AutoShape 3"/>
          <p:cNvSpPr/>
          <p:nvPr/>
        </p:nvSpPr>
        <p:spPr>
          <a:xfrm>
            <a:off x="4932363" y="3644900"/>
            <a:ext cx="1524000" cy="3048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00FF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900113" y="765175"/>
          <a:ext cx="273526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850900" imgH="203200" progId="Equation.3">
                  <p:embed/>
                </p:oleObj>
              </mc:Choice>
              <mc:Fallback>
                <p:oleObj name="" r:id="rId1" imgW="850900" imgH="2032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765175"/>
                        <a:ext cx="2735262" cy="654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971550" y="1916113"/>
          <a:ext cx="293846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915035" imgH="203200" progId="Equation.3">
                  <p:embed/>
                </p:oleObj>
              </mc:Choice>
              <mc:Fallback>
                <p:oleObj name="" r:id="rId3" imgW="915035" imgH="2032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0" y="1916113"/>
                        <a:ext cx="2938463" cy="654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1003300" y="3449638"/>
          <a:ext cx="28162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5" imgW="876300" imgH="190500" progId="Equation.3">
                  <p:embed/>
                </p:oleObj>
              </mc:Choice>
              <mc:Fallback>
                <p:oleObj name="" r:id="rId5" imgW="876300" imgH="1905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3300" y="3449638"/>
                        <a:ext cx="2816225" cy="6127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665163" y="4757738"/>
          <a:ext cx="48577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7" imgW="1511935" imgH="228600" progId="Equation.3">
                  <p:embed/>
                </p:oleObj>
              </mc:Choice>
              <mc:Fallback>
                <p:oleObj name="" r:id="rId7" imgW="1511935" imgH="2286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5163" y="4757738"/>
                        <a:ext cx="4857750" cy="7350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AutoShape 2"/>
          <p:cNvSpPr/>
          <p:nvPr/>
        </p:nvSpPr>
        <p:spPr>
          <a:xfrm>
            <a:off x="4356100" y="1268413"/>
            <a:ext cx="1905000" cy="3810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00FF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755650" y="3500438"/>
          <a:ext cx="40386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1334135" imgH="203200" progId="Equation.3">
                  <p:embed/>
                </p:oleObj>
              </mc:Choice>
              <mc:Fallback>
                <p:oleObj name="" r:id="rId1" imgW="1334135" imgH="2032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3500438"/>
                        <a:ext cx="4038600" cy="6588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AutoShape 4"/>
          <p:cNvSpPr/>
          <p:nvPr/>
        </p:nvSpPr>
        <p:spPr>
          <a:xfrm>
            <a:off x="4859338" y="3716338"/>
            <a:ext cx="1600200" cy="361950"/>
          </a:xfrm>
          <a:prstGeom prst="rightArrow">
            <a:avLst>
              <a:gd name="adj1" fmla="val 50000"/>
              <a:gd name="adj2" fmla="val 110526"/>
            </a:avLst>
          </a:prstGeom>
          <a:solidFill>
            <a:srgbClr val="FF00FF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900113" y="4724400"/>
          <a:ext cx="57594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1587500" imgH="203200" progId="Equation.3">
                  <p:embed/>
                </p:oleObj>
              </mc:Choice>
              <mc:Fallback>
                <p:oleObj name="" r:id="rId3" imgW="1587500" imgH="203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4724400"/>
                        <a:ext cx="5759450" cy="7302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4" name="Group 6"/>
          <p:cNvGrpSpPr/>
          <p:nvPr/>
        </p:nvGrpSpPr>
        <p:grpSpPr>
          <a:xfrm>
            <a:off x="323850" y="1125538"/>
            <a:ext cx="3606800" cy="590550"/>
            <a:chOff x="0" y="0"/>
            <a:chExt cx="2272" cy="372"/>
          </a:xfrm>
        </p:grpSpPr>
        <p:graphicFrame>
          <p:nvGraphicFramePr>
            <p:cNvPr id="36874" name="Object 7"/>
            <p:cNvGraphicFramePr>
              <a:graphicFrameLocks noChangeAspect="1"/>
            </p:cNvGraphicFramePr>
            <p:nvPr/>
          </p:nvGraphicFramePr>
          <p:xfrm>
            <a:off x="1134" y="0"/>
            <a:ext cx="1138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5" imgW="520700" imgH="165100" progId="Equation.3">
                    <p:embed/>
                  </p:oleObj>
                </mc:Choice>
                <mc:Fallback>
                  <p:oleObj name="" r:id="rId5" imgW="520700" imgH="1651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34" y="0"/>
                          <a:ext cx="1138" cy="36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5" name="Text Box 8"/>
            <p:cNvSpPr txBox="1"/>
            <p:nvPr/>
          </p:nvSpPr>
          <p:spPr>
            <a:xfrm>
              <a:off x="0" y="45"/>
              <a:ext cx="9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）式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897" name="Group 9"/>
          <p:cNvGrpSpPr/>
          <p:nvPr/>
        </p:nvGrpSpPr>
        <p:grpSpPr>
          <a:xfrm>
            <a:off x="395288" y="2276475"/>
            <a:ext cx="3617912" cy="571500"/>
            <a:chOff x="0" y="0"/>
            <a:chExt cx="2279" cy="360"/>
          </a:xfrm>
        </p:grpSpPr>
        <p:graphicFrame>
          <p:nvGraphicFramePr>
            <p:cNvPr id="36872" name="Object 10"/>
            <p:cNvGraphicFramePr>
              <a:graphicFrameLocks noChangeAspect="1"/>
            </p:cNvGraphicFramePr>
            <p:nvPr/>
          </p:nvGraphicFramePr>
          <p:xfrm>
            <a:off x="1043" y="0"/>
            <a:ext cx="123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7" imgW="609600" imgH="177800" progId="Equation.3">
                    <p:embed/>
                  </p:oleObj>
                </mc:Choice>
                <mc:Fallback>
                  <p:oleObj name="" r:id="rId7" imgW="609600" imgH="1778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43" y="0"/>
                          <a:ext cx="1236" cy="36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3" name="Rectangle 11"/>
            <p:cNvSpPr/>
            <p:nvPr/>
          </p:nvSpPr>
          <p:spPr>
            <a:xfrm>
              <a:off x="0" y="0"/>
              <a:ext cx="10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12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）式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2"/>
          <p:cNvSpPr txBox="1"/>
          <p:nvPr/>
        </p:nvSpPr>
        <p:spPr>
          <a:xfrm>
            <a:off x="323850" y="620713"/>
            <a:ext cx="7632700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b="0" dirty="0">
                <a:latin typeface="Verdana" panose="020B0604030504040204" pitchFamily="34" charset="0"/>
              </a:rPr>
              <a:t>§2.5   </a:t>
            </a:r>
            <a:r>
              <a:rPr lang="zh-CN" altLang="en-US" sz="3600" b="0" dirty="0">
                <a:latin typeface="Verdana" panose="020B0604030504040204" pitchFamily="34" charset="0"/>
              </a:rPr>
              <a:t>逻辑函数及其表示方法</a:t>
            </a:r>
            <a:endParaRPr lang="zh-CN" altLang="en-US" sz="3600" b="0" dirty="0">
              <a:latin typeface="Verdana" panose="020B0604030504040204" pitchFamily="34" charset="0"/>
            </a:endParaRPr>
          </a:p>
        </p:txBody>
      </p:sp>
      <p:sp>
        <p:nvSpPr>
          <p:cNvPr id="38915" name="Text Box 3"/>
          <p:cNvSpPr txBox="1"/>
          <p:nvPr/>
        </p:nvSpPr>
        <p:spPr>
          <a:xfrm>
            <a:off x="539750" y="1700213"/>
            <a:ext cx="2519363" cy="51911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一、逻辑函数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37892" name="Text Box 4"/>
          <p:cNvSpPr txBox="1"/>
          <p:nvPr/>
        </p:nvSpPr>
        <p:spPr>
          <a:xfrm>
            <a:off x="539750" y="2852738"/>
            <a:ext cx="74882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latin typeface="Verdana" panose="020B0604030504040204" pitchFamily="34" charset="0"/>
              </a:rPr>
              <a:t>     </a:t>
            </a:r>
            <a:endParaRPr lang="en-US" altLang="zh-CN" sz="2800" b="0" dirty="0">
              <a:latin typeface="Verdana" panose="020B0604030504040204" pitchFamily="34" charset="0"/>
            </a:endParaRPr>
          </a:p>
        </p:txBody>
      </p:sp>
      <p:sp>
        <p:nvSpPr>
          <p:cNvPr id="38917" name="Text Box 5"/>
          <p:cNvSpPr txBox="1"/>
          <p:nvPr/>
        </p:nvSpPr>
        <p:spPr>
          <a:xfrm>
            <a:off x="539750" y="2924175"/>
            <a:ext cx="7777163" cy="231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0" dirty="0">
                <a:latin typeface="Verdana" panose="020B0604030504040204" pitchFamily="34" charset="0"/>
              </a:rPr>
              <a:t>     </a:t>
            </a:r>
            <a:r>
              <a:rPr lang="zh-CN" altLang="en-US" sz="2800" b="0" dirty="0">
                <a:latin typeface="Verdana" panose="020B0604030504040204" pitchFamily="34" charset="0"/>
              </a:rPr>
              <a:t>如果以逻辑变量作为输入，以运算结果作为输出，当输入变量的取值确定之后，输出的取值便随之而定。输出与输入之间的函数关系称为逻辑函数。</a:t>
            </a:r>
            <a:r>
              <a:rPr lang="en-US" altLang="zh-CN" sz="2800" b="0" dirty="0">
                <a:latin typeface="Verdana" panose="020B0604030504040204" pitchFamily="34" charset="0"/>
              </a:rPr>
              <a:t>Y=F(A,B,C,</a:t>
            </a:r>
            <a:r>
              <a:rPr lang="en-US" altLang="zh-CN" sz="2800" b="0" dirty="0">
                <a:latin typeface="Arial" panose="020B0604020202020204" pitchFamily="34" charset="0"/>
              </a:rPr>
              <a:t>…</a:t>
            </a:r>
            <a:r>
              <a:rPr lang="en-US" altLang="zh-CN" sz="2800" b="0" dirty="0">
                <a:latin typeface="Verdana" panose="020B0604030504040204" pitchFamily="34" charset="0"/>
              </a:rPr>
              <a:t>)</a:t>
            </a:r>
            <a:endParaRPr lang="en-US" altLang="zh-CN" sz="28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nimBg="1"/>
      <p:bldP spid="38915" grpId="0" animBg="1"/>
      <p:bldP spid="389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2"/>
          <p:cNvSpPr txBox="1"/>
          <p:nvPr/>
        </p:nvSpPr>
        <p:spPr>
          <a:xfrm>
            <a:off x="468313" y="476250"/>
            <a:ext cx="3887787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二、逻辑函数表示方法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39939" name="Text Box 3"/>
          <p:cNvSpPr txBox="1"/>
          <p:nvPr/>
        </p:nvSpPr>
        <p:spPr>
          <a:xfrm>
            <a:off x="468313" y="1196975"/>
            <a:ext cx="7991475" cy="231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0" dirty="0">
                <a:latin typeface="Verdana" panose="020B0604030504040204" pitchFamily="34" charset="0"/>
              </a:rPr>
              <a:t>     </a:t>
            </a:r>
            <a:r>
              <a:rPr lang="zh-CN" altLang="en-US" sz="2800" b="0" dirty="0">
                <a:latin typeface="Verdana" panose="020B0604030504040204" pitchFamily="34" charset="0"/>
              </a:rPr>
              <a:t>常用逻辑函数的表示方法有：</a:t>
            </a:r>
            <a:r>
              <a:rPr lang="zh-CN" altLang="en-US" sz="2800" b="0" dirty="0">
                <a:solidFill>
                  <a:srgbClr val="FF3300"/>
                </a:solidFill>
                <a:latin typeface="Verdana" panose="020B0604030504040204" pitchFamily="34" charset="0"/>
              </a:rPr>
              <a:t>逻辑真值表</a:t>
            </a:r>
            <a:r>
              <a:rPr lang="zh-CN" altLang="en-US" sz="2800" b="0" dirty="0">
                <a:latin typeface="Verdana" panose="020B0604030504040204" pitchFamily="34" charset="0"/>
              </a:rPr>
              <a:t>（真值表）、</a:t>
            </a:r>
            <a:r>
              <a:rPr lang="zh-CN" altLang="en-US" sz="2800" b="0" dirty="0">
                <a:solidFill>
                  <a:srgbClr val="FF3300"/>
                </a:solidFill>
                <a:latin typeface="Verdana" panose="020B0604030504040204" pitchFamily="34" charset="0"/>
              </a:rPr>
              <a:t>逻辑函数式</a:t>
            </a:r>
            <a:r>
              <a:rPr lang="zh-CN" altLang="en-US" sz="2800" b="0" dirty="0">
                <a:latin typeface="Verdana" panose="020B0604030504040204" pitchFamily="34" charset="0"/>
              </a:rPr>
              <a:t>（逻辑式或函数式）、</a:t>
            </a:r>
            <a:r>
              <a:rPr lang="zh-CN" altLang="en-US" sz="2800" b="0" dirty="0">
                <a:solidFill>
                  <a:srgbClr val="FF3300"/>
                </a:solidFill>
                <a:latin typeface="Verdana" panose="020B0604030504040204" pitchFamily="34" charset="0"/>
              </a:rPr>
              <a:t>逻辑图</a:t>
            </a:r>
            <a:r>
              <a:rPr lang="zh-CN" altLang="en-US" sz="2800" b="0" dirty="0">
                <a:latin typeface="Verdana" panose="020B0604030504040204" pitchFamily="34" charset="0"/>
              </a:rPr>
              <a:t>、</a:t>
            </a:r>
            <a:r>
              <a:rPr lang="zh-CN" altLang="en-US" sz="28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波形图</a:t>
            </a:r>
            <a:r>
              <a:rPr lang="zh-CN" altLang="en-US" sz="2800" b="0" dirty="0">
                <a:latin typeface="Verdana" panose="020B0604030504040204" pitchFamily="34" charset="0"/>
              </a:rPr>
              <a:t>、</a:t>
            </a:r>
            <a:r>
              <a:rPr lang="zh-CN" altLang="en-US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卡诺图</a:t>
            </a:r>
            <a:r>
              <a:rPr lang="zh-CN" altLang="en-US" sz="2800" b="0" dirty="0">
                <a:latin typeface="Times New Roman" panose="02020603050405020304" pitchFamily="18" charset="0"/>
              </a:rPr>
              <a:t>及</a:t>
            </a:r>
            <a:r>
              <a:rPr lang="zh-CN" altLang="en-US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硬件描述语言</a:t>
            </a:r>
            <a:r>
              <a:rPr lang="zh-CN" altLang="en-US" sz="2800" b="0" dirty="0">
                <a:latin typeface="Verdana" panose="020B0604030504040204" pitchFamily="34" charset="0"/>
              </a:rPr>
              <a:t>。它们之间可以相互转换。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pic>
        <p:nvPicPr>
          <p:cNvPr id="3994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538" y="3716338"/>
            <a:ext cx="4019550" cy="262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1" name="Text Box 5"/>
          <p:cNvSpPr txBox="1"/>
          <p:nvPr/>
        </p:nvSpPr>
        <p:spPr>
          <a:xfrm>
            <a:off x="539750" y="4437063"/>
            <a:ext cx="360045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例：一举重裁判电路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" dur="20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3994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 Box 2"/>
          <p:cNvSpPr txBox="1"/>
          <p:nvPr/>
        </p:nvSpPr>
        <p:spPr>
          <a:xfrm>
            <a:off x="395288" y="476250"/>
            <a:ext cx="8424862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设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b="0" i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0" i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C</a:t>
            </a:r>
            <a:r>
              <a:rPr lang="zh-CN" altLang="en-US" sz="2800" b="0" dirty="0">
                <a:latin typeface="Verdana" panose="020B0604030504040204" pitchFamily="34" charset="0"/>
              </a:rPr>
              <a:t>为</a:t>
            </a:r>
            <a:r>
              <a:rPr lang="en-US" altLang="zh-CN" sz="2800" b="0" dirty="0">
                <a:latin typeface="Times New Roman" panose="02020603050405020304" pitchFamily="18" charset="0"/>
              </a:rPr>
              <a:t>1</a:t>
            </a:r>
            <a:r>
              <a:rPr lang="zh-CN" altLang="en-US" sz="2800" b="0" dirty="0">
                <a:latin typeface="Verdana" panose="020B0604030504040204" pitchFamily="34" charset="0"/>
              </a:rPr>
              <a:t>表示开关闭合，</a:t>
            </a:r>
            <a:r>
              <a:rPr lang="en-US" altLang="zh-CN" sz="2800" b="0" dirty="0">
                <a:latin typeface="Times New Roman" panose="02020603050405020304" pitchFamily="18" charset="0"/>
              </a:rPr>
              <a:t>0</a:t>
            </a:r>
            <a:r>
              <a:rPr lang="zh-CN" altLang="en-US" sz="2800" b="0" dirty="0">
                <a:latin typeface="Verdana" panose="020B0604030504040204" pitchFamily="34" charset="0"/>
              </a:rPr>
              <a:t>表示开关断开；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 i="1" dirty="0">
                <a:latin typeface="Times New Roman" panose="02020603050405020304" pitchFamily="18" charset="0"/>
              </a:rPr>
              <a:t>Y</a:t>
            </a:r>
            <a:r>
              <a:rPr lang="zh-CN" altLang="en-US" sz="2800" b="0" dirty="0">
                <a:latin typeface="Verdana" panose="020B0604030504040204" pitchFamily="34" charset="0"/>
              </a:rPr>
              <a:t>为</a:t>
            </a:r>
            <a:r>
              <a:rPr lang="en-US" altLang="zh-CN" sz="2800" b="0" dirty="0">
                <a:latin typeface="Times New Roman" panose="02020603050405020304" pitchFamily="18" charset="0"/>
              </a:rPr>
              <a:t>1</a:t>
            </a:r>
            <a:r>
              <a:rPr lang="zh-CN" altLang="en-US" sz="2800" b="0" dirty="0">
                <a:latin typeface="Verdana" panose="020B0604030504040204" pitchFamily="34" charset="0"/>
              </a:rPr>
              <a:t>表示灯亮，为</a:t>
            </a:r>
            <a:r>
              <a:rPr lang="en-US" altLang="zh-CN" sz="2800" b="0" dirty="0">
                <a:latin typeface="Times New Roman" panose="02020603050405020304" pitchFamily="18" charset="0"/>
              </a:rPr>
              <a:t>0</a:t>
            </a:r>
            <a:r>
              <a:rPr lang="zh-CN" altLang="en-US" sz="2800" b="0" dirty="0">
                <a:latin typeface="Verdana" panose="020B0604030504040204" pitchFamily="34" charset="0"/>
              </a:rPr>
              <a:t>表示灯暗。得到函数表示形式：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pic>
        <p:nvPicPr>
          <p:cNvPr id="4096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2492375"/>
            <a:ext cx="4064000" cy="4103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4" name="Rectangle 4"/>
          <p:cNvSpPr/>
          <p:nvPr/>
        </p:nvSpPr>
        <p:spPr>
          <a:xfrm>
            <a:off x="684213" y="1916113"/>
            <a:ext cx="1250950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0" dirty="0">
                <a:latin typeface="Verdana" panose="020B0604030504040204" pitchFamily="34" charset="0"/>
              </a:rPr>
              <a:t>真值表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40965" name="Rectangle 5"/>
          <p:cNvSpPr/>
          <p:nvPr/>
        </p:nvSpPr>
        <p:spPr>
          <a:xfrm>
            <a:off x="4859338" y="1844675"/>
            <a:ext cx="125095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0" dirty="0">
                <a:latin typeface="Verdana" panose="020B0604030504040204" pitchFamily="34" charset="0"/>
              </a:rPr>
              <a:t>函数式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4668838" y="2595563"/>
          <a:ext cx="387667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2" imgW="1562735" imgH="431800" progId="Equation.3">
                  <p:embed/>
                </p:oleObj>
              </mc:Choice>
              <mc:Fallback>
                <p:oleObj name="" r:id="rId2" imgW="1562735" imgH="4318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68838" y="2595563"/>
                        <a:ext cx="3876675" cy="107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7"/>
          <p:cNvSpPr/>
          <p:nvPr/>
        </p:nvSpPr>
        <p:spPr>
          <a:xfrm>
            <a:off x="4787900" y="3789363"/>
            <a:ext cx="1250950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0" dirty="0">
                <a:latin typeface="Verdana" panose="020B0604030504040204" pitchFamily="34" charset="0"/>
              </a:rPr>
              <a:t>逻辑图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pic>
        <p:nvPicPr>
          <p:cNvPr id="4096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4724400"/>
            <a:ext cx="4211637" cy="1458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nimBg="1"/>
      <p:bldP spid="40965" grpId="0" animBg="1"/>
      <p:bldP spid="4096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/>
          <p:nvPr/>
        </p:nvSpPr>
        <p:spPr>
          <a:xfrm>
            <a:off x="755650" y="404813"/>
            <a:ext cx="1250950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0" dirty="0">
                <a:latin typeface="Verdana" panose="020B0604030504040204" pitchFamily="34" charset="0"/>
              </a:rPr>
              <a:t>波形图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grpSp>
        <p:nvGrpSpPr>
          <p:cNvPr id="41987" name="Group 3"/>
          <p:cNvGrpSpPr/>
          <p:nvPr/>
        </p:nvGrpSpPr>
        <p:grpSpPr>
          <a:xfrm>
            <a:off x="1331913" y="1341438"/>
            <a:ext cx="5472112" cy="4560887"/>
            <a:chOff x="0" y="0"/>
            <a:chExt cx="3447" cy="2873"/>
          </a:xfrm>
        </p:grpSpPr>
        <p:sp>
          <p:nvSpPr>
            <p:cNvPr id="41014" name="Line 4"/>
            <p:cNvSpPr/>
            <p:nvPr/>
          </p:nvSpPr>
          <p:spPr>
            <a:xfrm>
              <a:off x="205" y="615"/>
              <a:ext cx="303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15" name="Line 5"/>
            <p:cNvSpPr/>
            <p:nvPr/>
          </p:nvSpPr>
          <p:spPr>
            <a:xfrm>
              <a:off x="181" y="1290"/>
              <a:ext cx="303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16" name="Line 6"/>
            <p:cNvSpPr/>
            <p:nvPr/>
          </p:nvSpPr>
          <p:spPr>
            <a:xfrm>
              <a:off x="181" y="1962"/>
              <a:ext cx="303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17" name="Line 7"/>
            <p:cNvSpPr/>
            <p:nvPr/>
          </p:nvSpPr>
          <p:spPr>
            <a:xfrm flipV="1">
              <a:off x="272" y="90"/>
              <a:ext cx="5" cy="272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18" name="Line 8"/>
            <p:cNvSpPr/>
            <p:nvPr/>
          </p:nvSpPr>
          <p:spPr>
            <a:xfrm>
              <a:off x="181" y="2676"/>
              <a:ext cx="303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019" name="Text Box 9"/>
            <p:cNvSpPr txBox="1"/>
            <p:nvPr/>
          </p:nvSpPr>
          <p:spPr>
            <a:xfrm>
              <a:off x="0" y="0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A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20" name="Text Box 10"/>
            <p:cNvSpPr txBox="1"/>
            <p:nvPr/>
          </p:nvSpPr>
          <p:spPr>
            <a:xfrm>
              <a:off x="0" y="680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B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21" name="Text Box 11"/>
            <p:cNvSpPr txBox="1"/>
            <p:nvPr/>
          </p:nvSpPr>
          <p:spPr>
            <a:xfrm>
              <a:off x="0" y="1315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C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22" name="Text Box 12"/>
            <p:cNvSpPr txBox="1"/>
            <p:nvPr/>
          </p:nvSpPr>
          <p:spPr>
            <a:xfrm>
              <a:off x="0" y="1995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Y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23" name="Text Box 13"/>
            <p:cNvSpPr txBox="1"/>
            <p:nvPr/>
          </p:nvSpPr>
          <p:spPr>
            <a:xfrm>
              <a:off x="3220" y="544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24" name="Text Box 14"/>
            <p:cNvSpPr txBox="1"/>
            <p:nvPr/>
          </p:nvSpPr>
          <p:spPr>
            <a:xfrm>
              <a:off x="3175" y="1224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25" name="Text Box 15"/>
            <p:cNvSpPr txBox="1"/>
            <p:nvPr/>
          </p:nvSpPr>
          <p:spPr>
            <a:xfrm>
              <a:off x="3175" y="1859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26" name="Text Box 16"/>
            <p:cNvSpPr txBox="1"/>
            <p:nvPr/>
          </p:nvSpPr>
          <p:spPr>
            <a:xfrm>
              <a:off x="3175" y="2585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2001" name="Group 17"/>
          <p:cNvGrpSpPr/>
          <p:nvPr/>
        </p:nvGrpSpPr>
        <p:grpSpPr>
          <a:xfrm>
            <a:off x="1763713" y="1755775"/>
            <a:ext cx="4537075" cy="577850"/>
            <a:chOff x="0" y="0"/>
            <a:chExt cx="2858" cy="364"/>
          </a:xfrm>
        </p:grpSpPr>
        <p:sp>
          <p:nvSpPr>
            <p:cNvPr id="41009" name="Line 18"/>
            <p:cNvSpPr/>
            <p:nvPr/>
          </p:nvSpPr>
          <p:spPr>
            <a:xfrm>
              <a:off x="0" y="364"/>
              <a:ext cx="1270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0" name="Line 19"/>
            <p:cNvSpPr/>
            <p:nvPr/>
          </p:nvSpPr>
          <p:spPr>
            <a:xfrm flipV="1">
              <a:off x="1269" y="0"/>
              <a:ext cx="0" cy="363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1" name="Line 20"/>
            <p:cNvSpPr/>
            <p:nvPr/>
          </p:nvSpPr>
          <p:spPr>
            <a:xfrm>
              <a:off x="1270" y="1"/>
              <a:ext cx="1270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2" name="Line 21"/>
            <p:cNvSpPr/>
            <p:nvPr/>
          </p:nvSpPr>
          <p:spPr>
            <a:xfrm>
              <a:off x="2540" y="1"/>
              <a:ext cx="0" cy="363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3" name="Line 22"/>
            <p:cNvSpPr/>
            <p:nvPr/>
          </p:nvSpPr>
          <p:spPr>
            <a:xfrm>
              <a:off x="2540" y="364"/>
              <a:ext cx="31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2007" name="Group 23"/>
          <p:cNvGrpSpPr/>
          <p:nvPr/>
        </p:nvGrpSpPr>
        <p:grpSpPr>
          <a:xfrm>
            <a:off x="1763713" y="2781300"/>
            <a:ext cx="4537075" cy="576263"/>
            <a:chOff x="0" y="0"/>
            <a:chExt cx="2858" cy="363"/>
          </a:xfrm>
        </p:grpSpPr>
        <p:sp>
          <p:nvSpPr>
            <p:cNvPr id="41000" name="Line 24"/>
            <p:cNvSpPr/>
            <p:nvPr/>
          </p:nvSpPr>
          <p:spPr>
            <a:xfrm>
              <a:off x="0" y="363"/>
              <a:ext cx="635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1" name="Line 25"/>
            <p:cNvSpPr/>
            <p:nvPr/>
          </p:nvSpPr>
          <p:spPr>
            <a:xfrm flipV="1">
              <a:off x="635" y="0"/>
              <a:ext cx="0" cy="363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2" name="Line 26"/>
            <p:cNvSpPr/>
            <p:nvPr/>
          </p:nvSpPr>
          <p:spPr>
            <a:xfrm>
              <a:off x="635" y="0"/>
              <a:ext cx="635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3" name="Line 27"/>
            <p:cNvSpPr/>
            <p:nvPr/>
          </p:nvSpPr>
          <p:spPr>
            <a:xfrm>
              <a:off x="1270" y="0"/>
              <a:ext cx="0" cy="363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4" name="Line 28"/>
            <p:cNvSpPr/>
            <p:nvPr/>
          </p:nvSpPr>
          <p:spPr>
            <a:xfrm>
              <a:off x="1270" y="363"/>
              <a:ext cx="635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5" name="Line 29"/>
            <p:cNvSpPr/>
            <p:nvPr/>
          </p:nvSpPr>
          <p:spPr>
            <a:xfrm flipV="1">
              <a:off x="1905" y="0"/>
              <a:ext cx="0" cy="363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6" name="Line 30"/>
            <p:cNvSpPr/>
            <p:nvPr/>
          </p:nvSpPr>
          <p:spPr>
            <a:xfrm>
              <a:off x="1905" y="0"/>
              <a:ext cx="635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7" name="Line 31"/>
            <p:cNvSpPr/>
            <p:nvPr/>
          </p:nvSpPr>
          <p:spPr>
            <a:xfrm>
              <a:off x="2540" y="0"/>
              <a:ext cx="0" cy="363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8" name="Line 32"/>
            <p:cNvSpPr/>
            <p:nvPr/>
          </p:nvSpPr>
          <p:spPr>
            <a:xfrm>
              <a:off x="2540" y="363"/>
              <a:ext cx="31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2017" name="Group 33"/>
          <p:cNvGrpSpPr/>
          <p:nvPr/>
        </p:nvGrpSpPr>
        <p:grpSpPr>
          <a:xfrm>
            <a:off x="1763713" y="3933825"/>
            <a:ext cx="4464050" cy="503238"/>
            <a:chOff x="0" y="0"/>
            <a:chExt cx="2812" cy="317"/>
          </a:xfrm>
        </p:grpSpPr>
        <p:sp>
          <p:nvSpPr>
            <p:cNvPr id="40983" name="Line 34"/>
            <p:cNvSpPr/>
            <p:nvPr/>
          </p:nvSpPr>
          <p:spPr>
            <a:xfrm>
              <a:off x="0" y="317"/>
              <a:ext cx="31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4" name="Line 35"/>
            <p:cNvSpPr/>
            <p:nvPr/>
          </p:nvSpPr>
          <p:spPr>
            <a:xfrm flipV="1">
              <a:off x="318" y="0"/>
              <a:ext cx="0" cy="317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5" name="Line 36"/>
            <p:cNvSpPr/>
            <p:nvPr/>
          </p:nvSpPr>
          <p:spPr>
            <a:xfrm>
              <a:off x="318" y="0"/>
              <a:ext cx="317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6" name="Line 37"/>
            <p:cNvSpPr/>
            <p:nvPr/>
          </p:nvSpPr>
          <p:spPr>
            <a:xfrm>
              <a:off x="635" y="0"/>
              <a:ext cx="0" cy="317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7" name="Line 38"/>
            <p:cNvSpPr/>
            <p:nvPr/>
          </p:nvSpPr>
          <p:spPr>
            <a:xfrm>
              <a:off x="635" y="317"/>
              <a:ext cx="31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8" name="Line 39"/>
            <p:cNvSpPr/>
            <p:nvPr/>
          </p:nvSpPr>
          <p:spPr>
            <a:xfrm flipV="1">
              <a:off x="953" y="0"/>
              <a:ext cx="0" cy="317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9" name="Line 40"/>
            <p:cNvSpPr/>
            <p:nvPr/>
          </p:nvSpPr>
          <p:spPr>
            <a:xfrm>
              <a:off x="953" y="0"/>
              <a:ext cx="317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0" name="Line 41"/>
            <p:cNvSpPr/>
            <p:nvPr/>
          </p:nvSpPr>
          <p:spPr>
            <a:xfrm>
              <a:off x="1270" y="0"/>
              <a:ext cx="0" cy="317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1" name="Line 42"/>
            <p:cNvSpPr/>
            <p:nvPr/>
          </p:nvSpPr>
          <p:spPr>
            <a:xfrm>
              <a:off x="1270" y="317"/>
              <a:ext cx="31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2" name="Line 43"/>
            <p:cNvSpPr/>
            <p:nvPr/>
          </p:nvSpPr>
          <p:spPr>
            <a:xfrm flipV="1">
              <a:off x="1588" y="0"/>
              <a:ext cx="0" cy="317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3" name="Line 44"/>
            <p:cNvSpPr/>
            <p:nvPr/>
          </p:nvSpPr>
          <p:spPr>
            <a:xfrm>
              <a:off x="1588" y="0"/>
              <a:ext cx="317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4" name="Line 45"/>
            <p:cNvSpPr/>
            <p:nvPr/>
          </p:nvSpPr>
          <p:spPr>
            <a:xfrm>
              <a:off x="1905" y="0"/>
              <a:ext cx="0" cy="317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5" name="Line 46"/>
            <p:cNvSpPr/>
            <p:nvPr/>
          </p:nvSpPr>
          <p:spPr>
            <a:xfrm>
              <a:off x="1905" y="317"/>
              <a:ext cx="31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6" name="Line 47"/>
            <p:cNvSpPr/>
            <p:nvPr/>
          </p:nvSpPr>
          <p:spPr>
            <a:xfrm flipV="1">
              <a:off x="2223" y="0"/>
              <a:ext cx="0" cy="317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7" name="Line 48"/>
            <p:cNvSpPr/>
            <p:nvPr/>
          </p:nvSpPr>
          <p:spPr>
            <a:xfrm>
              <a:off x="2223" y="0"/>
              <a:ext cx="317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8" name="Line 49"/>
            <p:cNvSpPr/>
            <p:nvPr/>
          </p:nvSpPr>
          <p:spPr>
            <a:xfrm>
              <a:off x="2540" y="0"/>
              <a:ext cx="0" cy="317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9" name="Line 50"/>
            <p:cNvSpPr/>
            <p:nvPr/>
          </p:nvSpPr>
          <p:spPr>
            <a:xfrm>
              <a:off x="2540" y="317"/>
              <a:ext cx="272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2035" name="Group 51"/>
          <p:cNvGrpSpPr/>
          <p:nvPr/>
        </p:nvGrpSpPr>
        <p:grpSpPr>
          <a:xfrm>
            <a:off x="2268538" y="1484313"/>
            <a:ext cx="3527425" cy="4178300"/>
            <a:chOff x="0" y="0"/>
            <a:chExt cx="2222" cy="2632"/>
          </a:xfrm>
        </p:grpSpPr>
        <p:sp>
          <p:nvSpPr>
            <p:cNvPr id="40975" name="Line 52"/>
            <p:cNvSpPr/>
            <p:nvPr/>
          </p:nvSpPr>
          <p:spPr>
            <a:xfrm>
              <a:off x="0" y="0"/>
              <a:ext cx="0" cy="258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976" name="Line 53"/>
            <p:cNvSpPr/>
            <p:nvPr/>
          </p:nvSpPr>
          <p:spPr>
            <a:xfrm>
              <a:off x="317" y="0"/>
              <a:ext cx="0" cy="258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977" name="Line 54"/>
            <p:cNvSpPr/>
            <p:nvPr/>
          </p:nvSpPr>
          <p:spPr>
            <a:xfrm>
              <a:off x="635" y="0"/>
              <a:ext cx="0" cy="258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978" name="Line 55"/>
            <p:cNvSpPr/>
            <p:nvPr/>
          </p:nvSpPr>
          <p:spPr>
            <a:xfrm>
              <a:off x="952" y="0"/>
              <a:ext cx="0" cy="258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979" name="Line 56"/>
            <p:cNvSpPr/>
            <p:nvPr/>
          </p:nvSpPr>
          <p:spPr>
            <a:xfrm>
              <a:off x="1270" y="46"/>
              <a:ext cx="0" cy="258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980" name="Line 57"/>
            <p:cNvSpPr/>
            <p:nvPr/>
          </p:nvSpPr>
          <p:spPr>
            <a:xfrm>
              <a:off x="1587" y="0"/>
              <a:ext cx="0" cy="258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981" name="Line 58"/>
            <p:cNvSpPr/>
            <p:nvPr/>
          </p:nvSpPr>
          <p:spPr>
            <a:xfrm>
              <a:off x="1905" y="0"/>
              <a:ext cx="0" cy="258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982" name="Line 59"/>
            <p:cNvSpPr/>
            <p:nvPr/>
          </p:nvSpPr>
          <p:spPr>
            <a:xfrm>
              <a:off x="2222" y="0"/>
              <a:ext cx="0" cy="258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42044" name="Group 60"/>
          <p:cNvGrpSpPr/>
          <p:nvPr/>
        </p:nvGrpSpPr>
        <p:grpSpPr>
          <a:xfrm>
            <a:off x="1763713" y="5084763"/>
            <a:ext cx="4465637" cy="503237"/>
            <a:chOff x="0" y="0"/>
            <a:chExt cx="2813" cy="317"/>
          </a:xfrm>
        </p:grpSpPr>
        <p:sp>
          <p:nvSpPr>
            <p:cNvPr id="40970" name="Line 61"/>
            <p:cNvSpPr/>
            <p:nvPr/>
          </p:nvSpPr>
          <p:spPr>
            <a:xfrm>
              <a:off x="0" y="317"/>
              <a:ext cx="158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1" name="Line 62"/>
            <p:cNvSpPr/>
            <p:nvPr/>
          </p:nvSpPr>
          <p:spPr>
            <a:xfrm flipV="1">
              <a:off x="1589" y="0"/>
              <a:ext cx="0" cy="31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2" name="Line 63"/>
            <p:cNvSpPr/>
            <p:nvPr/>
          </p:nvSpPr>
          <p:spPr>
            <a:xfrm>
              <a:off x="1589" y="0"/>
              <a:ext cx="95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3" name="Line 64"/>
            <p:cNvSpPr/>
            <p:nvPr/>
          </p:nvSpPr>
          <p:spPr>
            <a:xfrm>
              <a:off x="2541" y="0"/>
              <a:ext cx="0" cy="31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4" name="Line 65"/>
            <p:cNvSpPr/>
            <p:nvPr/>
          </p:nvSpPr>
          <p:spPr>
            <a:xfrm>
              <a:off x="2541" y="317"/>
              <a:ext cx="27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42050" name="Object 66"/>
          <p:cNvGraphicFramePr>
            <a:graphicFrameLocks noChangeAspect="1"/>
          </p:cNvGraphicFramePr>
          <p:nvPr/>
        </p:nvGraphicFramePr>
        <p:xfrm>
          <a:off x="2843213" y="476250"/>
          <a:ext cx="20796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838200" imgH="203200" progId="Equation.3">
                  <p:embed/>
                </p:oleObj>
              </mc:Choice>
              <mc:Fallback>
                <p:oleObj name="" r:id="rId1" imgW="838200" imgH="2032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3213" y="476250"/>
                        <a:ext cx="20796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2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2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2"/>
          <p:cNvSpPr txBox="1"/>
          <p:nvPr/>
        </p:nvSpPr>
        <p:spPr>
          <a:xfrm>
            <a:off x="385763" y="508000"/>
            <a:ext cx="7670800" cy="10668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真值表：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将输入、输出的所有可能状态一一对应地列出。</a:t>
            </a:r>
            <a:endParaRPr lang="zh-CN" altLang="en-US" sz="32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pSp>
        <p:nvGrpSpPr>
          <p:cNvPr id="43011" name="Group 3"/>
          <p:cNvGrpSpPr/>
          <p:nvPr/>
        </p:nvGrpSpPr>
        <p:grpSpPr>
          <a:xfrm>
            <a:off x="539750" y="1557338"/>
            <a:ext cx="2133600" cy="1924050"/>
            <a:chOff x="0" y="0"/>
            <a:chExt cx="1344" cy="1212"/>
          </a:xfrm>
        </p:grpSpPr>
        <p:sp>
          <p:nvSpPr>
            <p:cNvPr id="42000" name="Rectangle 4"/>
            <p:cNvSpPr/>
            <p:nvPr/>
          </p:nvSpPr>
          <p:spPr>
            <a:xfrm>
              <a:off x="0" y="0"/>
              <a:ext cx="1344" cy="1212"/>
            </a:xfrm>
            <a:prstGeom prst="rect">
              <a:avLst/>
            </a:prstGeom>
            <a:solidFill>
              <a:srgbClr val="00FF99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2001" name="Text Box 5"/>
            <p:cNvSpPr txBox="1"/>
            <p:nvPr/>
          </p:nvSpPr>
          <p:spPr>
            <a:xfrm>
              <a:off x="195" y="404"/>
              <a:ext cx="1032" cy="731"/>
            </a:xfrm>
            <a:prstGeom prst="rect">
              <a:avLst/>
            </a:prstGeom>
            <a:solidFill>
              <a:srgbClr val="00FF99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宋体" panose="02010600030101010101" pitchFamily="2" charset="-122"/>
                </a:rPr>
                <a:t>0     1</a:t>
              </a:r>
              <a:endParaRPr lang="en-US" altLang="zh-CN" sz="2800" dirty="0">
                <a:latin typeface="宋体" panose="02010600030101010101" pitchFamily="2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宋体" panose="02010600030101010101" pitchFamily="2" charset="-122"/>
                </a:rPr>
                <a:t>1     0</a:t>
              </a:r>
              <a:endParaRPr lang="en-US" altLang="zh-CN" sz="2800" dirty="0">
                <a:latin typeface="宋体" panose="02010600030101010101" pitchFamily="2" charset="-122"/>
              </a:endParaRPr>
            </a:p>
          </p:txBody>
        </p:sp>
        <p:sp>
          <p:nvSpPr>
            <p:cNvPr id="42002" name="Rectangle 6"/>
            <p:cNvSpPr/>
            <p:nvPr/>
          </p:nvSpPr>
          <p:spPr>
            <a:xfrm>
              <a:off x="209" y="48"/>
              <a:ext cx="900" cy="327"/>
            </a:xfrm>
            <a:prstGeom prst="rect">
              <a:avLst/>
            </a:prstGeom>
            <a:solidFill>
              <a:srgbClr val="00FF99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楷体_GB2312" pitchFamily="1" charset="-122"/>
                  <a:ea typeface="楷体_GB2312" pitchFamily="1" charset="-122"/>
                </a:rPr>
                <a:t>A     Y</a:t>
              </a:r>
              <a:endParaRPr lang="en-US" altLang="zh-CN" sz="2800" dirty="0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42003" name="Line 7"/>
            <p:cNvSpPr/>
            <p:nvPr/>
          </p:nvSpPr>
          <p:spPr>
            <a:xfrm>
              <a:off x="648" y="12"/>
              <a:ext cx="0" cy="120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4" name="Line 8"/>
            <p:cNvSpPr/>
            <p:nvPr/>
          </p:nvSpPr>
          <p:spPr>
            <a:xfrm>
              <a:off x="12" y="360"/>
              <a:ext cx="132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3017" name="Text Box 9"/>
          <p:cNvSpPr txBox="1"/>
          <p:nvPr/>
        </p:nvSpPr>
        <p:spPr>
          <a:xfrm>
            <a:off x="2843213" y="1844675"/>
            <a:ext cx="1676400" cy="1382713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一输入变量，二种组合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pSp>
        <p:nvGrpSpPr>
          <p:cNvPr id="43018" name="Group 10"/>
          <p:cNvGrpSpPr/>
          <p:nvPr/>
        </p:nvGrpSpPr>
        <p:grpSpPr>
          <a:xfrm>
            <a:off x="468313" y="3657600"/>
            <a:ext cx="2330450" cy="3200400"/>
            <a:chOff x="0" y="0"/>
            <a:chExt cx="1468" cy="2016"/>
          </a:xfrm>
        </p:grpSpPr>
        <p:sp>
          <p:nvSpPr>
            <p:cNvPr id="41996" name="Rectangle 11"/>
            <p:cNvSpPr/>
            <p:nvPr/>
          </p:nvSpPr>
          <p:spPr>
            <a:xfrm>
              <a:off x="0" y="0"/>
              <a:ext cx="1468" cy="2016"/>
            </a:xfrm>
            <a:prstGeom prst="rect">
              <a:avLst/>
            </a:prstGeom>
            <a:solidFill>
              <a:srgbClr val="CC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1997" name="Text Box 12"/>
            <p:cNvSpPr txBox="1"/>
            <p:nvPr/>
          </p:nvSpPr>
          <p:spPr>
            <a:xfrm>
              <a:off x="40" y="40"/>
              <a:ext cx="1308" cy="1943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  A     B     Y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   0     0      1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   0     1      1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   1     0      1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   1     1     0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1998" name="Line 13"/>
            <p:cNvSpPr/>
            <p:nvPr/>
          </p:nvSpPr>
          <p:spPr>
            <a:xfrm>
              <a:off x="4" y="472"/>
              <a:ext cx="14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9" name="Line 14"/>
            <p:cNvSpPr/>
            <p:nvPr/>
          </p:nvSpPr>
          <p:spPr>
            <a:xfrm>
              <a:off x="952" y="4"/>
              <a:ext cx="0" cy="20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3023" name="Text Box 15"/>
          <p:cNvSpPr txBox="1"/>
          <p:nvPr/>
        </p:nvSpPr>
        <p:spPr>
          <a:xfrm>
            <a:off x="3143250" y="4381500"/>
            <a:ext cx="1676400" cy="1382713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二输入变量，四种组合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pSp>
        <p:nvGrpSpPr>
          <p:cNvPr id="43024" name="Group 16"/>
          <p:cNvGrpSpPr/>
          <p:nvPr/>
        </p:nvGrpSpPr>
        <p:grpSpPr>
          <a:xfrm>
            <a:off x="5076825" y="1179513"/>
            <a:ext cx="2076450" cy="5678487"/>
            <a:chOff x="0" y="0"/>
            <a:chExt cx="1308" cy="3577"/>
          </a:xfrm>
        </p:grpSpPr>
        <p:sp>
          <p:nvSpPr>
            <p:cNvPr id="41993" name="Text Box 17"/>
            <p:cNvSpPr txBox="1"/>
            <p:nvPr/>
          </p:nvSpPr>
          <p:spPr>
            <a:xfrm>
              <a:off x="0" y="0"/>
              <a:ext cx="1308" cy="3577"/>
            </a:xfrm>
            <a:prstGeom prst="rect">
              <a:avLst/>
            </a:prstGeom>
            <a:solidFill>
              <a:srgbClr val="FFFF99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A   B   C   Y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0    0    0   0    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0    0    1   0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0    1    0   0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0    1    1   0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1    0    0   0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1    0    1   1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1    1    0   1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latin typeface="Times New Roman" panose="02020603050405020304" pitchFamily="18" charset="0"/>
                </a:rPr>
                <a:t>1    1    1   1</a:t>
              </a:r>
              <a:endParaRPr lang="en-US" altLang="zh-CN" sz="28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1994" name="Line 18"/>
            <p:cNvSpPr/>
            <p:nvPr/>
          </p:nvSpPr>
          <p:spPr>
            <a:xfrm>
              <a:off x="0" y="360"/>
              <a:ext cx="130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5" name="Line 19"/>
            <p:cNvSpPr/>
            <p:nvPr/>
          </p:nvSpPr>
          <p:spPr>
            <a:xfrm>
              <a:off x="936" y="12"/>
              <a:ext cx="0" cy="3564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3028" name="Text Box 20"/>
          <p:cNvSpPr txBox="1"/>
          <p:nvPr/>
        </p:nvSpPr>
        <p:spPr>
          <a:xfrm>
            <a:off x="7467600" y="2420938"/>
            <a:ext cx="1676400" cy="1382712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三输入变量，八种组合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 animBg="1"/>
      <p:bldP spid="43023" grpId="0" animBg="1"/>
      <p:bldP spid="430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4034" name="Group 2"/>
          <p:cNvGrpSpPr/>
          <p:nvPr/>
        </p:nvGrpSpPr>
        <p:grpSpPr>
          <a:xfrm>
            <a:off x="971550" y="1196975"/>
            <a:ext cx="2552700" cy="4867275"/>
            <a:chOff x="0" y="0"/>
            <a:chExt cx="1608" cy="3066"/>
          </a:xfrm>
        </p:grpSpPr>
        <p:sp>
          <p:nvSpPr>
            <p:cNvPr id="43016" name="Text Box 3"/>
            <p:cNvSpPr txBox="1"/>
            <p:nvPr/>
          </p:nvSpPr>
          <p:spPr>
            <a:xfrm>
              <a:off x="0" y="0"/>
              <a:ext cx="1608" cy="3066"/>
            </a:xfrm>
            <a:prstGeom prst="rect">
              <a:avLst/>
            </a:prstGeom>
            <a:solidFill>
              <a:srgbClr val="99FFCC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A   B   C   D    Y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0    0    0   0     1            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0    0    0   1     0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0    0    1   0     1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0    0    1   1     1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0    1    0   0     0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0    1    0   1     1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0    1    1   0     0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0    1    1   1     1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3017" name="Line 4"/>
            <p:cNvSpPr/>
            <p:nvPr/>
          </p:nvSpPr>
          <p:spPr>
            <a:xfrm>
              <a:off x="0" y="336"/>
              <a:ext cx="160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18" name="Line 5"/>
            <p:cNvSpPr/>
            <p:nvPr/>
          </p:nvSpPr>
          <p:spPr>
            <a:xfrm>
              <a:off x="1140" y="12"/>
              <a:ext cx="0" cy="304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4038" name="Group 6"/>
          <p:cNvGrpSpPr/>
          <p:nvPr/>
        </p:nvGrpSpPr>
        <p:grpSpPr>
          <a:xfrm>
            <a:off x="3995738" y="1268413"/>
            <a:ext cx="2571750" cy="4867275"/>
            <a:chOff x="0" y="0"/>
            <a:chExt cx="1620" cy="3066"/>
          </a:xfrm>
        </p:grpSpPr>
        <p:sp>
          <p:nvSpPr>
            <p:cNvPr id="43013" name="Text Box 7"/>
            <p:cNvSpPr txBox="1"/>
            <p:nvPr/>
          </p:nvSpPr>
          <p:spPr>
            <a:xfrm>
              <a:off x="0" y="0"/>
              <a:ext cx="1608" cy="3066"/>
            </a:xfrm>
            <a:prstGeom prst="rect">
              <a:avLst/>
            </a:prstGeom>
            <a:solidFill>
              <a:srgbClr val="99FFCC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A   B   C   D    Y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1    0    0   0     1    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1    0    0   1     1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1    0    1   0     1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1    0    1   1     1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1    1    0   0     1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1    1    0   1     1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1    1    1   0     1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1    1    1   1     1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3014" name="Line 8"/>
            <p:cNvSpPr/>
            <p:nvPr/>
          </p:nvSpPr>
          <p:spPr>
            <a:xfrm>
              <a:off x="12" y="324"/>
              <a:ext cx="160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15" name="Line 9"/>
            <p:cNvSpPr/>
            <p:nvPr/>
          </p:nvSpPr>
          <p:spPr>
            <a:xfrm>
              <a:off x="1164" y="12"/>
              <a:ext cx="0" cy="304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042" name="Text Box 10"/>
          <p:cNvSpPr txBox="1"/>
          <p:nvPr/>
        </p:nvSpPr>
        <p:spPr>
          <a:xfrm>
            <a:off x="7035800" y="2940050"/>
            <a:ext cx="1676400" cy="1382713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四输入变量，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16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种组合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4034" name="Group 2"/>
          <p:cNvGrpSpPr/>
          <p:nvPr/>
        </p:nvGrpSpPr>
        <p:grpSpPr>
          <a:xfrm>
            <a:off x="3089275" y="1249363"/>
            <a:ext cx="2921000" cy="2249487"/>
            <a:chOff x="0" y="0"/>
            <a:chExt cx="1840" cy="1417"/>
          </a:xfrm>
        </p:grpSpPr>
        <p:graphicFrame>
          <p:nvGraphicFramePr>
            <p:cNvPr id="44036" name="Object 3"/>
            <p:cNvGraphicFramePr>
              <a:graphicFrameLocks noChangeAspect="1"/>
            </p:cNvGraphicFramePr>
            <p:nvPr/>
          </p:nvGraphicFramePr>
          <p:xfrm>
            <a:off x="0" y="0"/>
            <a:ext cx="1840" cy="1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" imgW="4540250" imgH="3497580" progId="MS_ClipArt_Gallery.2">
                    <p:embed/>
                  </p:oleObj>
                </mc:Choice>
                <mc:Fallback>
                  <p:oleObj name="" r:id="rId1" imgW="4540250" imgH="3497580" progId="MS_ClipArt_Gallery.2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840" cy="14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37" name="WordArt 4"/>
            <p:cNvSpPr/>
            <p:nvPr/>
          </p:nvSpPr>
          <p:spPr>
            <a:xfrm>
              <a:off x="158" y="153"/>
              <a:ext cx="864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solidFill>
                    <a:srgbClr val="FF0000"/>
                  </a:solidFill>
                  <a:effectLst>
                    <a:outerShdw dist="35921" dir="2699999" algn="ctr" rotWithShape="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请注意</a:t>
              </a:r>
              <a:endParaRPr lang="zh-CN" altLang="en-US" sz="3600" b="1">
                <a:solidFill>
                  <a:srgbClr val="FF0000"/>
                </a:solidFill>
                <a:effectLst>
                  <a:outerShdw dist="35921" dir="2699999" algn="ctr" rotWithShape="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44035" name="Text Box 5"/>
          <p:cNvSpPr txBox="1"/>
          <p:nvPr/>
        </p:nvSpPr>
        <p:spPr>
          <a:xfrm>
            <a:off x="2044700" y="3892550"/>
            <a:ext cx="5886450" cy="20415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indent="666750"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楷体_GB2312" pitchFamily="1" charset="-122"/>
              </a:rPr>
              <a:t>  n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个变量可以有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1" charset="-122"/>
              </a:rPr>
              <a:t>2</a:t>
            </a:r>
            <a:r>
              <a:rPr lang="en-US" altLang="zh-CN" sz="3200" baseline="30000" dirty="0">
                <a:latin typeface="Times New Roman" panose="02020603050405020304" pitchFamily="18" charset="0"/>
                <a:ea typeface="楷体_GB2312" pitchFamily="1" charset="-122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个组合，一般按二进制的顺序，输出与输入状态一一对应，列出所有可能的状态。</a:t>
            </a:r>
            <a:endParaRPr lang="zh-CN" altLang="en-US" sz="32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2"/>
          <p:cNvSpPr txBox="1"/>
          <p:nvPr/>
        </p:nvSpPr>
        <p:spPr>
          <a:xfrm>
            <a:off x="971550" y="620713"/>
            <a:ext cx="3822700" cy="57943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逻辑函数式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46083" name="Text Box 3"/>
          <p:cNvSpPr txBox="1"/>
          <p:nvPr/>
        </p:nvSpPr>
        <p:spPr>
          <a:xfrm>
            <a:off x="539750" y="1557338"/>
            <a:ext cx="8342313" cy="26257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indent="476250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把逻辑函数的输入、输出关系写成</a:t>
            </a:r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与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、</a:t>
            </a:r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或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、</a:t>
            </a:r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非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等逻辑运算的组合式，即</a:t>
            </a:r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逻辑代数式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，又称为</a:t>
            </a:r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逻辑函数式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，通常采用“</a:t>
            </a:r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与或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”的形式。</a:t>
            </a:r>
            <a:endParaRPr lang="zh-CN" altLang="en-US" sz="32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pSp>
        <p:nvGrpSpPr>
          <p:cNvPr id="46084" name="Group 4"/>
          <p:cNvGrpSpPr/>
          <p:nvPr/>
        </p:nvGrpSpPr>
        <p:grpSpPr>
          <a:xfrm>
            <a:off x="684213" y="4581525"/>
            <a:ext cx="7997825" cy="579438"/>
            <a:chOff x="0" y="0"/>
            <a:chExt cx="5038" cy="365"/>
          </a:xfrm>
        </p:grpSpPr>
        <p:sp>
          <p:nvSpPr>
            <p:cNvPr id="45061" name="Text Box 5"/>
            <p:cNvSpPr txBox="1"/>
            <p:nvPr/>
          </p:nvSpPr>
          <p:spPr>
            <a:xfrm>
              <a:off x="0" y="0"/>
              <a:ext cx="93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latin typeface="Times New Roman" panose="02020603050405020304" pitchFamily="18" charset="0"/>
                  <a:ea typeface="楷体_GB2312" pitchFamily="1" charset="-122"/>
                </a:rPr>
                <a:t>比如：</a:t>
              </a:r>
              <a:endParaRPr lang="zh-CN" altLang="en-US" sz="3200" dirty="0"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  <p:graphicFrame>
          <p:nvGraphicFramePr>
            <p:cNvPr id="45062" name="Object 6"/>
            <p:cNvGraphicFramePr>
              <a:graphicFrameLocks noChangeAspect="1"/>
            </p:cNvGraphicFramePr>
            <p:nvPr/>
          </p:nvGraphicFramePr>
          <p:xfrm>
            <a:off x="911" y="74"/>
            <a:ext cx="4127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1" imgW="2706370" imgH="177800" progId="Equation.3">
                    <p:embed/>
                  </p:oleObj>
                </mc:Choice>
                <mc:Fallback>
                  <p:oleObj name="" r:id="rId1" imgW="2706370" imgH="1778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11" y="74"/>
                          <a:ext cx="4127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Text Box 2"/>
          <p:cNvSpPr txBox="1"/>
          <p:nvPr/>
        </p:nvSpPr>
        <p:spPr>
          <a:xfrm>
            <a:off x="958850" y="442913"/>
            <a:ext cx="2736850" cy="57943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逻辑图：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47107" name="Text Box 3"/>
          <p:cNvSpPr txBox="1"/>
          <p:nvPr/>
        </p:nvSpPr>
        <p:spPr>
          <a:xfrm>
            <a:off x="539750" y="1125538"/>
            <a:ext cx="7561263" cy="10668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楷体_GB2312" pitchFamily="1" charset="-122"/>
              </a:rPr>
              <a:t>        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把相应的逻辑关系用逻辑符号和连线表示出来。</a:t>
            </a:r>
            <a:endParaRPr lang="zh-CN" altLang="en-US" sz="32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pic>
        <p:nvPicPr>
          <p:cNvPr id="4710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2708275"/>
            <a:ext cx="5400675" cy="18700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2555875" y="5013325"/>
          <a:ext cx="23034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2" imgW="838200" imgH="203200" progId="Equation.3">
                  <p:embed/>
                </p:oleObj>
              </mc:Choice>
              <mc:Fallback>
                <p:oleObj name="" r:id="rId2" imgW="838200" imgH="2032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55875" y="5013325"/>
                        <a:ext cx="2303463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Text Box 2"/>
          <p:cNvSpPr txBox="1"/>
          <p:nvPr/>
        </p:nvSpPr>
        <p:spPr>
          <a:xfrm>
            <a:off x="468313" y="476250"/>
            <a:ext cx="5040312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各种表示方法之间的相互转换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48131" name="Text Box 3"/>
          <p:cNvSpPr txBox="1"/>
          <p:nvPr/>
        </p:nvSpPr>
        <p:spPr>
          <a:xfrm>
            <a:off x="468313" y="1484313"/>
            <a:ext cx="63849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、真值表</a:t>
            </a:r>
            <a:r>
              <a:rPr lang="zh-CN" altLang="en-US" sz="3200" dirty="0">
                <a:solidFill>
                  <a:srgbClr val="003399"/>
                </a:solidFill>
                <a:latin typeface="Verdana" panose="020B0604030504040204" pitchFamily="34" charset="0"/>
              </a:rPr>
              <a:t>→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逻辑函数式</a:t>
            </a:r>
            <a:endParaRPr lang="zh-CN" altLang="en-US" sz="3200" dirty="0">
              <a:solidFill>
                <a:srgbClr val="00339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8132" name="Text Box 4"/>
          <p:cNvSpPr txBox="1"/>
          <p:nvPr/>
        </p:nvSpPr>
        <p:spPr>
          <a:xfrm>
            <a:off x="250825" y="2420938"/>
            <a:ext cx="5532438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方法</a:t>
            </a:r>
            <a:r>
              <a:rPr lang="en-US" altLang="zh-CN" sz="3200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: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将真值表中为</a:t>
            </a:r>
            <a:r>
              <a:rPr lang="en-US" altLang="zh-CN" sz="3200" u="sng" dirty="0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的项相加</a:t>
            </a:r>
            <a:r>
              <a:rPr lang="en-US" altLang="zh-CN" sz="3200" u="sng" dirty="0">
                <a:latin typeface="楷体_GB2312" pitchFamily="1" charset="-122"/>
                <a:ea typeface="楷体_GB2312" pitchFamily="1" charset="-122"/>
              </a:rPr>
              <a:t>,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写成 </a:t>
            </a:r>
            <a:r>
              <a:rPr lang="zh-CN" altLang="en-US" sz="3200" u="sng" dirty="0">
                <a:latin typeface="Times New Roman" panose="02020603050405020304" pitchFamily="18" charset="0"/>
                <a:ea typeface="楷体_GB2312" pitchFamily="1" charset="-122"/>
              </a:rPr>
              <a:t>“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与或式</a:t>
            </a:r>
            <a:r>
              <a:rPr lang="zh-CN" altLang="en-US" sz="3200" u="sng" dirty="0">
                <a:latin typeface="Times New Roman" panose="02020603050405020304" pitchFamily="18" charset="0"/>
                <a:ea typeface="楷体_GB2312" pitchFamily="1" charset="-122"/>
              </a:rPr>
              <a:t>”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3200" u="sng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523875" y="4040188"/>
          <a:ext cx="44227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1600835" imgH="177800" progId="Equation.3">
                  <p:embed/>
                </p:oleObj>
              </mc:Choice>
              <mc:Fallback>
                <p:oleObj name="" r:id="rId1" imgW="1600835" imgH="1778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3875" y="4040188"/>
                        <a:ext cx="4422775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4" name="Group 6"/>
          <p:cNvGrpSpPr/>
          <p:nvPr/>
        </p:nvGrpSpPr>
        <p:grpSpPr>
          <a:xfrm>
            <a:off x="6011863" y="765175"/>
            <a:ext cx="2252662" cy="5557838"/>
            <a:chOff x="0" y="0"/>
            <a:chExt cx="1419" cy="3501"/>
          </a:xfrm>
        </p:grpSpPr>
        <p:grpSp>
          <p:nvGrpSpPr>
            <p:cNvPr id="47111" name="Group 7"/>
            <p:cNvGrpSpPr/>
            <p:nvPr/>
          </p:nvGrpSpPr>
          <p:grpSpPr>
            <a:xfrm>
              <a:off x="0" y="453"/>
              <a:ext cx="1419" cy="3048"/>
              <a:chOff x="0" y="0"/>
              <a:chExt cx="1419" cy="3048"/>
            </a:xfrm>
          </p:grpSpPr>
          <p:sp>
            <p:nvSpPr>
              <p:cNvPr id="47113" name="Text Box 8"/>
              <p:cNvSpPr txBox="1"/>
              <p:nvPr/>
            </p:nvSpPr>
            <p:spPr>
              <a:xfrm>
                <a:off x="27" y="0"/>
                <a:ext cx="1392" cy="30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A    B    C     Y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0    0     0     0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0    0     1     0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0    1     0     0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0    1     1     1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1    0     0     0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1    0     1     1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1    1     0     1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1    1     1     0  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14" name="Line 9"/>
              <p:cNvSpPr/>
              <p:nvPr/>
            </p:nvSpPr>
            <p:spPr>
              <a:xfrm>
                <a:off x="0" y="290"/>
                <a:ext cx="1364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115" name="Line 10"/>
              <p:cNvSpPr/>
              <p:nvPr/>
            </p:nvSpPr>
            <p:spPr>
              <a:xfrm>
                <a:off x="982" y="17"/>
                <a:ext cx="0" cy="2945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7112" name="Text Box 11"/>
            <p:cNvSpPr txBox="1"/>
            <p:nvPr/>
          </p:nvSpPr>
          <p:spPr>
            <a:xfrm>
              <a:off x="0" y="0"/>
              <a:ext cx="11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800" dirty="0">
                  <a:solidFill>
                    <a:srgbClr val="FF0000"/>
                  </a:solidFill>
                  <a:latin typeface="Verdana" panose="020B0604030504040204" pitchFamily="34" charset="0"/>
                </a:rPr>
                <a:t>2.5.1</a:t>
              </a:r>
              <a:endPara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4813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ext Box 2"/>
          <p:cNvSpPr txBox="1"/>
          <p:nvPr/>
        </p:nvSpPr>
        <p:spPr>
          <a:xfrm>
            <a:off x="395288" y="476250"/>
            <a:ext cx="63849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、逻辑式</a:t>
            </a:r>
            <a:r>
              <a:rPr lang="zh-CN" altLang="en-US" sz="3200" dirty="0">
                <a:solidFill>
                  <a:srgbClr val="003399"/>
                </a:solidFill>
                <a:latin typeface="Verdana" panose="020B0604030504040204" pitchFamily="34" charset="0"/>
              </a:rPr>
              <a:t>→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真值表</a:t>
            </a:r>
            <a:endParaRPr lang="zh-CN" altLang="en-US" sz="3200" dirty="0">
              <a:solidFill>
                <a:srgbClr val="00339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9155" name="Text Box 3"/>
          <p:cNvSpPr txBox="1"/>
          <p:nvPr/>
        </p:nvSpPr>
        <p:spPr>
          <a:xfrm>
            <a:off x="395288" y="1268413"/>
            <a:ext cx="5532437" cy="1554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方法</a:t>
            </a:r>
            <a:r>
              <a:rPr lang="en-US" altLang="zh-CN" sz="3200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: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将输入变量取值的所有组合状态逐一带入逻辑式求函数值</a:t>
            </a:r>
            <a:r>
              <a:rPr lang="en-US" altLang="zh-CN" sz="3200" u="sng" dirty="0">
                <a:latin typeface="楷体_GB2312" pitchFamily="1" charset="-122"/>
                <a:ea typeface="楷体_GB2312" pitchFamily="1" charset="-122"/>
              </a:rPr>
              <a:t>,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列成表即得真值表。</a:t>
            </a:r>
            <a:endParaRPr lang="zh-CN" altLang="en-US" sz="3200" u="sng" dirty="0"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49156" name="Group 4"/>
          <p:cNvGrpSpPr/>
          <p:nvPr/>
        </p:nvGrpSpPr>
        <p:grpSpPr>
          <a:xfrm>
            <a:off x="323850" y="2997200"/>
            <a:ext cx="3690938" cy="1533525"/>
            <a:chOff x="0" y="0"/>
            <a:chExt cx="2325" cy="966"/>
          </a:xfrm>
        </p:grpSpPr>
        <p:sp>
          <p:nvSpPr>
            <p:cNvPr id="48145" name="Rectangle 5"/>
            <p:cNvSpPr/>
            <p:nvPr/>
          </p:nvSpPr>
          <p:spPr>
            <a:xfrm>
              <a:off x="0" y="0"/>
              <a:ext cx="9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800" dirty="0">
                  <a:solidFill>
                    <a:srgbClr val="FF0000"/>
                  </a:solidFill>
                  <a:latin typeface="Verdana" panose="020B0604030504040204" pitchFamily="34" charset="0"/>
                </a:rPr>
                <a:t>2.5.2</a:t>
              </a:r>
              <a:endPara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48146" name="Object 6"/>
            <p:cNvGraphicFramePr>
              <a:graphicFrameLocks noChangeAspect="1"/>
            </p:cNvGraphicFramePr>
            <p:nvPr/>
          </p:nvGraphicFramePr>
          <p:xfrm>
            <a:off x="92" y="657"/>
            <a:ext cx="2233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1" imgW="1282700" imgH="177800" progId="Equation.3">
                    <p:embed/>
                  </p:oleObj>
                </mc:Choice>
                <mc:Fallback>
                  <p:oleObj name="" r:id="rId1" imgW="1282700" imgH="1778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2" y="657"/>
                          <a:ext cx="2233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159" name="Group 7"/>
          <p:cNvGrpSpPr/>
          <p:nvPr/>
        </p:nvGrpSpPr>
        <p:grpSpPr>
          <a:xfrm>
            <a:off x="6011863" y="1484313"/>
            <a:ext cx="2252662" cy="4838700"/>
            <a:chOff x="0" y="0"/>
            <a:chExt cx="1419" cy="3048"/>
          </a:xfrm>
        </p:grpSpPr>
        <p:sp>
          <p:nvSpPr>
            <p:cNvPr id="48142" name="Text Box 8"/>
            <p:cNvSpPr txBox="1"/>
            <p:nvPr/>
          </p:nvSpPr>
          <p:spPr>
            <a:xfrm>
              <a:off x="27" y="0"/>
              <a:ext cx="1392" cy="30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    B    C     Y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0    0     0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0    0     1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0    1     0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0    1     1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1    0     0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1    0     1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1    1     0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1    1     1 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8143" name="Line 9"/>
            <p:cNvSpPr/>
            <p:nvPr/>
          </p:nvSpPr>
          <p:spPr>
            <a:xfrm>
              <a:off x="0" y="290"/>
              <a:ext cx="1364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4" name="Line 10"/>
            <p:cNvSpPr/>
            <p:nvPr/>
          </p:nvSpPr>
          <p:spPr>
            <a:xfrm>
              <a:off x="982" y="17"/>
              <a:ext cx="0" cy="2945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9163" name="Text Box 11"/>
          <p:cNvSpPr txBox="1"/>
          <p:nvPr/>
        </p:nvSpPr>
        <p:spPr>
          <a:xfrm>
            <a:off x="7667625" y="2060575"/>
            <a:ext cx="287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9164" name="Text Box 12"/>
          <p:cNvSpPr txBox="1"/>
          <p:nvPr/>
        </p:nvSpPr>
        <p:spPr>
          <a:xfrm>
            <a:off x="7667625" y="2565400"/>
            <a:ext cx="287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9165" name="Text Box 13"/>
          <p:cNvSpPr txBox="1"/>
          <p:nvPr/>
        </p:nvSpPr>
        <p:spPr>
          <a:xfrm>
            <a:off x="7667625" y="3141663"/>
            <a:ext cx="287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9166" name="Text Box 14"/>
          <p:cNvSpPr txBox="1"/>
          <p:nvPr/>
        </p:nvSpPr>
        <p:spPr>
          <a:xfrm>
            <a:off x="7667625" y="4797425"/>
            <a:ext cx="287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9167" name="Text Box 15"/>
          <p:cNvSpPr txBox="1"/>
          <p:nvPr/>
        </p:nvSpPr>
        <p:spPr>
          <a:xfrm>
            <a:off x="7667625" y="5876925"/>
            <a:ext cx="287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9168" name="Text Box 16"/>
          <p:cNvSpPr txBox="1"/>
          <p:nvPr/>
        </p:nvSpPr>
        <p:spPr>
          <a:xfrm>
            <a:off x="7667625" y="5300663"/>
            <a:ext cx="287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9169" name="Text Box 17"/>
          <p:cNvSpPr txBox="1"/>
          <p:nvPr/>
        </p:nvSpPr>
        <p:spPr>
          <a:xfrm>
            <a:off x="7667625" y="4221163"/>
            <a:ext cx="287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9170" name="Text Box 18"/>
          <p:cNvSpPr txBox="1"/>
          <p:nvPr/>
        </p:nvSpPr>
        <p:spPr>
          <a:xfrm>
            <a:off x="7667625" y="3644900"/>
            <a:ext cx="287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63" grpId="0"/>
      <p:bldP spid="49164" grpId="0"/>
      <p:bldP spid="49165" grpId="0"/>
      <p:bldP spid="49166" grpId="0"/>
      <p:bldP spid="49167" grpId="0"/>
      <p:bldP spid="49168" grpId="0"/>
      <p:bldP spid="49169" grpId="0"/>
      <p:bldP spid="4917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Text Box 2"/>
          <p:cNvSpPr txBox="1"/>
          <p:nvPr/>
        </p:nvSpPr>
        <p:spPr>
          <a:xfrm>
            <a:off x="395288" y="476250"/>
            <a:ext cx="63849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、逻辑式</a:t>
            </a:r>
            <a:r>
              <a:rPr lang="zh-CN" altLang="en-US" sz="3200" dirty="0">
                <a:solidFill>
                  <a:srgbClr val="003399"/>
                </a:solidFill>
                <a:latin typeface="Verdana" panose="020B0604030504040204" pitchFamily="34" charset="0"/>
              </a:rPr>
              <a:t>→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逻辑图</a:t>
            </a:r>
            <a:endParaRPr lang="zh-CN" altLang="en-US" sz="3200" dirty="0">
              <a:solidFill>
                <a:srgbClr val="00339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50179" name="Text Box 3"/>
          <p:cNvSpPr txBox="1"/>
          <p:nvPr/>
        </p:nvSpPr>
        <p:spPr>
          <a:xfrm>
            <a:off x="395288" y="1268413"/>
            <a:ext cx="8137525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方法</a:t>
            </a:r>
            <a:r>
              <a:rPr lang="en-US" altLang="zh-CN" sz="3200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: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用图形符号代替逻辑式中的运算符号</a:t>
            </a:r>
            <a:r>
              <a:rPr lang="en-US" altLang="zh-CN" sz="3200" u="sng" dirty="0">
                <a:latin typeface="楷体_GB2312" pitchFamily="1" charset="-122"/>
                <a:ea typeface="楷体_GB2312" pitchFamily="1" charset="-122"/>
              </a:rPr>
              <a:t>,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就可以画出逻辑图</a:t>
            </a:r>
            <a:r>
              <a:rPr lang="en-US" altLang="zh-CN" sz="3200" u="sng" dirty="0">
                <a:latin typeface="楷体_GB2312" pitchFamily="1" charset="-122"/>
                <a:ea typeface="楷体_GB2312" pitchFamily="1" charset="-122"/>
              </a:rPr>
              <a:t>.</a:t>
            </a:r>
            <a:endParaRPr lang="en-US" altLang="zh-CN" sz="3200" u="sng" dirty="0"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50180" name="Group 4"/>
          <p:cNvGrpSpPr/>
          <p:nvPr/>
        </p:nvGrpSpPr>
        <p:grpSpPr>
          <a:xfrm>
            <a:off x="468313" y="2527300"/>
            <a:ext cx="6710362" cy="561975"/>
            <a:chOff x="0" y="0"/>
            <a:chExt cx="4227" cy="354"/>
          </a:xfrm>
        </p:grpSpPr>
        <p:sp>
          <p:nvSpPr>
            <p:cNvPr id="49158" name="Rectangle 5"/>
            <p:cNvSpPr/>
            <p:nvPr/>
          </p:nvSpPr>
          <p:spPr>
            <a:xfrm>
              <a:off x="0" y="24"/>
              <a:ext cx="9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800" dirty="0">
                  <a:solidFill>
                    <a:srgbClr val="FF0000"/>
                  </a:solidFill>
                  <a:latin typeface="Verdana" panose="020B0604030504040204" pitchFamily="34" charset="0"/>
                </a:rPr>
                <a:t>2.5.3</a:t>
              </a:r>
              <a:endPara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49159" name="Object 6"/>
            <p:cNvGraphicFramePr>
              <a:graphicFrameLocks noChangeAspect="1"/>
            </p:cNvGraphicFramePr>
            <p:nvPr/>
          </p:nvGraphicFramePr>
          <p:xfrm>
            <a:off x="1331" y="0"/>
            <a:ext cx="289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" imgW="1664335" imgH="203200" progId="Equation.3">
                    <p:embed/>
                  </p:oleObj>
                </mc:Choice>
                <mc:Fallback>
                  <p:oleObj name="" r:id="rId1" imgW="1664335" imgH="2032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31" y="0"/>
                          <a:ext cx="2896" cy="3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018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3573463"/>
            <a:ext cx="6010275" cy="2838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0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2708275"/>
            <a:ext cx="7986713" cy="268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79" name="Text Box 3"/>
          <p:cNvSpPr txBox="1"/>
          <p:nvPr/>
        </p:nvSpPr>
        <p:spPr>
          <a:xfrm>
            <a:off x="395288" y="476250"/>
            <a:ext cx="63849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4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、逻辑图</a:t>
            </a:r>
            <a:r>
              <a:rPr lang="zh-CN" altLang="en-US" sz="3200" dirty="0">
                <a:solidFill>
                  <a:srgbClr val="003399"/>
                </a:solidFill>
                <a:latin typeface="Verdana" panose="020B0604030504040204" pitchFamily="34" charset="0"/>
              </a:rPr>
              <a:t>→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逻辑式</a:t>
            </a:r>
            <a:endParaRPr lang="zh-CN" altLang="en-US" sz="3200" dirty="0">
              <a:solidFill>
                <a:srgbClr val="00339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51204" name="Text Box 4"/>
          <p:cNvSpPr txBox="1"/>
          <p:nvPr/>
        </p:nvSpPr>
        <p:spPr>
          <a:xfrm>
            <a:off x="395288" y="1268413"/>
            <a:ext cx="82804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方法</a:t>
            </a:r>
            <a:r>
              <a:rPr lang="en-US" altLang="zh-CN" sz="3200" u="sng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:</a:t>
            </a:r>
            <a:r>
              <a:rPr lang="zh-CN" altLang="en-US" sz="3200" u="sng" dirty="0">
                <a:latin typeface="楷体_GB2312" pitchFamily="1" charset="-122"/>
                <a:ea typeface="楷体_GB2312" pitchFamily="1" charset="-122"/>
              </a:rPr>
              <a:t>从输入端到输出端逐级写出每个图形符号对应的逻辑式，即得到对应的逻辑函数式</a:t>
            </a:r>
            <a:r>
              <a:rPr lang="en-US" altLang="zh-CN" sz="3200" u="sng" dirty="0">
                <a:latin typeface="楷体_GB2312" pitchFamily="1" charset="-122"/>
                <a:ea typeface="楷体_GB2312" pitchFamily="1" charset="-122"/>
              </a:rPr>
              <a:t>.</a:t>
            </a:r>
            <a:endParaRPr lang="en-US" altLang="zh-CN" sz="3200" u="sng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2901950" y="4752975"/>
          <a:ext cx="4032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2" imgW="130810" imgH="121285" progId="Equation.3">
                  <p:embed/>
                </p:oleObj>
              </mc:Choice>
              <mc:Fallback>
                <p:oleObj name="" r:id="rId2" imgW="130810" imgH="121285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01950" y="4752975"/>
                        <a:ext cx="40322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6"/>
          <p:cNvGraphicFramePr>
            <a:graphicFrameLocks noChangeAspect="1"/>
          </p:cNvGraphicFramePr>
          <p:nvPr/>
        </p:nvGraphicFramePr>
        <p:xfrm>
          <a:off x="4211638" y="4221163"/>
          <a:ext cx="4032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4" imgW="130810" imgH="121285" progId="Equation.3">
                  <p:embed/>
                </p:oleObj>
              </mc:Choice>
              <mc:Fallback>
                <p:oleObj name="" r:id="rId4" imgW="130810" imgH="121285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4221163"/>
                        <a:ext cx="40322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5508625" y="2565400"/>
          <a:ext cx="11795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6" imgW="382270" imgH="149225" progId="Equation.3">
                  <p:embed/>
                </p:oleObj>
              </mc:Choice>
              <mc:Fallback>
                <p:oleObj name="" r:id="rId6" imgW="382270" imgH="14922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625" y="2565400"/>
                        <a:ext cx="1179513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5781675" y="5013325"/>
          <a:ext cx="13541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8" imgW="438785" imgH="149225" progId="Equation.3">
                  <p:embed/>
                </p:oleObj>
              </mc:Choice>
              <mc:Fallback>
                <p:oleObj name="" r:id="rId8" imgW="438785" imgH="14922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81675" y="5013325"/>
                        <a:ext cx="1354138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611188" y="5876925"/>
          <a:ext cx="81867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0" imgW="2538095" imgH="149225" progId="Equation.3">
                  <p:embed/>
                </p:oleObj>
              </mc:Choice>
              <mc:Fallback>
                <p:oleObj name="" r:id="rId10" imgW="2538095" imgH="14922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5876925"/>
                        <a:ext cx="8186737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Text Box 2"/>
          <p:cNvSpPr txBox="1"/>
          <p:nvPr/>
        </p:nvSpPr>
        <p:spPr>
          <a:xfrm>
            <a:off x="395288" y="476250"/>
            <a:ext cx="63849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5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、波形图</a:t>
            </a:r>
            <a:r>
              <a:rPr lang="zh-CN" altLang="en-US" sz="3200" dirty="0">
                <a:solidFill>
                  <a:srgbClr val="003399"/>
                </a:solidFill>
                <a:latin typeface="Verdana" panose="020B0604030504040204" pitchFamily="34" charset="0"/>
              </a:rPr>
              <a:t>→</a:t>
            </a:r>
            <a:r>
              <a:rPr lang="zh-CN" altLang="en-US" sz="3200" dirty="0">
                <a:solidFill>
                  <a:srgbClr val="003399"/>
                </a:solidFill>
                <a:latin typeface="楷体_GB2312" pitchFamily="1" charset="-122"/>
                <a:ea typeface="楷体_GB2312" pitchFamily="1" charset="-122"/>
              </a:rPr>
              <a:t>真值表</a:t>
            </a:r>
            <a:endParaRPr lang="zh-CN" altLang="en-US" sz="3200" dirty="0">
              <a:solidFill>
                <a:srgbClr val="00339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52227" name="Group 3"/>
          <p:cNvGrpSpPr/>
          <p:nvPr/>
        </p:nvGrpSpPr>
        <p:grpSpPr>
          <a:xfrm>
            <a:off x="468313" y="1341438"/>
            <a:ext cx="5832475" cy="4560887"/>
            <a:chOff x="0" y="0"/>
            <a:chExt cx="3447" cy="2873"/>
          </a:xfrm>
        </p:grpSpPr>
        <p:sp>
          <p:nvSpPr>
            <p:cNvPr id="51377" name="Line 4"/>
            <p:cNvSpPr/>
            <p:nvPr/>
          </p:nvSpPr>
          <p:spPr>
            <a:xfrm>
              <a:off x="205" y="615"/>
              <a:ext cx="303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378" name="Line 5"/>
            <p:cNvSpPr/>
            <p:nvPr/>
          </p:nvSpPr>
          <p:spPr>
            <a:xfrm>
              <a:off x="181" y="1290"/>
              <a:ext cx="303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379" name="Line 6"/>
            <p:cNvSpPr/>
            <p:nvPr/>
          </p:nvSpPr>
          <p:spPr>
            <a:xfrm>
              <a:off x="181" y="1962"/>
              <a:ext cx="303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380" name="Line 7"/>
            <p:cNvSpPr/>
            <p:nvPr/>
          </p:nvSpPr>
          <p:spPr>
            <a:xfrm flipV="1">
              <a:off x="272" y="90"/>
              <a:ext cx="5" cy="272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381" name="Line 8"/>
            <p:cNvSpPr/>
            <p:nvPr/>
          </p:nvSpPr>
          <p:spPr>
            <a:xfrm>
              <a:off x="181" y="2676"/>
              <a:ext cx="3037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382" name="Text Box 9"/>
            <p:cNvSpPr txBox="1"/>
            <p:nvPr/>
          </p:nvSpPr>
          <p:spPr>
            <a:xfrm>
              <a:off x="0" y="0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A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1383" name="Text Box 10"/>
            <p:cNvSpPr txBox="1"/>
            <p:nvPr/>
          </p:nvSpPr>
          <p:spPr>
            <a:xfrm>
              <a:off x="0" y="680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B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1384" name="Text Box 11"/>
            <p:cNvSpPr txBox="1"/>
            <p:nvPr/>
          </p:nvSpPr>
          <p:spPr>
            <a:xfrm>
              <a:off x="0" y="1315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C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1385" name="Text Box 12"/>
            <p:cNvSpPr txBox="1"/>
            <p:nvPr/>
          </p:nvSpPr>
          <p:spPr>
            <a:xfrm>
              <a:off x="0" y="1995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Y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1386" name="Text Box 13"/>
            <p:cNvSpPr txBox="1"/>
            <p:nvPr/>
          </p:nvSpPr>
          <p:spPr>
            <a:xfrm>
              <a:off x="3220" y="544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1387" name="Text Box 14"/>
            <p:cNvSpPr txBox="1"/>
            <p:nvPr/>
          </p:nvSpPr>
          <p:spPr>
            <a:xfrm>
              <a:off x="3175" y="1224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1388" name="Text Box 15"/>
            <p:cNvSpPr txBox="1"/>
            <p:nvPr/>
          </p:nvSpPr>
          <p:spPr>
            <a:xfrm>
              <a:off x="3175" y="1859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1389" name="Text Box 16"/>
            <p:cNvSpPr txBox="1"/>
            <p:nvPr/>
          </p:nvSpPr>
          <p:spPr>
            <a:xfrm>
              <a:off x="3175" y="2585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41" name="Group 17"/>
          <p:cNvGrpSpPr/>
          <p:nvPr/>
        </p:nvGrpSpPr>
        <p:grpSpPr>
          <a:xfrm>
            <a:off x="1187450" y="1484313"/>
            <a:ext cx="4322763" cy="4105275"/>
            <a:chOff x="0" y="0"/>
            <a:chExt cx="2723" cy="2586"/>
          </a:xfrm>
        </p:grpSpPr>
        <p:grpSp>
          <p:nvGrpSpPr>
            <p:cNvPr id="51353" name="Group 18"/>
            <p:cNvGrpSpPr/>
            <p:nvPr/>
          </p:nvGrpSpPr>
          <p:grpSpPr>
            <a:xfrm>
              <a:off x="0" y="0"/>
              <a:ext cx="182" cy="2586"/>
              <a:chOff x="0" y="0"/>
              <a:chExt cx="182" cy="2586"/>
            </a:xfrm>
          </p:grpSpPr>
          <p:sp>
            <p:nvSpPr>
              <p:cNvPr id="51375" name="Line 19"/>
              <p:cNvSpPr/>
              <p:nvPr/>
            </p:nvSpPr>
            <p:spPr>
              <a:xfrm>
                <a:off x="0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376" name="Line 20"/>
              <p:cNvSpPr/>
              <p:nvPr/>
            </p:nvSpPr>
            <p:spPr>
              <a:xfrm>
                <a:off x="182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51354" name="Group 21"/>
            <p:cNvGrpSpPr/>
            <p:nvPr/>
          </p:nvGrpSpPr>
          <p:grpSpPr>
            <a:xfrm>
              <a:off x="363" y="0"/>
              <a:ext cx="182" cy="2586"/>
              <a:chOff x="0" y="0"/>
              <a:chExt cx="182" cy="2586"/>
            </a:xfrm>
          </p:grpSpPr>
          <p:sp>
            <p:nvSpPr>
              <p:cNvPr id="51373" name="Line 22"/>
              <p:cNvSpPr/>
              <p:nvPr/>
            </p:nvSpPr>
            <p:spPr>
              <a:xfrm>
                <a:off x="0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374" name="Line 23"/>
              <p:cNvSpPr/>
              <p:nvPr/>
            </p:nvSpPr>
            <p:spPr>
              <a:xfrm>
                <a:off x="182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51355" name="Group 24"/>
            <p:cNvGrpSpPr/>
            <p:nvPr/>
          </p:nvGrpSpPr>
          <p:grpSpPr>
            <a:xfrm>
              <a:off x="726" y="0"/>
              <a:ext cx="182" cy="2586"/>
              <a:chOff x="0" y="0"/>
              <a:chExt cx="182" cy="2586"/>
            </a:xfrm>
          </p:grpSpPr>
          <p:sp>
            <p:nvSpPr>
              <p:cNvPr id="51371" name="Line 25"/>
              <p:cNvSpPr/>
              <p:nvPr/>
            </p:nvSpPr>
            <p:spPr>
              <a:xfrm>
                <a:off x="0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372" name="Line 26"/>
              <p:cNvSpPr/>
              <p:nvPr/>
            </p:nvSpPr>
            <p:spPr>
              <a:xfrm>
                <a:off x="182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51356" name="Group 27"/>
            <p:cNvGrpSpPr/>
            <p:nvPr/>
          </p:nvGrpSpPr>
          <p:grpSpPr>
            <a:xfrm>
              <a:off x="1089" y="0"/>
              <a:ext cx="182" cy="2586"/>
              <a:chOff x="0" y="0"/>
              <a:chExt cx="182" cy="2586"/>
            </a:xfrm>
          </p:grpSpPr>
          <p:sp>
            <p:nvSpPr>
              <p:cNvPr id="51369" name="Line 28"/>
              <p:cNvSpPr/>
              <p:nvPr/>
            </p:nvSpPr>
            <p:spPr>
              <a:xfrm>
                <a:off x="0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370" name="Line 29"/>
              <p:cNvSpPr/>
              <p:nvPr/>
            </p:nvSpPr>
            <p:spPr>
              <a:xfrm>
                <a:off x="182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51357" name="Group 30"/>
            <p:cNvGrpSpPr/>
            <p:nvPr/>
          </p:nvGrpSpPr>
          <p:grpSpPr>
            <a:xfrm>
              <a:off x="1452" y="0"/>
              <a:ext cx="182" cy="2586"/>
              <a:chOff x="0" y="0"/>
              <a:chExt cx="182" cy="2586"/>
            </a:xfrm>
          </p:grpSpPr>
          <p:sp>
            <p:nvSpPr>
              <p:cNvPr id="51367" name="Line 31"/>
              <p:cNvSpPr/>
              <p:nvPr/>
            </p:nvSpPr>
            <p:spPr>
              <a:xfrm>
                <a:off x="0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368" name="Line 32"/>
              <p:cNvSpPr/>
              <p:nvPr/>
            </p:nvSpPr>
            <p:spPr>
              <a:xfrm>
                <a:off x="182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51358" name="Group 33"/>
            <p:cNvGrpSpPr/>
            <p:nvPr/>
          </p:nvGrpSpPr>
          <p:grpSpPr>
            <a:xfrm>
              <a:off x="1815" y="0"/>
              <a:ext cx="182" cy="2586"/>
              <a:chOff x="0" y="0"/>
              <a:chExt cx="182" cy="2586"/>
            </a:xfrm>
          </p:grpSpPr>
          <p:sp>
            <p:nvSpPr>
              <p:cNvPr id="51365" name="Line 34"/>
              <p:cNvSpPr/>
              <p:nvPr/>
            </p:nvSpPr>
            <p:spPr>
              <a:xfrm>
                <a:off x="0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366" name="Line 35"/>
              <p:cNvSpPr/>
              <p:nvPr/>
            </p:nvSpPr>
            <p:spPr>
              <a:xfrm>
                <a:off x="182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51359" name="Group 36"/>
            <p:cNvGrpSpPr/>
            <p:nvPr/>
          </p:nvGrpSpPr>
          <p:grpSpPr>
            <a:xfrm>
              <a:off x="2178" y="0"/>
              <a:ext cx="182" cy="2586"/>
              <a:chOff x="0" y="0"/>
              <a:chExt cx="182" cy="2586"/>
            </a:xfrm>
          </p:grpSpPr>
          <p:sp>
            <p:nvSpPr>
              <p:cNvPr id="51363" name="Line 37"/>
              <p:cNvSpPr/>
              <p:nvPr/>
            </p:nvSpPr>
            <p:spPr>
              <a:xfrm>
                <a:off x="0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364" name="Line 38"/>
              <p:cNvSpPr/>
              <p:nvPr/>
            </p:nvSpPr>
            <p:spPr>
              <a:xfrm>
                <a:off x="182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51360" name="Group 39"/>
            <p:cNvGrpSpPr/>
            <p:nvPr/>
          </p:nvGrpSpPr>
          <p:grpSpPr>
            <a:xfrm>
              <a:off x="2541" y="0"/>
              <a:ext cx="182" cy="2586"/>
              <a:chOff x="0" y="0"/>
              <a:chExt cx="182" cy="2586"/>
            </a:xfrm>
          </p:grpSpPr>
          <p:sp>
            <p:nvSpPr>
              <p:cNvPr id="51361" name="Line 40"/>
              <p:cNvSpPr/>
              <p:nvPr/>
            </p:nvSpPr>
            <p:spPr>
              <a:xfrm>
                <a:off x="0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362" name="Line 41"/>
              <p:cNvSpPr/>
              <p:nvPr/>
            </p:nvSpPr>
            <p:spPr>
              <a:xfrm>
                <a:off x="182" y="0"/>
                <a:ext cx="0" cy="258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2266" name="Group 42"/>
          <p:cNvGrpSpPr/>
          <p:nvPr/>
        </p:nvGrpSpPr>
        <p:grpSpPr>
          <a:xfrm>
            <a:off x="900113" y="1733550"/>
            <a:ext cx="4824412" cy="577850"/>
            <a:chOff x="0" y="0"/>
            <a:chExt cx="3039" cy="364"/>
          </a:xfrm>
        </p:grpSpPr>
        <p:sp>
          <p:nvSpPr>
            <p:cNvPr id="51344" name="Line 43"/>
            <p:cNvSpPr/>
            <p:nvPr/>
          </p:nvSpPr>
          <p:spPr>
            <a:xfrm>
              <a:off x="0" y="363"/>
              <a:ext cx="725" cy="1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5" name="Line 44"/>
            <p:cNvSpPr/>
            <p:nvPr/>
          </p:nvSpPr>
          <p:spPr>
            <a:xfrm flipV="1">
              <a:off x="726" y="0"/>
              <a:ext cx="0" cy="363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6" name="Line 45"/>
            <p:cNvSpPr/>
            <p:nvPr/>
          </p:nvSpPr>
          <p:spPr>
            <a:xfrm>
              <a:off x="726" y="0"/>
              <a:ext cx="725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7" name="Line 46"/>
            <p:cNvSpPr/>
            <p:nvPr/>
          </p:nvSpPr>
          <p:spPr>
            <a:xfrm>
              <a:off x="1451" y="0"/>
              <a:ext cx="0" cy="363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8" name="Line 47"/>
            <p:cNvSpPr/>
            <p:nvPr/>
          </p:nvSpPr>
          <p:spPr>
            <a:xfrm>
              <a:off x="1451" y="363"/>
              <a:ext cx="726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9" name="Line 48"/>
            <p:cNvSpPr/>
            <p:nvPr/>
          </p:nvSpPr>
          <p:spPr>
            <a:xfrm flipV="1">
              <a:off x="2177" y="0"/>
              <a:ext cx="0" cy="363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50" name="Line 49"/>
            <p:cNvSpPr/>
            <p:nvPr/>
          </p:nvSpPr>
          <p:spPr>
            <a:xfrm>
              <a:off x="2177" y="0"/>
              <a:ext cx="726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51" name="Line 50"/>
            <p:cNvSpPr/>
            <p:nvPr/>
          </p:nvSpPr>
          <p:spPr>
            <a:xfrm>
              <a:off x="2903" y="0"/>
              <a:ext cx="0" cy="363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52" name="Line 51"/>
            <p:cNvSpPr/>
            <p:nvPr/>
          </p:nvSpPr>
          <p:spPr>
            <a:xfrm>
              <a:off x="2903" y="363"/>
              <a:ext cx="136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2276" name="Group 52"/>
          <p:cNvGrpSpPr/>
          <p:nvPr/>
        </p:nvGrpSpPr>
        <p:grpSpPr>
          <a:xfrm>
            <a:off x="900113" y="2852738"/>
            <a:ext cx="4968875" cy="504825"/>
            <a:chOff x="0" y="0"/>
            <a:chExt cx="3130" cy="318"/>
          </a:xfrm>
        </p:grpSpPr>
        <p:sp>
          <p:nvSpPr>
            <p:cNvPr id="51327" name="Line 53"/>
            <p:cNvSpPr/>
            <p:nvPr/>
          </p:nvSpPr>
          <p:spPr>
            <a:xfrm>
              <a:off x="0" y="318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28" name="Line 54"/>
            <p:cNvSpPr/>
            <p:nvPr/>
          </p:nvSpPr>
          <p:spPr>
            <a:xfrm flipV="1">
              <a:off x="363" y="0"/>
              <a:ext cx="0" cy="31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29" name="Line 55"/>
            <p:cNvSpPr/>
            <p:nvPr/>
          </p:nvSpPr>
          <p:spPr>
            <a:xfrm>
              <a:off x="363" y="0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0" name="Line 56"/>
            <p:cNvSpPr/>
            <p:nvPr/>
          </p:nvSpPr>
          <p:spPr>
            <a:xfrm>
              <a:off x="726" y="0"/>
              <a:ext cx="0" cy="31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1" name="Line 57"/>
            <p:cNvSpPr/>
            <p:nvPr/>
          </p:nvSpPr>
          <p:spPr>
            <a:xfrm>
              <a:off x="726" y="318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2" name="Line 58"/>
            <p:cNvSpPr/>
            <p:nvPr/>
          </p:nvSpPr>
          <p:spPr>
            <a:xfrm flipV="1">
              <a:off x="1089" y="0"/>
              <a:ext cx="0" cy="31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3" name="Line 59"/>
            <p:cNvSpPr/>
            <p:nvPr/>
          </p:nvSpPr>
          <p:spPr>
            <a:xfrm>
              <a:off x="1089" y="0"/>
              <a:ext cx="362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4" name="Line 60"/>
            <p:cNvSpPr/>
            <p:nvPr/>
          </p:nvSpPr>
          <p:spPr>
            <a:xfrm>
              <a:off x="1451" y="0"/>
              <a:ext cx="0" cy="31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5" name="Line 61"/>
            <p:cNvSpPr/>
            <p:nvPr/>
          </p:nvSpPr>
          <p:spPr>
            <a:xfrm>
              <a:off x="1451" y="318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6" name="Line 62"/>
            <p:cNvSpPr/>
            <p:nvPr/>
          </p:nvSpPr>
          <p:spPr>
            <a:xfrm flipV="1">
              <a:off x="1814" y="0"/>
              <a:ext cx="0" cy="31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7" name="Line 63"/>
            <p:cNvSpPr/>
            <p:nvPr/>
          </p:nvSpPr>
          <p:spPr>
            <a:xfrm>
              <a:off x="1814" y="0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8" name="Line 64"/>
            <p:cNvSpPr/>
            <p:nvPr/>
          </p:nvSpPr>
          <p:spPr>
            <a:xfrm>
              <a:off x="2177" y="0"/>
              <a:ext cx="0" cy="31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39" name="Line 65"/>
            <p:cNvSpPr/>
            <p:nvPr/>
          </p:nvSpPr>
          <p:spPr>
            <a:xfrm>
              <a:off x="2177" y="318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0" name="Line 66"/>
            <p:cNvSpPr/>
            <p:nvPr/>
          </p:nvSpPr>
          <p:spPr>
            <a:xfrm flipV="1">
              <a:off x="2540" y="0"/>
              <a:ext cx="0" cy="31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1" name="Line 67"/>
            <p:cNvSpPr/>
            <p:nvPr/>
          </p:nvSpPr>
          <p:spPr>
            <a:xfrm>
              <a:off x="2540" y="0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2" name="Line 68"/>
            <p:cNvSpPr/>
            <p:nvPr/>
          </p:nvSpPr>
          <p:spPr>
            <a:xfrm>
              <a:off x="2903" y="0"/>
              <a:ext cx="0" cy="31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43" name="Line 69"/>
            <p:cNvSpPr/>
            <p:nvPr/>
          </p:nvSpPr>
          <p:spPr>
            <a:xfrm>
              <a:off x="2903" y="318"/>
              <a:ext cx="227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2294" name="Group 70"/>
          <p:cNvGrpSpPr/>
          <p:nvPr/>
        </p:nvGrpSpPr>
        <p:grpSpPr>
          <a:xfrm>
            <a:off x="900113" y="3933825"/>
            <a:ext cx="4897437" cy="503238"/>
            <a:chOff x="0" y="0"/>
            <a:chExt cx="3085" cy="317"/>
          </a:xfrm>
        </p:grpSpPr>
        <p:sp>
          <p:nvSpPr>
            <p:cNvPr id="51286" name="Line 71"/>
            <p:cNvSpPr/>
            <p:nvPr/>
          </p:nvSpPr>
          <p:spPr>
            <a:xfrm>
              <a:off x="0" y="317"/>
              <a:ext cx="181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1287" name="Group 72"/>
            <p:cNvGrpSpPr/>
            <p:nvPr/>
          </p:nvGrpSpPr>
          <p:grpSpPr>
            <a:xfrm>
              <a:off x="181" y="0"/>
              <a:ext cx="363" cy="317"/>
              <a:chOff x="0" y="0"/>
              <a:chExt cx="363" cy="317"/>
            </a:xfrm>
          </p:grpSpPr>
          <p:sp>
            <p:nvSpPr>
              <p:cNvPr id="51323" name="Line 73"/>
              <p:cNvSpPr/>
              <p:nvPr/>
            </p:nvSpPr>
            <p:spPr>
              <a:xfrm flipV="1">
                <a:off x="0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24" name="Line 74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25" name="Line 75"/>
              <p:cNvSpPr/>
              <p:nvPr/>
            </p:nvSpPr>
            <p:spPr>
              <a:xfrm>
                <a:off x="182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26" name="Line 76"/>
              <p:cNvSpPr/>
              <p:nvPr/>
            </p:nvSpPr>
            <p:spPr>
              <a:xfrm>
                <a:off x="182" y="317"/>
                <a:ext cx="181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88" name="Group 77"/>
            <p:cNvGrpSpPr/>
            <p:nvPr/>
          </p:nvGrpSpPr>
          <p:grpSpPr>
            <a:xfrm>
              <a:off x="544" y="0"/>
              <a:ext cx="363" cy="317"/>
              <a:chOff x="0" y="0"/>
              <a:chExt cx="363" cy="317"/>
            </a:xfrm>
          </p:grpSpPr>
          <p:sp>
            <p:nvSpPr>
              <p:cNvPr id="51319" name="Line 78"/>
              <p:cNvSpPr/>
              <p:nvPr/>
            </p:nvSpPr>
            <p:spPr>
              <a:xfrm flipV="1">
                <a:off x="0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20" name="Line 79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21" name="Line 80"/>
              <p:cNvSpPr/>
              <p:nvPr/>
            </p:nvSpPr>
            <p:spPr>
              <a:xfrm>
                <a:off x="182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22" name="Line 81"/>
              <p:cNvSpPr/>
              <p:nvPr/>
            </p:nvSpPr>
            <p:spPr>
              <a:xfrm>
                <a:off x="182" y="317"/>
                <a:ext cx="181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89" name="Group 82"/>
            <p:cNvGrpSpPr/>
            <p:nvPr/>
          </p:nvGrpSpPr>
          <p:grpSpPr>
            <a:xfrm>
              <a:off x="907" y="0"/>
              <a:ext cx="363" cy="317"/>
              <a:chOff x="0" y="0"/>
              <a:chExt cx="363" cy="317"/>
            </a:xfrm>
          </p:grpSpPr>
          <p:sp>
            <p:nvSpPr>
              <p:cNvPr id="51315" name="Line 83"/>
              <p:cNvSpPr/>
              <p:nvPr/>
            </p:nvSpPr>
            <p:spPr>
              <a:xfrm flipV="1">
                <a:off x="0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16" name="Line 84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17" name="Line 85"/>
              <p:cNvSpPr/>
              <p:nvPr/>
            </p:nvSpPr>
            <p:spPr>
              <a:xfrm>
                <a:off x="182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18" name="Line 86"/>
              <p:cNvSpPr/>
              <p:nvPr/>
            </p:nvSpPr>
            <p:spPr>
              <a:xfrm>
                <a:off x="182" y="317"/>
                <a:ext cx="181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90" name="Group 87"/>
            <p:cNvGrpSpPr/>
            <p:nvPr/>
          </p:nvGrpSpPr>
          <p:grpSpPr>
            <a:xfrm>
              <a:off x="1270" y="0"/>
              <a:ext cx="363" cy="317"/>
              <a:chOff x="0" y="0"/>
              <a:chExt cx="363" cy="317"/>
            </a:xfrm>
          </p:grpSpPr>
          <p:sp>
            <p:nvSpPr>
              <p:cNvPr id="51311" name="Line 88"/>
              <p:cNvSpPr/>
              <p:nvPr/>
            </p:nvSpPr>
            <p:spPr>
              <a:xfrm flipV="1">
                <a:off x="0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12" name="Line 89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13" name="Line 90"/>
              <p:cNvSpPr/>
              <p:nvPr/>
            </p:nvSpPr>
            <p:spPr>
              <a:xfrm>
                <a:off x="182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14" name="Line 91"/>
              <p:cNvSpPr/>
              <p:nvPr/>
            </p:nvSpPr>
            <p:spPr>
              <a:xfrm>
                <a:off x="182" y="317"/>
                <a:ext cx="181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91" name="Group 92"/>
            <p:cNvGrpSpPr/>
            <p:nvPr/>
          </p:nvGrpSpPr>
          <p:grpSpPr>
            <a:xfrm>
              <a:off x="1633" y="0"/>
              <a:ext cx="363" cy="317"/>
              <a:chOff x="0" y="0"/>
              <a:chExt cx="363" cy="317"/>
            </a:xfrm>
          </p:grpSpPr>
          <p:sp>
            <p:nvSpPr>
              <p:cNvPr id="51307" name="Line 93"/>
              <p:cNvSpPr/>
              <p:nvPr/>
            </p:nvSpPr>
            <p:spPr>
              <a:xfrm flipV="1">
                <a:off x="0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08" name="Line 94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09" name="Line 95"/>
              <p:cNvSpPr/>
              <p:nvPr/>
            </p:nvSpPr>
            <p:spPr>
              <a:xfrm>
                <a:off x="182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10" name="Line 96"/>
              <p:cNvSpPr/>
              <p:nvPr/>
            </p:nvSpPr>
            <p:spPr>
              <a:xfrm>
                <a:off x="182" y="317"/>
                <a:ext cx="181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92" name="Group 97"/>
            <p:cNvGrpSpPr/>
            <p:nvPr/>
          </p:nvGrpSpPr>
          <p:grpSpPr>
            <a:xfrm>
              <a:off x="1996" y="0"/>
              <a:ext cx="363" cy="317"/>
              <a:chOff x="0" y="0"/>
              <a:chExt cx="363" cy="317"/>
            </a:xfrm>
          </p:grpSpPr>
          <p:sp>
            <p:nvSpPr>
              <p:cNvPr id="51303" name="Line 98"/>
              <p:cNvSpPr/>
              <p:nvPr/>
            </p:nvSpPr>
            <p:spPr>
              <a:xfrm flipV="1">
                <a:off x="0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04" name="Line 99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05" name="Line 100"/>
              <p:cNvSpPr/>
              <p:nvPr/>
            </p:nvSpPr>
            <p:spPr>
              <a:xfrm>
                <a:off x="182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06" name="Line 101"/>
              <p:cNvSpPr/>
              <p:nvPr/>
            </p:nvSpPr>
            <p:spPr>
              <a:xfrm>
                <a:off x="182" y="317"/>
                <a:ext cx="181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93" name="Group 102"/>
            <p:cNvGrpSpPr/>
            <p:nvPr/>
          </p:nvGrpSpPr>
          <p:grpSpPr>
            <a:xfrm>
              <a:off x="2359" y="0"/>
              <a:ext cx="363" cy="317"/>
              <a:chOff x="0" y="0"/>
              <a:chExt cx="363" cy="317"/>
            </a:xfrm>
          </p:grpSpPr>
          <p:sp>
            <p:nvSpPr>
              <p:cNvPr id="51299" name="Line 103"/>
              <p:cNvSpPr/>
              <p:nvPr/>
            </p:nvSpPr>
            <p:spPr>
              <a:xfrm flipV="1">
                <a:off x="0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00" name="Line 104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01" name="Line 105"/>
              <p:cNvSpPr/>
              <p:nvPr/>
            </p:nvSpPr>
            <p:spPr>
              <a:xfrm>
                <a:off x="182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302" name="Line 106"/>
              <p:cNvSpPr/>
              <p:nvPr/>
            </p:nvSpPr>
            <p:spPr>
              <a:xfrm>
                <a:off x="182" y="317"/>
                <a:ext cx="181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294" name="Group 107"/>
            <p:cNvGrpSpPr/>
            <p:nvPr/>
          </p:nvGrpSpPr>
          <p:grpSpPr>
            <a:xfrm>
              <a:off x="2722" y="0"/>
              <a:ext cx="363" cy="317"/>
              <a:chOff x="0" y="0"/>
              <a:chExt cx="363" cy="317"/>
            </a:xfrm>
          </p:grpSpPr>
          <p:sp>
            <p:nvSpPr>
              <p:cNvPr id="51295" name="Line 108"/>
              <p:cNvSpPr/>
              <p:nvPr/>
            </p:nvSpPr>
            <p:spPr>
              <a:xfrm flipV="1">
                <a:off x="0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96" name="Line 109"/>
              <p:cNvSpPr/>
              <p:nvPr/>
            </p:nvSpPr>
            <p:spPr>
              <a:xfrm>
                <a:off x="0" y="0"/>
                <a:ext cx="182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97" name="Line 110"/>
              <p:cNvSpPr/>
              <p:nvPr/>
            </p:nvSpPr>
            <p:spPr>
              <a:xfrm>
                <a:off x="182" y="0"/>
                <a:ext cx="0" cy="317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298" name="Line 111"/>
              <p:cNvSpPr/>
              <p:nvPr/>
            </p:nvSpPr>
            <p:spPr>
              <a:xfrm>
                <a:off x="182" y="317"/>
                <a:ext cx="181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2336" name="Group 112"/>
          <p:cNvGrpSpPr/>
          <p:nvPr/>
        </p:nvGrpSpPr>
        <p:grpSpPr>
          <a:xfrm>
            <a:off x="900113" y="5084763"/>
            <a:ext cx="4895850" cy="503237"/>
            <a:chOff x="0" y="0"/>
            <a:chExt cx="3084" cy="317"/>
          </a:xfrm>
        </p:grpSpPr>
        <p:sp>
          <p:nvSpPr>
            <p:cNvPr id="51261" name="Line 113"/>
            <p:cNvSpPr/>
            <p:nvPr/>
          </p:nvSpPr>
          <p:spPr>
            <a:xfrm>
              <a:off x="0" y="317"/>
              <a:ext cx="181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2" name="Line 114"/>
            <p:cNvSpPr/>
            <p:nvPr/>
          </p:nvSpPr>
          <p:spPr>
            <a:xfrm flipV="1">
              <a:off x="181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3" name="Line 115"/>
            <p:cNvSpPr/>
            <p:nvPr/>
          </p:nvSpPr>
          <p:spPr>
            <a:xfrm>
              <a:off x="181" y="0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4" name="Line 116"/>
            <p:cNvSpPr/>
            <p:nvPr/>
          </p:nvSpPr>
          <p:spPr>
            <a:xfrm>
              <a:off x="544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5" name="Line 117"/>
            <p:cNvSpPr/>
            <p:nvPr/>
          </p:nvSpPr>
          <p:spPr>
            <a:xfrm>
              <a:off x="544" y="317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6" name="Line 118"/>
            <p:cNvSpPr/>
            <p:nvPr/>
          </p:nvSpPr>
          <p:spPr>
            <a:xfrm flipV="1">
              <a:off x="907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7" name="Line 119"/>
            <p:cNvSpPr/>
            <p:nvPr/>
          </p:nvSpPr>
          <p:spPr>
            <a:xfrm>
              <a:off x="907" y="0"/>
              <a:ext cx="182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8" name="Line 120"/>
            <p:cNvSpPr/>
            <p:nvPr/>
          </p:nvSpPr>
          <p:spPr>
            <a:xfrm>
              <a:off x="1089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9" name="Line 121"/>
            <p:cNvSpPr/>
            <p:nvPr/>
          </p:nvSpPr>
          <p:spPr>
            <a:xfrm>
              <a:off x="1089" y="317"/>
              <a:ext cx="181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0" name="Line 122"/>
            <p:cNvSpPr/>
            <p:nvPr/>
          </p:nvSpPr>
          <p:spPr>
            <a:xfrm flipV="1">
              <a:off x="1270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1" name="Line 123"/>
            <p:cNvSpPr/>
            <p:nvPr/>
          </p:nvSpPr>
          <p:spPr>
            <a:xfrm>
              <a:off x="1270" y="0"/>
              <a:ext cx="181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2" name="Line 124"/>
            <p:cNvSpPr/>
            <p:nvPr/>
          </p:nvSpPr>
          <p:spPr>
            <a:xfrm>
              <a:off x="1451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3" name="Line 125"/>
            <p:cNvSpPr/>
            <p:nvPr/>
          </p:nvSpPr>
          <p:spPr>
            <a:xfrm>
              <a:off x="1451" y="317"/>
              <a:ext cx="182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4" name="Line 126"/>
            <p:cNvSpPr/>
            <p:nvPr/>
          </p:nvSpPr>
          <p:spPr>
            <a:xfrm flipV="1">
              <a:off x="1633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5" name="Line 127"/>
            <p:cNvSpPr/>
            <p:nvPr/>
          </p:nvSpPr>
          <p:spPr>
            <a:xfrm>
              <a:off x="1633" y="0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6" name="Line 128"/>
            <p:cNvSpPr/>
            <p:nvPr/>
          </p:nvSpPr>
          <p:spPr>
            <a:xfrm>
              <a:off x="1996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7" name="Line 129"/>
            <p:cNvSpPr/>
            <p:nvPr/>
          </p:nvSpPr>
          <p:spPr>
            <a:xfrm>
              <a:off x="1996" y="317"/>
              <a:ext cx="363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8" name="Line 130"/>
            <p:cNvSpPr/>
            <p:nvPr/>
          </p:nvSpPr>
          <p:spPr>
            <a:xfrm flipV="1">
              <a:off x="2359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9" name="Line 131"/>
            <p:cNvSpPr/>
            <p:nvPr/>
          </p:nvSpPr>
          <p:spPr>
            <a:xfrm>
              <a:off x="2359" y="0"/>
              <a:ext cx="181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0" name="Line 132"/>
            <p:cNvSpPr/>
            <p:nvPr/>
          </p:nvSpPr>
          <p:spPr>
            <a:xfrm>
              <a:off x="2540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1" name="Line 133"/>
            <p:cNvSpPr/>
            <p:nvPr/>
          </p:nvSpPr>
          <p:spPr>
            <a:xfrm>
              <a:off x="2540" y="317"/>
              <a:ext cx="182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2" name="Line 134"/>
            <p:cNvSpPr/>
            <p:nvPr/>
          </p:nvSpPr>
          <p:spPr>
            <a:xfrm flipV="1">
              <a:off x="2722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3" name="Line 135"/>
            <p:cNvSpPr/>
            <p:nvPr/>
          </p:nvSpPr>
          <p:spPr>
            <a:xfrm>
              <a:off x="2722" y="0"/>
              <a:ext cx="181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4" name="Line 136"/>
            <p:cNvSpPr/>
            <p:nvPr/>
          </p:nvSpPr>
          <p:spPr>
            <a:xfrm>
              <a:off x="2903" y="0"/>
              <a:ext cx="0" cy="317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5" name="Line 137"/>
            <p:cNvSpPr/>
            <p:nvPr/>
          </p:nvSpPr>
          <p:spPr>
            <a:xfrm>
              <a:off x="2903" y="317"/>
              <a:ext cx="181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2362" name="Group 138"/>
          <p:cNvGrpSpPr/>
          <p:nvPr/>
        </p:nvGrpSpPr>
        <p:grpSpPr>
          <a:xfrm>
            <a:off x="900113" y="1916113"/>
            <a:ext cx="358775" cy="3638550"/>
            <a:chOff x="0" y="0"/>
            <a:chExt cx="226" cy="2292"/>
          </a:xfrm>
        </p:grpSpPr>
        <p:sp>
          <p:nvSpPr>
            <p:cNvPr id="51257" name="Text Box 139"/>
            <p:cNvSpPr txBox="1"/>
            <p:nvPr/>
          </p:nvSpPr>
          <p:spPr>
            <a:xfrm>
              <a:off x="0" y="0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58" name="Text Box 140"/>
            <p:cNvSpPr txBox="1"/>
            <p:nvPr/>
          </p:nvSpPr>
          <p:spPr>
            <a:xfrm>
              <a:off x="0" y="681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59" name="Text Box 141"/>
            <p:cNvSpPr txBox="1"/>
            <p:nvPr/>
          </p:nvSpPr>
          <p:spPr>
            <a:xfrm>
              <a:off x="0" y="1361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60" name="Text Box 142"/>
            <p:cNvSpPr txBox="1"/>
            <p:nvPr/>
          </p:nvSpPr>
          <p:spPr>
            <a:xfrm>
              <a:off x="0" y="2042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367" name="Group 143"/>
          <p:cNvGrpSpPr/>
          <p:nvPr/>
        </p:nvGrpSpPr>
        <p:grpSpPr>
          <a:xfrm>
            <a:off x="1187450" y="1916113"/>
            <a:ext cx="358775" cy="3133725"/>
            <a:chOff x="0" y="0"/>
            <a:chExt cx="226" cy="1974"/>
          </a:xfrm>
        </p:grpSpPr>
        <p:sp>
          <p:nvSpPr>
            <p:cNvPr id="51253" name="Text Box 144"/>
            <p:cNvSpPr txBox="1"/>
            <p:nvPr/>
          </p:nvSpPr>
          <p:spPr>
            <a:xfrm>
              <a:off x="0" y="0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54" name="Text Box 145"/>
            <p:cNvSpPr txBox="1"/>
            <p:nvPr/>
          </p:nvSpPr>
          <p:spPr>
            <a:xfrm>
              <a:off x="0" y="681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55" name="Text Box 146"/>
            <p:cNvSpPr txBox="1"/>
            <p:nvPr/>
          </p:nvSpPr>
          <p:spPr>
            <a:xfrm>
              <a:off x="0" y="1044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56" name="Text Box 147"/>
            <p:cNvSpPr txBox="1"/>
            <p:nvPr/>
          </p:nvSpPr>
          <p:spPr>
            <a:xfrm>
              <a:off x="0" y="1724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372" name="Group 148"/>
          <p:cNvGrpSpPr/>
          <p:nvPr/>
        </p:nvGrpSpPr>
        <p:grpSpPr>
          <a:xfrm>
            <a:off x="1476375" y="1916113"/>
            <a:ext cx="358775" cy="3133725"/>
            <a:chOff x="0" y="0"/>
            <a:chExt cx="226" cy="1974"/>
          </a:xfrm>
        </p:grpSpPr>
        <p:sp>
          <p:nvSpPr>
            <p:cNvPr id="51249" name="Text Box 149"/>
            <p:cNvSpPr txBox="1"/>
            <p:nvPr/>
          </p:nvSpPr>
          <p:spPr>
            <a:xfrm>
              <a:off x="0" y="0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50" name="Text Box 150"/>
            <p:cNvSpPr txBox="1"/>
            <p:nvPr/>
          </p:nvSpPr>
          <p:spPr>
            <a:xfrm>
              <a:off x="0" y="363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51" name="Text Box 151"/>
            <p:cNvSpPr txBox="1"/>
            <p:nvPr/>
          </p:nvSpPr>
          <p:spPr>
            <a:xfrm>
              <a:off x="0" y="1361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52" name="Text Box 152"/>
            <p:cNvSpPr txBox="1"/>
            <p:nvPr/>
          </p:nvSpPr>
          <p:spPr>
            <a:xfrm>
              <a:off x="0" y="1724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377" name="Group 153"/>
          <p:cNvGrpSpPr/>
          <p:nvPr/>
        </p:nvGrpSpPr>
        <p:grpSpPr>
          <a:xfrm>
            <a:off x="1763713" y="1916113"/>
            <a:ext cx="358775" cy="3638550"/>
            <a:chOff x="0" y="0"/>
            <a:chExt cx="226" cy="2292"/>
          </a:xfrm>
        </p:grpSpPr>
        <p:sp>
          <p:nvSpPr>
            <p:cNvPr id="51245" name="Text Box 154"/>
            <p:cNvSpPr txBox="1"/>
            <p:nvPr/>
          </p:nvSpPr>
          <p:spPr>
            <a:xfrm>
              <a:off x="0" y="0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46" name="Text Box 155"/>
            <p:cNvSpPr txBox="1"/>
            <p:nvPr/>
          </p:nvSpPr>
          <p:spPr>
            <a:xfrm>
              <a:off x="0" y="363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47" name="Text Box 156"/>
            <p:cNvSpPr txBox="1"/>
            <p:nvPr/>
          </p:nvSpPr>
          <p:spPr>
            <a:xfrm>
              <a:off x="0" y="1044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48" name="Text Box 157"/>
            <p:cNvSpPr txBox="1"/>
            <p:nvPr/>
          </p:nvSpPr>
          <p:spPr>
            <a:xfrm>
              <a:off x="0" y="2042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382" name="Group 158"/>
          <p:cNvGrpSpPr/>
          <p:nvPr/>
        </p:nvGrpSpPr>
        <p:grpSpPr>
          <a:xfrm>
            <a:off x="2052638" y="1341438"/>
            <a:ext cx="358775" cy="4213225"/>
            <a:chOff x="0" y="0"/>
            <a:chExt cx="226" cy="2654"/>
          </a:xfrm>
        </p:grpSpPr>
        <p:sp>
          <p:nvSpPr>
            <p:cNvPr id="51241" name="Text Box 159"/>
            <p:cNvSpPr txBox="1"/>
            <p:nvPr/>
          </p:nvSpPr>
          <p:spPr>
            <a:xfrm>
              <a:off x="0" y="0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42" name="Text Box 160"/>
            <p:cNvSpPr txBox="1"/>
            <p:nvPr/>
          </p:nvSpPr>
          <p:spPr>
            <a:xfrm>
              <a:off x="0" y="1043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43" name="Text Box 161"/>
            <p:cNvSpPr txBox="1"/>
            <p:nvPr/>
          </p:nvSpPr>
          <p:spPr>
            <a:xfrm>
              <a:off x="0" y="1723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44" name="Text Box 162"/>
            <p:cNvSpPr txBox="1"/>
            <p:nvPr/>
          </p:nvSpPr>
          <p:spPr>
            <a:xfrm>
              <a:off x="0" y="2404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387" name="Group 163"/>
          <p:cNvGrpSpPr/>
          <p:nvPr/>
        </p:nvGrpSpPr>
        <p:grpSpPr>
          <a:xfrm>
            <a:off x="2339975" y="1341438"/>
            <a:ext cx="358775" cy="3709987"/>
            <a:chOff x="0" y="0"/>
            <a:chExt cx="226" cy="2337"/>
          </a:xfrm>
        </p:grpSpPr>
        <p:sp>
          <p:nvSpPr>
            <p:cNvPr id="51237" name="Text Box 164"/>
            <p:cNvSpPr txBox="1"/>
            <p:nvPr/>
          </p:nvSpPr>
          <p:spPr>
            <a:xfrm>
              <a:off x="0" y="0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38" name="Text Box 165"/>
            <p:cNvSpPr txBox="1"/>
            <p:nvPr/>
          </p:nvSpPr>
          <p:spPr>
            <a:xfrm>
              <a:off x="0" y="1043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39" name="Text Box 166"/>
            <p:cNvSpPr txBox="1"/>
            <p:nvPr/>
          </p:nvSpPr>
          <p:spPr>
            <a:xfrm>
              <a:off x="0" y="1406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40" name="Text Box 167"/>
            <p:cNvSpPr txBox="1"/>
            <p:nvPr/>
          </p:nvSpPr>
          <p:spPr>
            <a:xfrm>
              <a:off x="0" y="2087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392" name="Group 168"/>
          <p:cNvGrpSpPr/>
          <p:nvPr/>
        </p:nvGrpSpPr>
        <p:grpSpPr>
          <a:xfrm>
            <a:off x="2628900" y="1341438"/>
            <a:ext cx="358775" cy="4213225"/>
            <a:chOff x="0" y="0"/>
            <a:chExt cx="226" cy="2654"/>
          </a:xfrm>
        </p:grpSpPr>
        <p:sp>
          <p:nvSpPr>
            <p:cNvPr id="51233" name="Text Box 169"/>
            <p:cNvSpPr txBox="1"/>
            <p:nvPr/>
          </p:nvSpPr>
          <p:spPr>
            <a:xfrm>
              <a:off x="0" y="0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34" name="Text Box 170"/>
            <p:cNvSpPr txBox="1"/>
            <p:nvPr/>
          </p:nvSpPr>
          <p:spPr>
            <a:xfrm>
              <a:off x="0" y="725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35" name="Text Box 171"/>
            <p:cNvSpPr txBox="1"/>
            <p:nvPr/>
          </p:nvSpPr>
          <p:spPr>
            <a:xfrm>
              <a:off x="0" y="1723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36" name="Text Box 172"/>
            <p:cNvSpPr txBox="1"/>
            <p:nvPr/>
          </p:nvSpPr>
          <p:spPr>
            <a:xfrm>
              <a:off x="0" y="2404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397" name="Group 173"/>
          <p:cNvGrpSpPr/>
          <p:nvPr/>
        </p:nvGrpSpPr>
        <p:grpSpPr>
          <a:xfrm>
            <a:off x="2916238" y="1341438"/>
            <a:ext cx="358775" cy="3708400"/>
            <a:chOff x="0" y="0"/>
            <a:chExt cx="226" cy="2336"/>
          </a:xfrm>
        </p:grpSpPr>
        <p:sp>
          <p:nvSpPr>
            <p:cNvPr id="51229" name="Text Box 174"/>
            <p:cNvSpPr txBox="1"/>
            <p:nvPr/>
          </p:nvSpPr>
          <p:spPr>
            <a:xfrm>
              <a:off x="0" y="0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30" name="Text Box 175"/>
            <p:cNvSpPr txBox="1"/>
            <p:nvPr/>
          </p:nvSpPr>
          <p:spPr>
            <a:xfrm>
              <a:off x="0" y="725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31" name="Text Box 176"/>
            <p:cNvSpPr txBox="1"/>
            <p:nvPr/>
          </p:nvSpPr>
          <p:spPr>
            <a:xfrm>
              <a:off x="0" y="1406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232" name="Text Box 177"/>
            <p:cNvSpPr txBox="1"/>
            <p:nvPr/>
          </p:nvSpPr>
          <p:spPr>
            <a:xfrm>
              <a:off x="0" y="2086"/>
              <a:ext cx="2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402" name="Group 178"/>
          <p:cNvGrpSpPr/>
          <p:nvPr/>
        </p:nvGrpSpPr>
        <p:grpSpPr>
          <a:xfrm>
            <a:off x="6516688" y="981075"/>
            <a:ext cx="2252662" cy="4838700"/>
            <a:chOff x="0" y="0"/>
            <a:chExt cx="1419" cy="3048"/>
          </a:xfrm>
        </p:grpSpPr>
        <p:sp>
          <p:nvSpPr>
            <p:cNvPr id="51226" name="Text Box 179"/>
            <p:cNvSpPr txBox="1"/>
            <p:nvPr/>
          </p:nvSpPr>
          <p:spPr>
            <a:xfrm>
              <a:off x="27" y="0"/>
              <a:ext cx="1392" cy="30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    B    C     Y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0    0     0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0    0     1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0    1     0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0    1     1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1    0     0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1    0     1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1    1     0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1    1     1      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27" name="Line 180"/>
            <p:cNvSpPr/>
            <p:nvPr/>
          </p:nvSpPr>
          <p:spPr>
            <a:xfrm>
              <a:off x="0" y="290"/>
              <a:ext cx="1364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8" name="Line 181"/>
            <p:cNvSpPr/>
            <p:nvPr/>
          </p:nvSpPr>
          <p:spPr>
            <a:xfrm>
              <a:off x="982" y="17"/>
              <a:ext cx="0" cy="2945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2406" name="Text Box 182"/>
          <p:cNvSpPr txBox="1"/>
          <p:nvPr/>
        </p:nvSpPr>
        <p:spPr>
          <a:xfrm>
            <a:off x="8172450" y="1557338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2407" name="Text Box 183"/>
          <p:cNvSpPr txBox="1"/>
          <p:nvPr/>
        </p:nvSpPr>
        <p:spPr>
          <a:xfrm>
            <a:off x="8172450" y="2060575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2408" name="Text Box 184"/>
          <p:cNvSpPr txBox="1"/>
          <p:nvPr/>
        </p:nvSpPr>
        <p:spPr>
          <a:xfrm>
            <a:off x="8172450" y="2636838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2409" name="Text Box 185"/>
          <p:cNvSpPr txBox="1"/>
          <p:nvPr/>
        </p:nvSpPr>
        <p:spPr>
          <a:xfrm>
            <a:off x="8172450" y="3213100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2410" name="Text Box 186"/>
          <p:cNvSpPr txBox="1"/>
          <p:nvPr/>
        </p:nvSpPr>
        <p:spPr>
          <a:xfrm>
            <a:off x="8172450" y="3716338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2411" name="Text Box 187"/>
          <p:cNvSpPr txBox="1"/>
          <p:nvPr/>
        </p:nvSpPr>
        <p:spPr>
          <a:xfrm>
            <a:off x="8172450" y="4292600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2412" name="Text Box 188"/>
          <p:cNvSpPr txBox="1"/>
          <p:nvPr/>
        </p:nvSpPr>
        <p:spPr>
          <a:xfrm>
            <a:off x="8172450" y="4868863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2413" name="Text Box 189"/>
          <p:cNvSpPr txBox="1"/>
          <p:nvPr/>
        </p:nvSpPr>
        <p:spPr>
          <a:xfrm>
            <a:off x="8172450" y="5373688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4" dur="2000"/>
                                        <p:tgtEl>
                                          <p:spTgt spid="5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06" grpId="0"/>
      <p:bldP spid="52407" grpId="0"/>
      <p:bldP spid="52408" grpId="0"/>
      <p:bldP spid="52409" grpId="0"/>
      <p:bldP spid="52410" grpId="0"/>
      <p:bldP spid="52411" grpId="0"/>
      <p:bldP spid="52412" grpId="0"/>
      <p:bldP spid="524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2"/>
          <p:cNvSpPr txBox="1"/>
          <p:nvPr/>
        </p:nvSpPr>
        <p:spPr>
          <a:xfrm>
            <a:off x="468313" y="1341438"/>
            <a:ext cx="1655762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最小项</a:t>
            </a:r>
            <a:r>
              <a:rPr lang="en-US" altLang="zh-CN" sz="2800" b="0" dirty="0">
                <a:latin typeface="Verdana" panose="020B0604030504040204" pitchFamily="34" charset="0"/>
              </a:rPr>
              <a:t>:</a:t>
            </a:r>
            <a:endParaRPr lang="en-US" altLang="zh-CN" sz="2800" b="0" dirty="0">
              <a:latin typeface="Verdana" panose="020B0604030504040204" pitchFamily="34" charset="0"/>
            </a:endParaRPr>
          </a:p>
        </p:txBody>
      </p:sp>
      <p:sp>
        <p:nvSpPr>
          <p:cNvPr id="53251" name="Text Box 3"/>
          <p:cNvSpPr txBox="1"/>
          <p:nvPr/>
        </p:nvSpPr>
        <p:spPr>
          <a:xfrm>
            <a:off x="468313" y="2133600"/>
            <a:ext cx="8135937" cy="180022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变量逻辑函数中，若</a:t>
            </a:r>
            <a:r>
              <a:rPr lang="en-US" altLang="zh-CN" sz="2800" dirty="0">
                <a:latin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</a:rPr>
              <a:t>为包含</a:t>
            </a:r>
            <a:r>
              <a:rPr lang="en-US" altLang="zh-CN" sz="28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个因子的乘积项，而且这</a:t>
            </a:r>
            <a:r>
              <a:rPr lang="en-US" altLang="zh-CN" sz="2800" dirty="0">
                <a:latin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</a:rPr>
              <a:t>个变量都以原变量或反变量的形式在</a:t>
            </a:r>
            <a:r>
              <a:rPr lang="en-US" altLang="zh-CN" sz="2800" dirty="0">
                <a:latin typeface="Times New Roman" panose="02020603050405020304" pitchFamily="18" charset="0"/>
              </a:rPr>
              <a:t>m </a:t>
            </a:r>
            <a:r>
              <a:rPr lang="zh-CN" altLang="en-US" sz="2800" dirty="0">
                <a:latin typeface="Times New Roman" panose="02020603050405020304" pitchFamily="18" charset="0"/>
              </a:rPr>
              <a:t>中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</a:rPr>
              <a:t>出现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</a:rPr>
              <a:t>且仅出现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一次</a:t>
            </a:r>
            <a:r>
              <a:rPr lang="zh-CN" altLang="en-US" sz="2800" dirty="0">
                <a:latin typeface="Times New Roman" panose="02020603050405020304" pitchFamily="18" charset="0"/>
              </a:rPr>
              <a:t>，则这个乘积项</a:t>
            </a:r>
            <a:r>
              <a:rPr lang="en-US" altLang="zh-CN" sz="2800" dirty="0">
                <a:latin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</a:rPr>
              <a:t>称为该函数的一个标准积项，通常称为最小项。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3252" name="Text Box 4"/>
          <p:cNvSpPr txBox="1"/>
          <p:nvPr/>
        </p:nvSpPr>
        <p:spPr>
          <a:xfrm>
            <a:off x="827088" y="4149725"/>
            <a:ext cx="7058025" cy="51911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个变量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可组成 </a:t>
            </a:r>
            <a:r>
              <a:rPr lang="en-US" altLang="zh-CN" sz="2800" dirty="0">
                <a:latin typeface="Times New Roman" panose="02020603050405020304" pitchFamily="18" charset="0"/>
              </a:rPr>
              <a:t>8(2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个最小项：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1258888" y="4797425"/>
          <a:ext cx="5146675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1993900" imgH="406400" progId="Equation.3">
                  <p:embed/>
                </p:oleObj>
              </mc:Choice>
              <mc:Fallback>
                <p:oleObj name="" r:id="rId1" imgW="1993900" imgH="4064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8888" y="4797425"/>
                        <a:ext cx="5146675" cy="12207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900113" y="4797425"/>
          <a:ext cx="782002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3251200" imgH="457200" progId="Equation.3">
                  <p:embed/>
                </p:oleObj>
              </mc:Choice>
              <mc:Fallback>
                <p:oleObj name="" r:id="rId3" imgW="3251200" imgH="4572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4797425"/>
                        <a:ext cx="7820025" cy="11858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5" name="Text Box 7"/>
          <p:cNvSpPr txBox="1"/>
          <p:nvPr/>
        </p:nvSpPr>
        <p:spPr>
          <a:xfrm>
            <a:off x="828675" y="6165850"/>
            <a:ext cx="7702550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Verdana" panose="020B0604030504040204" pitchFamily="34" charset="0"/>
              </a:rPr>
              <a:t>个变量可组成 </a:t>
            </a:r>
            <a:r>
              <a:rPr lang="en-US" altLang="zh-CN" sz="2800" dirty="0">
                <a:latin typeface="Times New Roman" panose="02020603050405020304" pitchFamily="18" charset="0"/>
              </a:rPr>
              <a:t>16(2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Verdana" panose="020B0604030504040204" pitchFamily="34" charset="0"/>
              </a:rPr>
              <a:t>个最小项</a:t>
            </a:r>
            <a:r>
              <a:rPr lang="en-US" altLang="zh-CN" sz="2800" dirty="0">
                <a:latin typeface="Verdana" panose="020B0604030504040204" pitchFamily="34" charset="0"/>
              </a:rPr>
              <a:t>,</a:t>
            </a:r>
            <a:r>
              <a:rPr lang="zh-CN" altLang="en-US" sz="2800" dirty="0">
                <a:latin typeface="Verdana" panose="020B0604030504040204" pitchFamily="34" charset="0"/>
              </a:rPr>
              <a:t>记作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Verdana" panose="020B0604030504040204" pitchFamily="34" charset="0"/>
              </a:rPr>
              <a:t>～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15</a:t>
            </a:r>
            <a:r>
              <a:rPr lang="zh-CN" altLang="en-US" sz="2800" dirty="0">
                <a:latin typeface="Verdana" panose="020B0604030504040204" pitchFamily="34" charset="0"/>
              </a:rPr>
              <a:t>。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52232" name="Text Box 8"/>
          <p:cNvSpPr txBox="1"/>
          <p:nvPr/>
        </p:nvSpPr>
        <p:spPr>
          <a:xfrm>
            <a:off x="468313" y="476250"/>
            <a:ext cx="4967287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三、逻辑函数的两种标准形式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53251" grpId="0" build="p"/>
      <p:bldP spid="53252" grpId="0" build="p"/>
      <p:bldP spid="53255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2"/>
          <p:cNvSpPr txBox="1"/>
          <p:nvPr/>
        </p:nvSpPr>
        <p:spPr>
          <a:xfrm>
            <a:off x="0" y="4876800"/>
            <a:ext cx="9144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Times New Roman" panose="02020603050405020304" pitchFamily="18" charset="0"/>
              </a:rPr>
              <a:t>若两个最小项仅有一个因子不同，则称这两个最小项具有相邻性。</a:t>
            </a:r>
            <a:r>
              <a:rPr lang="zh-CN" altLang="en-US" sz="2400" b="0" dirty="0">
                <a:latin typeface="Times New Roman" panose="02020603050405020304" pitchFamily="18" charset="0"/>
              </a:rPr>
              <a:t>例：          和           ，这两个最小项相加时能合并，并可消去</a:t>
            </a:r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</a:rPr>
              <a:t>个因子。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0" y="0"/>
          <a:ext cx="91440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3924300" imgH="2305050" progId="Excel.Sheet.8">
                  <p:embed/>
                </p:oleObj>
              </mc:Choice>
              <mc:Fallback>
                <p:oleObj name="" r:id="rId1" imgW="3924300" imgH="2305050" progId="Excel.Sheet.8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487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304800" y="838200"/>
          <a:ext cx="91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3" imgW="444500" imgH="241300" progId="Equation.3">
                  <p:embed/>
                </p:oleObj>
              </mc:Choice>
              <mc:Fallback>
                <p:oleObj name="" r:id="rId3" imgW="444500" imgH="2413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" y="838200"/>
                        <a:ext cx="9144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317500" y="1295400"/>
          <a:ext cx="889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5" imgW="431800" imgH="241300" progId="Equation.3">
                  <p:embed/>
                </p:oleObj>
              </mc:Choice>
              <mc:Fallback>
                <p:oleObj name="" r:id="rId5" imgW="431800" imgH="2413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500" y="1295400"/>
                        <a:ext cx="8890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317500" y="1828800"/>
          <a:ext cx="889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7" imgW="431800" imgH="241300" progId="Equation.3">
                  <p:embed/>
                </p:oleObj>
              </mc:Choice>
              <mc:Fallback>
                <p:oleObj name="" r:id="rId7" imgW="431800" imgH="2413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7500" y="1828800"/>
                        <a:ext cx="8890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328613" y="2362200"/>
          <a:ext cx="8651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9" imgW="419100" imgH="241300" progId="Equation.3">
                  <p:embed/>
                </p:oleObj>
              </mc:Choice>
              <mc:Fallback>
                <p:oleObj name="" r:id="rId9" imgW="419100" imgH="2413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8613" y="2362200"/>
                        <a:ext cx="865187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304800" y="2895600"/>
          <a:ext cx="91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1" imgW="444500" imgH="241300" progId="Equation.3">
                  <p:embed/>
                </p:oleObj>
              </mc:Choice>
              <mc:Fallback>
                <p:oleObj name="" r:id="rId11" imgW="444500" imgH="2413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4800" y="2895600"/>
                        <a:ext cx="9144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317500" y="3352800"/>
          <a:ext cx="889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3" imgW="431800" imgH="241300" progId="Equation.3">
                  <p:embed/>
                </p:oleObj>
              </mc:Choice>
              <mc:Fallback>
                <p:oleObj name="" r:id="rId13" imgW="431800" imgH="2413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7500" y="3352800"/>
                        <a:ext cx="8890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ChangeAspect="1"/>
          </p:cNvGraphicFramePr>
          <p:nvPr/>
        </p:nvGraphicFramePr>
        <p:xfrm>
          <a:off x="317500" y="3886200"/>
          <a:ext cx="889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5" imgW="431800" imgH="241300" progId="Equation.3">
                  <p:embed/>
                </p:oleObj>
              </mc:Choice>
              <mc:Fallback>
                <p:oleObj name="" r:id="rId15" imgW="431800" imgH="2413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500" y="3886200"/>
                        <a:ext cx="8890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1"/>
          <p:cNvGraphicFramePr>
            <a:graphicFrameLocks noChangeAspect="1"/>
          </p:cNvGraphicFramePr>
          <p:nvPr/>
        </p:nvGraphicFramePr>
        <p:xfrm>
          <a:off x="317500" y="4459288"/>
          <a:ext cx="8890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7" imgW="431800" imgH="203200" progId="Equation.3">
                  <p:embed/>
                </p:oleObj>
              </mc:Choice>
              <mc:Fallback>
                <p:oleObj name="" r:id="rId17" imgW="431800" imgH="2032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7500" y="4459288"/>
                        <a:ext cx="889000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12"/>
          <p:cNvGraphicFramePr>
            <a:graphicFrameLocks noChangeAspect="1"/>
          </p:cNvGraphicFramePr>
          <p:nvPr/>
        </p:nvGraphicFramePr>
        <p:xfrm>
          <a:off x="1981200" y="5334000"/>
          <a:ext cx="889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9" imgW="431800" imgH="241300" progId="Equation.3">
                  <p:embed/>
                </p:oleObj>
              </mc:Choice>
              <mc:Fallback>
                <p:oleObj name="" r:id="rId19" imgW="431800" imgH="2413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81200" y="5334000"/>
                        <a:ext cx="8890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13"/>
          <p:cNvGraphicFramePr>
            <a:graphicFrameLocks noChangeAspect="1"/>
          </p:cNvGraphicFramePr>
          <p:nvPr/>
        </p:nvGraphicFramePr>
        <p:xfrm>
          <a:off x="3124200" y="5334000"/>
          <a:ext cx="889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20" imgW="431800" imgH="241300" progId="Equation.3">
                  <p:embed/>
                </p:oleObj>
              </mc:Choice>
              <mc:Fallback>
                <p:oleObj name="" r:id="rId20" imgW="431800" imgH="2413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24200" y="5334000"/>
                        <a:ext cx="8890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14"/>
          <p:cNvGraphicFramePr>
            <a:graphicFrameLocks noChangeAspect="1"/>
          </p:cNvGraphicFramePr>
          <p:nvPr/>
        </p:nvGraphicFramePr>
        <p:xfrm>
          <a:off x="2209800" y="5943600"/>
          <a:ext cx="51054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21" imgW="2452370" imgH="279400" progId="Equation.3">
                  <p:embed/>
                </p:oleObj>
              </mc:Choice>
              <mc:Fallback>
                <p:oleObj name="" r:id="rId21" imgW="2452370" imgH="2794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09800" y="5943600"/>
                        <a:ext cx="510540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AutoShape 2"/>
          <p:cNvSpPr/>
          <p:nvPr/>
        </p:nvSpPr>
        <p:spPr>
          <a:xfrm>
            <a:off x="1763713" y="3284538"/>
            <a:ext cx="4191000" cy="457200"/>
          </a:xfrm>
          <a:prstGeom prst="leftArrow">
            <a:avLst>
              <a:gd name="adj1" fmla="val 50000"/>
              <a:gd name="adj2" fmla="val 229166"/>
            </a:avLst>
          </a:prstGeom>
          <a:solidFill>
            <a:schemeClr val="accent2"/>
          </a:solidFill>
          <a:ln w="9525">
            <a:noFill/>
          </a:ln>
        </p:spPr>
        <p:txBody>
          <a:bodyPr wrap="none"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5299" name="Rectangle 3"/>
          <p:cNvSpPr/>
          <p:nvPr/>
        </p:nvSpPr>
        <p:spPr>
          <a:xfrm>
            <a:off x="5292725" y="1268413"/>
            <a:ext cx="685800" cy="367347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5300" name="Rectangle 4"/>
          <p:cNvSpPr/>
          <p:nvPr/>
        </p:nvSpPr>
        <p:spPr>
          <a:xfrm>
            <a:off x="395288" y="1989138"/>
            <a:ext cx="8153400" cy="4572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250825" y="620713"/>
          <a:ext cx="8461375" cy="504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" imgW="7010400" imgH="3939540" progId="Word.Document.8">
                  <p:embed/>
                </p:oleObj>
              </mc:Choice>
              <mc:Fallback>
                <p:oleObj name="" r:id="rId1" imgW="7010400" imgH="3939540" progId="Word.Document.8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620713"/>
                        <a:ext cx="8461375" cy="504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Text Box 6"/>
          <p:cNvSpPr txBox="1"/>
          <p:nvPr/>
        </p:nvSpPr>
        <p:spPr>
          <a:xfrm>
            <a:off x="539750" y="260350"/>
            <a:ext cx="3048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最小项的性质</a:t>
            </a:r>
            <a:r>
              <a:rPr lang="en-US" altLang="zh-CN" sz="2800" dirty="0">
                <a:latin typeface="宋体" panose="02010600030101010101" pitchFamily="2" charset="-122"/>
              </a:rPr>
              <a:t>:</a:t>
            </a:r>
            <a:endParaRPr lang="en-US" altLang="zh-CN" sz="2800" b="0" dirty="0">
              <a:latin typeface="宋体" panose="02010600030101010101" pitchFamily="2" charset="-122"/>
            </a:endParaRPr>
          </a:p>
        </p:txBody>
      </p:sp>
      <p:sp>
        <p:nvSpPr>
          <p:cNvPr id="55303" name="Text Box 7"/>
          <p:cNvSpPr txBox="1"/>
          <p:nvPr/>
        </p:nvSpPr>
        <p:spPr>
          <a:xfrm>
            <a:off x="323850" y="5300663"/>
            <a:ext cx="6934200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①</a:t>
            </a:r>
            <a:r>
              <a:rPr lang="zh-CN" altLang="en-US" sz="2400" dirty="0">
                <a:latin typeface="Times New Roman" panose="02020603050405020304" pitchFamily="18" charset="0"/>
              </a:rPr>
              <a:t>任意一个最小项，只有一组变量取值使其值为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5304" name="Text Box 8"/>
          <p:cNvSpPr txBox="1"/>
          <p:nvPr/>
        </p:nvSpPr>
        <p:spPr>
          <a:xfrm>
            <a:off x="323850" y="5734050"/>
            <a:ext cx="6010275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②</a:t>
            </a:r>
            <a:r>
              <a:rPr lang="zh-CN" altLang="en-US" sz="2400" dirty="0">
                <a:latin typeface="Times New Roman" panose="02020603050405020304" pitchFamily="18" charset="0"/>
              </a:rPr>
              <a:t>任意两个不同的最小项的乘积必为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5305" name="Text Box 9"/>
          <p:cNvSpPr txBox="1"/>
          <p:nvPr/>
        </p:nvSpPr>
        <p:spPr>
          <a:xfrm>
            <a:off x="323850" y="6165850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③</a:t>
            </a:r>
            <a:r>
              <a:rPr lang="zh-CN" altLang="en-US" sz="2400" dirty="0">
                <a:latin typeface="Times New Roman" panose="02020603050405020304" pitchFamily="18" charset="0"/>
              </a:rPr>
              <a:t>全部最小项的和必为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5306" name="Line 10"/>
          <p:cNvSpPr/>
          <p:nvPr/>
        </p:nvSpPr>
        <p:spPr>
          <a:xfrm>
            <a:off x="2124075" y="1700213"/>
            <a:ext cx="6119813" cy="3097212"/>
          </a:xfrm>
          <a:prstGeom prst="line">
            <a:avLst/>
          </a:prstGeom>
          <a:ln w="38100" cap="rnd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55307" name="Group 11"/>
          <p:cNvGrpSpPr/>
          <p:nvPr/>
        </p:nvGrpSpPr>
        <p:grpSpPr>
          <a:xfrm>
            <a:off x="2700338" y="765175"/>
            <a:ext cx="4573587" cy="2752725"/>
            <a:chOff x="0" y="0"/>
            <a:chExt cx="2881" cy="1734"/>
          </a:xfrm>
        </p:grpSpPr>
        <p:sp>
          <p:nvSpPr>
            <p:cNvPr id="54284" name="未知"/>
            <p:cNvSpPr/>
            <p:nvPr/>
          </p:nvSpPr>
          <p:spPr>
            <a:xfrm>
              <a:off x="267" y="430"/>
              <a:ext cx="2304" cy="130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1852" y="1296"/>
                </a:cxn>
                <a:cxn ang="0">
                  <a:pos x="2304" y="0"/>
                </a:cxn>
              </a:cxnLst>
              <a:pathLst>
                <a:path w="2448" h="1304">
                  <a:moveTo>
                    <a:pt x="0" y="48"/>
                  </a:moveTo>
                  <a:cubicBezTo>
                    <a:pt x="780" y="676"/>
                    <a:pt x="1560" y="1304"/>
                    <a:pt x="1968" y="1296"/>
                  </a:cubicBezTo>
                  <a:cubicBezTo>
                    <a:pt x="2376" y="1288"/>
                    <a:pt x="2368" y="216"/>
                    <a:pt x="2448" y="0"/>
                  </a:cubicBezTo>
                </a:path>
              </a:pathLst>
            </a:custGeom>
            <a:noFill/>
            <a:ln w="38100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54285" name="Object 13"/>
            <p:cNvGraphicFramePr>
              <a:graphicFrameLocks noChangeAspect="1"/>
            </p:cNvGraphicFramePr>
            <p:nvPr/>
          </p:nvGraphicFramePr>
          <p:xfrm>
            <a:off x="0" y="0"/>
            <a:ext cx="6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" name="" r:id="rId3" imgW="307975" imgH="130810" progId="Equation.3">
                    <p:embed/>
                  </p:oleObj>
                </mc:Choice>
                <mc:Fallback>
                  <p:oleObj name="" r:id="rId3" imgW="307975" imgH="13081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680" cy="288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6" name="Object 14"/>
            <p:cNvGraphicFramePr>
              <a:graphicFrameLocks noChangeAspect="1"/>
            </p:cNvGraphicFramePr>
            <p:nvPr/>
          </p:nvGraphicFramePr>
          <p:xfrm>
            <a:off x="2242" y="0"/>
            <a:ext cx="63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5" imgW="289560" imgH="130810" progId="Equation.3">
                    <p:embed/>
                  </p:oleObj>
                </mc:Choice>
                <mc:Fallback>
                  <p:oleObj name="" r:id="rId5" imgW="289560" imgH="13081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42" y="0"/>
                          <a:ext cx="639" cy="288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30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30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 build="p"/>
      <p:bldP spid="55304" grpId="0" build="p"/>
      <p:bldP spid="5530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/>
          <p:nvPr/>
        </p:nvSpPr>
        <p:spPr>
          <a:xfrm>
            <a:off x="323850" y="1052513"/>
            <a:ext cx="8137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just"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Verdana" panose="020B0604030504040204" pitchFamily="34" charset="0"/>
              </a:rPr>
              <a:t>④</a:t>
            </a:r>
            <a:r>
              <a:rPr lang="zh-CN" alt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具有相邻性的两个最小项可以合并，并消去一对因子。</a:t>
            </a:r>
            <a:endParaRPr lang="zh-CN" altLang="en-US" sz="24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56323" name="Text Box 3"/>
          <p:cNvSpPr txBox="1"/>
          <p:nvPr/>
        </p:nvSpPr>
        <p:spPr>
          <a:xfrm>
            <a:off x="30163" y="1628775"/>
            <a:ext cx="91138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800" dirty="0">
                <a:solidFill>
                  <a:srgbClr val="CC0066"/>
                </a:solidFill>
                <a:latin typeface="Times New Roman" panose="02020603050405020304" pitchFamily="18" charset="0"/>
              </a:rPr>
              <a:t>只有一个因子不同的两个最小项是具有相邻性的最小项。</a:t>
            </a:r>
            <a:endParaRPr lang="zh-CN" altLang="en-US" sz="280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4" name="Text Box 4"/>
          <p:cNvSpPr txBox="1"/>
          <p:nvPr/>
        </p:nvSpPr>
        <p:spPr>
          <a:xfrm>
            <a:off x="547688" y="2584450"/>
            <a:ext cx="10747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800" b="0" dirty="0">
                <a:latin typeface="Times New Roman" panose="02020603050405020304" pitchFamily="18" charset="0"/>
              </a:rPr>
              <a:t>例如</a:t>
            </a:r>
            <a:r>
              <a:rPr lang="en-US" altLang="zh-CN" sz="2800" dirty="0">
                <a:latin typeface="宋体" panose="02010600030101010101" pitchFamily="2" charset="-122"/>
              </a:rPr>
              <a:t>: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56325" name="Text Box 5"/>
          <p:cNvSpPr txBox="1"/>
          <p:nvPr/>
        </p:nvSpPr>
        <p:spPr>
          <a:xfrm>
            <a:off x="611188" y="3500438"/>
            <a:ext cx="42751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800" b="0" dirty="0">
                <a:latin typeface="Times New Roman" panose="02020603050405020304" pitchFamily="18" charset="0"/>
              </a:rPr>
              <a:t>将它们合并，可消去因子</a:t>
            </a:r>
            <a:r>
              <a:rPr lang="en-US" altLang="zh-CN" sz="2800" dirty="0">
                <a:latin typeface="宋体" panose="02010600030101010101" pitchFamily="2" charset="-122"/>
              </a:rPr>
              <a:t>: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56326" name="Text Box 6"/>
          <p:cNvSpPr txBox="1"/>
          <p:nvPr/>
        </p:nvSpPr>
        <p:spPr>
          <a:xfrm>
            <a:off x="5219700" y="4868863"/>
            <a:ext cx="946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= BC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56327" name="Text Box 7"/>
          <p:cNvSpPr txBox="1"/>
          <p:nvPr/>
        </p:nvSpPr>
        <p:spPr>
          <a:xfrm>
            <a:off x="1692275" y="2636838"/>
            <a:ext cx="59753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just" eaLnBrk="1" hangingPunct="1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A</a:t>
            </a:r>
            <a:r>
              <a:rPr lang="en-US" altLang="zh-CN" sz="2800" b="0" dirty="0">
                <a:latin typeface="Verdana" panose="020B0604030504040204" pitchFamily="34" charset="0"/>
              </a:rPr>
              <a:t>BC </a:t>
            </a:r>
            <a:r>
              <a:rPr lang="zh-CN" altLang="en-US" sz="2800" b="0" dirty="0">
                <a:latin typeface="Verdana" panose="020B0604030504040204" pitchFamily="34" charset="0"/>
              </a:rPr>
              <a:t>和 </a:t>
            </a:r>
            <a:r>
              <a:rPr lang="en-US" altLang="zh-CN" sz="2800" b="0" dirty="0">
                <a:latin typeface="Verdana" panose="020B0604030504040204" pitchFamily="34" charset="0"/>
              </a:rPr>
              <a:t>A</a:t>
            </a:r>
            <a:r>
              <a:rPr lang="en-US" altLang="zh-CN" sz="280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800" b="0" dirty="0">
                <a:latin typeface="Verdana" panose="020B0604030504040204" pitchFamily="34" charset="0"/>
              </a:rPr>
              <a:t>BC </a:t>
            </a:r>
            <a:r>
              <a:rPr lang="zh-CN" altLang="en-US" sz="2800" b="0" dirty="0">
                <a:latin typeface="Verdana" panose="020B0604030504040204" pitchFamily="34" charset="0"/>
              </a:rPr>
              <a:t>具有逻辑相邻性。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56328" name="Text Box 8"/>
          <p:cNvSpPr txBox="1"/>
          <p:nvPr/>
        </p:nvSpPr>
        <p:spPr>
          <a:xfrm>
            <a:off x="1042988" y="4868863"/>
            <a:ext cx="28082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just" eaLnBrk="1" hangingPunct="1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800" b="0" dirty="0">
                <a:latin typeface="Verdana" panose="020B0604030504040204" pitchFamily="34" charset="0"/>
              </a:rPr>
              <a:t>ABC+A</a:t>
            </a:r>
            <a:r>
              <a:rPr lang="en-US" altLang="zh-CN" sz="280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800" b="0" dirty="0">
                <a:latin typeface="Verdana" panose="020B0604030504040204" pitchFamily="34" charset="0"/>
              </a:rPr>
              <a:t>BC =</a:t>
            </a:r>
            <a:endParaRPr lang="en-US" altLang="zh-CN" sz="2800" b="0" dirty="0">
              <a:latin typeface="Verdana" panose="020B0604030504040204" pitchFamily="34" charset="0"/>
            </a:endParaRPr>
          </a:p>
        </p:txBody>
      </p:sp>
      <p:sp>
        <p:nvSpPr>
          <p:cNvPr id="56329" name="Text Box 9"/>
          <p:cNvSpPr txBox="1"/>
          <p:nvPr/>
        </p:nvSpPr>
        <p:spPr>
          <a:xfrm>
            <a:off x="3059113" y="4868863"/>
            <a:ext cx="23050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ctr" eaLnBrk="1" hangingPunct="1"/>
            <a:r>
              <a:rPr lang="en-US" altLang="zh-CN" sz="2800" b="0" dirty="0">
                <a:latin typeface="Verdana" panose="020B0604030504040204" pitchFamily="34" charset="0"/>
              </a:rPr>
              <a:t>(A+A</a:t>
            </a:r>
            <a:r>
              <a:rPr lang="en-US" altLang="zh-CN" sz="280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800" b="0" dirty="0">
                <a:latin typeface="Verdana" panose="020B0604030504040204" pitchFamily="34" charset="0"/>
              </a:rPr>
              <a:t>) BC</a:t>
            </a:r>
            <a:endParaRPr lang="en-US" altLang="zh-CN" sz="28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  <p:bldP spid="56323" grpId="0"/>
      <p:bldP spid="56324" grpId="0"/>
      <p:bldP spid="56325" grpId="0"/>
      <p:bldP spid="56326" grpId="0"/>
      <p:bldP spid="56327" grpId="0"/>
      <p:bldP spid="56328" grpId="0"/>
      <p:bldP spid="563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Text Box 2"/>
          <p:cNvSpPr txBox="1"/>
          <p:nvPr/>
        </p:nvSpPr>
        <p:spPr>
          <a:xfrm>
            <a:off x="755650" y="1484313"/>
            <a:ext cx="7265988" cy="17589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</a:rPr>
              <a:t>任何一个逻辑函数都可以表示成唯一的一组最小项之和，称为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标准与或表达式</a:t>
            </a:r>
            <a:r>
              <a:rPr lang="zh-CN" altLang="en-US" sz="2800" dirty="0">
                <a:latin typeface="Times New Roman" panose="02020603050405020304" pitchFamily="18" charset="0"/>
              </a:rPr>
              <a:t>，也称为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最小项表达式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827088" y="476250"/>
            <a:ext cx="7391400" cy="5794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隶书" panose="02010509060101010101" pitchFamily="49" charset="-122"/>
                <a:cs typeface="+mn-cs"/>
              </a:rPr>
              <a:t>逻辑函数的最小项表达式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7348" name="Text Box 4"/>
          <p:cNvSpPr txBox="1"/>
          <p:nvPr/>
        </p:nvSpPr>
        <p:spPr>
          <a:xfrm>
            <a:off x="1066800" y="3657600"/>
            <a:ext cx="7239000" cy="180181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</a:rPr>
              <a:t>对于不是最小项表达式的与或表达式，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可利用公式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′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A(B+C)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AB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AC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来配项展开成最小项表达式。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build="p"/>
      <p:bldP spid="5734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512763" y="1476375"/>
          <a:ext cx="8118475" cy="264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" imgW="3822700" imgH="1206500" progId="Equation.3">
                  <p:embed/>
                </p:oleObj>
              </mc:Choice>
              <mc:Fallback>
                <p:oleObj name="" r:id="rId1" imgW="3822700" imgH="12065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2763" y="1476375"/>
                        <a:ext cx="8118475" cy="2643188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Rectangle 3"/>
          <p:cNvSpPr/>
          <p:nvPr/>
        </p:nvSpPr>
        <p:spPr>
          <a:xfrm>
            <a:off x="395288" y="549275"/>
            <a:ext cx="12525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2.5.6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7065963" y="2133600"/>
          <a:ext cx="16398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749935" imgH="215900" progId="Equation.3">
                  <p:embed/>
                </p:oleObj>
              </mc:Choice>
              <mc:Fallback>
                <p:oleObj name="" r:id="rId1" imgW="749935" imgH="2159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65963" y="2133600"/>
                        <a:ext cx="1639887" cy="473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3"/>
          <p:cNvGraphicFramePr>
            <a:graphicFrameLocks noChangeAspect="1"/>
          </p:cNvGraphicFramePr>
          <p:nvPr/>
        </p:nvGraphicFramePr>
        <p:xfrm>
          <a:off x="7019925" y="1412875"/>
          <a:ext cx="15843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3" imgW="723900" imgH="215900" progId="Equation.3">
                  <p:embed/>
                </p:oleObj>
              </mc:Choice>
              <mc:Fallback>
                <p:oleObj name="" r:id="rId3" imgW="723900" imgH="2159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19925" y="1412875"/>
                        <a:ext cx="1584325" cy="473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Text Box 4"/>
          <p:cNvSpPr txBox="1"/>
          <p:nvPr/>
        </p:nvSpPr>
        <p:spPr>
          <a:xfrm>
            <a:off x="395288" y="260350"/>
            <a:ext cx="8382000" cy="9461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　　如果列出了函数的真值表，则只要将函数值为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的那些最小项相加，便是函数的最小项表达式。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1295400" y="1293813"/>
          <a:ext cx="4800600" cy="383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5" imgW="3981450" imgH="3409950" progId="Word.Document.8">
                  <p:embed/>
                </p:oleObj>
              </mc:Choice>
              <mc:Fallback>
                <p:oleObj name="" r:id="rId5" imgW="3981450" imgH="3409950" progId="Word.Document.8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6"/>
                      <a:srcRect t="-2003" b="3902"/>
                      <a:stretch>
                        <a:fillRect/>
                      </a:stretch>
                    </p:blipFill>
                    <p:spPr>
                      <a:xfrm>
                        <a:off x="1295400" y="1293813"/>
                        <a:ext cx="4800600" cy="3836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Line 6"/>
          <p:cNvSpPr/>
          <p:nvPr/>
        </p:nvSpPr>
        <p:spPr>
          <a:xfrm flipV="1">
            <a:off x="5292725" y="1844675"/>
            <a:ext cx="1752600" cy="60960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9399" name="Line 7"/>
          <p:cNvSpPr/>
          <p:nvPr/>
        </p:nvSpPr>
        <p:spPr>
          <a:xfrm flipV="1">
            <a:off x="5292725" y="2492375"/>
            <a:ext cx="1828800" cy="38100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9400" name="Line 8"/>
          <p:cNvSpPr/>
          <p:nvPr/>
        </p:nvSpPr>
        <p:spPr>
          <a:xfrm>
            <a:off x="5364163" y="3284538"/>
            <a:ext cx="1752600" cy="1587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9401" name="Line 9"/>
          <p:cNvSpPr/>
          <p:nvPr/>
        </p:nvSpPr>
        <p:spPr>
          <a:xfrm>
            <a:off x="5364163" y="4076700"/>
            <a:ext cx="1828800" cy="1588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arrow" w="med" len="med"/>
          </a:ln>
        </p:spPr>
      </p:sp>
      <p:graphicFrame>
        <p:nvGraphicFramePr>
          <p:cNvPr id="59402" name="Object 10"/>
          <p:cNvGraphicFramePr>
            <a:graphicFrameLocks noChangeAspect="1"/>
          </p:cNvGraphicFramePr>
          <p:nvPr/>
        </p:nvGraphicFramePr>
        <p:xfrm>
          <a:off x="684213" y="5229225"/>
          <a:ext cx="691197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7" imgW="2287270" imgH="457200" progId="Equation.3">
                  <p:embed/>
                </p:oleObj>
              </mc:Choice>
              <mc:Fallback>
                <p:oleObj name="" r:id="rId7" imgW="2287270" imgH="4572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4213" y="5229225"/>
                        <a:ext cx="6911975" cy="113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3" name="Object 11"/>
          <p:cNvGraphicFramePr>
            <a:graphicFrameLocks noChangeAspect="1"/>
          </p:cNvGraphicFramePr>
          <p:nvPr/>
        </p:nvGraphicFramePr>
        <p:xfrm>
          <a:off x="7107238" y="2909888"/>
          <a:ext cx="15557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9" imgW="711835" imgH="228600" progId="Equation.3">
                  <p:embed/>
                </p:oleObj>
              </mc:Choice>
              <mc:Fallback>
                <p:oleObj name="" r:id="rId9" imgW="711835" imgH="2286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07238" y="2909888"/>
                        <a:ext cx="1555750" cy="501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 noChangeAspect="1"/>
          </p:cNvGraphicFramePr>
          <p:nvPr/>
        </p:nvGraphicFramePr>
        <p:xfrm>
          <a:off x="7178675" y="3846513"/>
          <a:ext cx="15557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1" imgW="711835" imgH="228600" progId="Equation.3">
                  <p:embed/>
                </p:oleObj>
              </mc:Choice>
              <mc:Fallback>
                <p:oleObj name="" r:id="rId11" imgW="711835" imgH="2286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78675" y="3846513"/>
                        <a:ext cx="1555750" cy="501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6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dvAuto="100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684213" y="1268413"/>
            <a:ext cx="7986713" cy="4876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变量逻辑函数中，若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为包含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个因子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的和项，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而且这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个变量都以原变量或反变量的形式在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M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中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出现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且仅出现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一次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，则这个和项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称为该函数的一个标准和项，通常称为最大项。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个变量有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4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个最大项，记作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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endParaRPr kumimoji="0" lang="en-US" altLang="zh-CN" sz="2800" b="1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最大项的性质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 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①在输入变量的任何取值下必有一个最大项且仅有一个最大项的值为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②全体最大项之积为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；即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③任意两个最大项之和为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④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只有一个变量不同的两个最大项的乘积等于各相同变量之和。 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" name="Text Box 3"/>
          <p:cNvSpPr txBox="1"/>
          <p:nvPr/>
        </p:nvSpPr>
        <p:spPr>
          <a:xfrm>
            <a:off x="611188" y="620713"/>
            <a:ext cx="1655762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最大项</a:t>
            </a:r>
            <a:r>
              <a:rPr lang="en-US" altLang="zh-CN" sz="2800" b="0" dirty="0">
                <a:latin typeface="Verdana" panose="020B0604030504040204" pitchFamily="34" charset="0"/>
              </a:rPr>
              <a:t>:</a:t>
            </a:r>
            <a:endParaRPr lang="en-US" altLang="zh-CN" sz="2800" b="0" dirty="0">
              <a:latin typeface="Verdana" panose="020B0604030504040204" pitchFamily="34" charset="0"/>
            </a:endParaRPr>
          </a:p>
        </p:txBody>
      </p:sp>
      <p:graphicFrame>
        <p:nvGraphicFramePr>
          <p:cNvPr id="59396" name="Object 4"/>
          <p:cNvGraphicFramePr>
            <a:graphicFrameLocks noGrp="1" noChangeAspect="1"/>
          </p:cNvGraphicFramePr>
          <p:nvPr>
            <p:ph/>
          </p:nvPr>
        </p:nvGraphicFramePr>
        <p:xfrm>
          <a:off x="5148263" y="4365625"/>
          <a:ext cx="136683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2" imgW="660400" imgH="457200" progId="Equation.3">
                  <p:embed/>
                </p:oleObj>
              </mc:Choice>
              <mc:Fallback>
                <p:oleObj name="" r:id="rId2" imgW="660400" imgH="4572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48263" y="4365625"/>
                        <a:ext cx="1366837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60418" name="Rectangle 2"/>
          <p:cNvSpPr/>
          <p:nvPr>
            <p:ph idx="1"/>
          </p:nvPr>
        </p:nvSpPr>
        <p:spPr>
          <a:xfrm>
            <a:off x="611188" y="1125538"/>
            <a:ext cx="7924800" cy="1223962"/>
          </a:xfrm>
          <a:ln w="0">
            <a:solidFill>
              <a:schemeClr val="bg1"/>
            </a:solidFill>
            <a:miter/>
          </a:ln>
        </p:spPr>
        <p:txBody>
          <a:bodyPr/>
          <a:lstStyle/>
          <a:p>
            <a:pPr algn="just" eaLnBrk="1" hangingPunct="1">
              <a:buNone/>
            </a:pPr>
            <a:r>
              <a:rPr lang="zh-CN" altLang="en-US" dirty="0">
                <a:solidFill>
                  <a:srgbClr val="FF3300"/>
                </a:solidFill>
                <a:effectLst/>
              </a:rPr>
              <a:t>例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: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写出函数 </a:t>
            </a:r>
            <a:r>
              <a:rPr lang="en-US" altLang="zh-CN" dirty="0">
                <a:effectLst/>
              </a:rPr>
              <a:t>Y=A(B</a:t>
            </a:r>
            <a:r>
              <a:rPr lang="en-US" altLang="zh-CN" sz="2800" b="1" baseline="30000" dirty="0">
                <a:effectLst/>
              </a:rPr>
              <a:t>′</a:t>
            </a:r>
            <a:r>
              <a:rPr lang="en-US" altLang="zh-CN" dirty="0">
                <a:effectLst/>
              </a:rPr>
              <a:t>+C)</a:t>
            </a:r>
            <a:r>
              <a:rPr lang="zh-CN" altLang="en-US" dirty="0">
                <a:effectLst/>
              </a:rPr>
              <a:t>的标准或与表达式。</a:t>
            </a:r>
            <a:endParaRPr lang="zh-CN" altLang="en-US" dirty="0">
              <a:effectLst/>
            </a:endParaRPr>
          </a:p>
          <a:p>
            <a:pPr algn="just" eaLnBrk="1" hangingPunct="1">
              <a:buNone/>
            </a:pPr>
            <a:r>
              <a:rPr lang="zh-CN" altLang="en-US" dirty="0">
                <a:effectLst/>
              </a:rPr>
              <a:t> 解</a:t>
            </a:r>
            <a:r>
              <a:rPr lang="en-US" altLang="zh-CN" dirty="0">
                <a:effectLst/>
              </a:rPr>
              <a:t>:</a:t>
            </a:r>
            <a:endParaRPr lang="en-US" altLang="zh-CN" dirty="0">
              <a:effectLst/>
            </a:endParaRP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827088" y="2852738"/>
            <a:ext cx="8064500" cy="3013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Y=A(B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=(A+BB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+CC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)(AA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=(A+B+C)(A+B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+C)(A+B+C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)(A+B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)(A+B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+C)(A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=(A+B+C)(A+B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+C)(A+B+C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)(A+B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)(A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+C)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Text Box 2"/>
          <p:cNvSpPr txBox="1"/>
          <p:nvPr/>
        </p:nvSpPr>
        <p:spPr>
          <a:xfrm>
            <a:off x="508000" y="852488"/>
            <a:ext cx="42179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  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最小项与最大项的关系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Text Box 3"/>
          <p:cNvSpPr txBox="1"/>
          <p:nvPr/>
        </p:nvSpPr>
        <p:spPr>
          <a:xfrm>
            <a:off x="1362075" y="1600200"/>
            <a:ext cx="3254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2400" dirty="0">
                <a:solidFill>
                  <a:srgbClr val="9900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endParaRPr lang="en-US" altLang="zh-CN" dirty="0">
              <a:solidFill>
                <a:srgbClr val="9900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8" name="Text Box 4"/>
          <p:cNvSpPr txBox="1"/>
          <p:nvPr/>
        </p:nvSpPr>
        <p:spPr>
          <a:xfrm>
            <a:off x="1905000" y="1600200"/>
            <a:ext cx="5727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sz="2400" dirty="0">
                <a:latin typeface="Times New Roman" panose="02020603050405020304" pitchFamily="18" charset="0"/>
              </a:rPr>
              <a:t>相同编号的最小项和最大项存在互补关系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62469" name="Text Box 5"/>
          <p:cNvSpPr txBox="1"/>
          <p:nvPr/>
        </p:nvSpPr>
        <p:spPr>
          <a:xfrm>
            <a:off x="2133600" y="2133600"/>
            <a:ext cx="661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0" name="Text Box 6"/>
          <p:cNvSpPr txBox="1"/>
          <p:nvPr/>
        </p:nvSpPr>
        <p:spPr>
          <a:xfrm>
            <a:off x="3254375" y="2133600"/>
            <a:ext cx="8477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1" name="Text Box 7"/>
          <p:cNvSpPr txBox="1"/>
          <p:nvPr/>
        </p:nvSpPr>
        <p:spPr>
          <a:xfrm>
            <a:off x="4846638" y="2133600"/>
            <a:ext cx="8858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2" name="Text Box 8"/>
          <p:cNvSpPr txBox="1"/>
          <p:nvPr/>
        </p:nvSpPr>
        <p:spPr>
          <a:xfrm>
            <a:off x="1350963" y="2819400"/>
            <a:ext cx="3254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2400" dirty="0">
                <a:solidFill>
                  <a:srgbClr val="9900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endParaRPr lang="en-US" altLang="zh-CN" dirty="0">
              <a:solidFill>
                <a:srgbClr val="9900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3" name="Text Box 9"/>
          <p:cNvSpPr txBox="1"/>
          <p:nvPr/>
        </p:nvSpPr>
        <p:spPr>
          <a:xfrm>
            <a:off x="1905000" y="2636838"/>
            <a:ext cx="67818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 eaLnBrk="1" hangingPunct="1"/>
            <a:r>
              <a:rPr lang="zh-CN" altLang="en-US" sz="2400" dirty="0">
                <a:latin typeface="Times New Roman" panose="02020603050405020304" pitchFamily="18" charset="0"/>
              </a:rPr>
              <a:t>若干个最小项之和表示的表达式</a:t>
            </a:r>
            <a:r>
              <a:rPr lang="en-US" altLang="zh-CN" sz="2400" dirty="0">
                <a:latin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</a:rPr>
              <a:t>，其反函数</a:t>
            </a:r>
            <a:r>
              <a:rPr lang="en-US" altLang="zh-CN" sz="2400" dirty="0">
                <a:latin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latin typeface="Verdana" panose="020B0604030504040204" pitchFamily="34" charset="0"/>
              </a:rPr>
              <a:t>′</a:t>
            </a:r>
            <a:r>
              <a:rPr lang="zh-CN" altLang="en-US" sz="2400" dirty="0">
                <a:latin typeface="Times New Roman" panose="02020603050405020304" pitchFamily="18" charset="0"/>
              </a:rPr>
              <a:t>可用等同个与这些最小项相对应的最大项之积表示。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2474" name="Group 10"/>
          <p:cNvGrpSpPr/>
          <p:nvPr/>
        </p:nvGrpSpPr>
        <p:grpSpPr>
          <a:xfrm>
            <a:off x="1219200" y="3810000"/>
            <a:ext cx="7315200" cy="2667000"/>
            <a:chOff x="0" y="0"/>
            <a:chExt cx="4608" cy="1680"/>
          </a:xfrm>
        </p:grpSpPr>
        <p:sp>
          <p:nvSpPr>
            <p:cNvPr id="61479" name="Rectangle 11"/>
            <p:cNvSpPr/>
            <p:nvPr/>
          </p:nvSpPr>
          <p:spPr>
            <a:xfrm>
              <a:off x="0" y="0"/>
              <a:ext cx="4608" cy="168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480" name="Text Box 12"/>
            <p:cNvSpPr txBox="1"/>
            <p:nvPr/>
          </p:nvSpPr>
          <p:spPr>
            <a:xfrm>
              <a:off x="48" y="77"/>
              <a:ext cx="6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例：</a:t>
              </a:r>
              <a:endParaRPr lang="zh-CN" alt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2477" name="Object 13"/>
          <p:cNvGraphicFramePr>
            <a:graphicFrameLocks noChangeAspect="1"/>
          </p:cNvGraphicFramePr>
          <p:nvPr/>
        </p:nvGraphicFramePr>
        <p:xfrm>
          <a:off x="2524125" y="3946525"/>
          <a:ext cx="41719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" imgW="1308100" imgH="190500" progId="Equation.3">
                  <p:embed/>
                </p:oleObj>
              </mc:Choice>
              <mc:Fallback>
                <p:oleObj name="" r:id="rId1" imgW="1308100" imgH="1905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24125" y="3946525"/>
                        <a:ext cx="4171950" cy="60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8" name="Text Box 14"/>
          <p:cNvSpPr txBox="1"/>
          <p:nvPr/>
        </p:nvSpPr>
        <p:spPr>
          <a:xfrm>
            <a:off x="2682875" y="5224463"/>
            <a:ext cx="44132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36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9" name="Text Box 15"/>
          <p:cNvSpPr txBox="1"/>
          <p:nvPr/>
        </p:nvSpPr>
        <p:spPr>
          <a:xfrm>
            <a:off x="3733800" y="5334000"/>
            <a:ext cx="3016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endParaRPr lang="en-US" altLang="zh-CN" sz="36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0" name="Text Box 16"/>
          <p:cNvSpPr txBox="1"/>
          <p:nvPr/>
        </p:nvSpPr>
        <p:spPr>
          <a:xfrm>
            <a:off x="4716463" y="5300663"/>
            <a:ext cx="3016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2481" name="Text Box 17"/>
          <p:cNvSpPr txBox="1"/>
          <p:nvPr/>
        </p:nvSpPr>
        <p:spPr>
          <a:xfrm>
            <a:off x="5724525" y="5300663"/>
            <a:ext cx="3016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62482" name="Object 18"/>
          <p:cNvGraphicFramePr>
            <a:graphicFrameLocks noChangeAspect="1"/>
          </p:cNvGraphicFramePr>
          <p:nvPr/>
        </p:nvGraphicFramePr>
        <p:xfrm>
          <a:off x="3216275" y="5791200"/>
          <a:ext cx="34893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1118235" imgH="228600" progId="Equation.3">
                  <p:embed/>
                </p:oleObj>
              </mc:Choice>
              <mc:Fallback>
                <p:oleObj name="" r:id="rId3" imgW="1118235" imgH="2286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6275" y="5791200"/>
                        <a:ext cx="3489325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3" name="Text Box 19"/>
          <p:cNvSpPr txBox="1"/>
          <p:nvPr/>
        </p:nvSpPr>
        <p:spPr>
          <a:xfrm>
            <a:off x="2682875" y="5715000"/>
            <a:ext cx="44132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36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2484" name="Group 20"/>
          <p:cNvGrpSpPr/>
          <p:nvPr/>
        </p:nvGrpSpPr>
        <p:grpSpPr>
          <a:xfrm>
            <a:off x="2363788" y="4594225"/>
            <a:ext cx="4583112" cy="614363"/>
            <a:chOff x="0" y="0"/>
            <a:chExt cx="2887" cy="387"/>
          </a:xfrm>
        </p:grpSpPr>
        <p:graphicFrame>
          <p:nvGraphicFramePr>
            <p:cNvPr id="61477" name="Object 21"/>
            <p:cNvGraphicFramePr>
              <a:graphicFrameLocks noChangeAspect="1"/>
            </p:cNvGraphicFramePr>
            <p:nvPr/>
          </p:nvGraphicFramePr>
          <p:xfrm>
            <a:off x="0" y="0"/>
            <a:ext cx="285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5" imgW="1409700" imgH="190500" progId="Equation.3">
                    <p:embed/>
                  </p:oleObj>
                </mc:Choice>
                <mc:Fallback>
                  <p:oleObj name="" r:id="rId5" imgW="1409700" imgH="1905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856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78" name="Text Box 22"/>
            <p:cNvSpPr txBox="1"/>
            <p:nvPr/>
          </p:nvSpPr>
          <p:spPr>
            <a:xfrm>
              <a:off x="2706" y="82"/>
              <a:ext cx="181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aseline="30000" dirty="0">
                  <a:latin typeface="Verdana" panose="020B0604030504040204" pitchFamily="34" charset="0"/>
                </a:rPr>
                <a:t>′</a:t>
              </a:r>
              <a:endParaRPr lang="en-US" altLang="zh-CN" sz="2800" baseline="3000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62487" name="Group 23"/>
          <p:cNvGrpSpPr/>
          <p:nvPr/>
        </p:nvGrpSpPr>
        <p:grpSpPr>
          <a:xfrm>
            <a:off x="6084888" y="5157788"/>
            <a:ext cx="692150" cy="641350"/>
            <a:chOff x="0" y="0"/>
            <a:chExt cx="436" cy="404"/>
          </a:xfrm>
        </p:grpSpPr>
        <p:sp>
          <p:nvSpPr>
            <p:cNvPr id="61475" name="Text Box 24"/>
            <p:cNvSpPr txBox="1"/>
            <p:nvPr/>
          </p:nvSpPr>
          <p:spPr>
            <a:xfrm>
              <a:off x="0" y="0"/>
              <a:ext cx="4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600" b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3600" b="0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76" name="Text Box 25"/>
            <p:cNvSpPr txBox="1"/>
            <p:nvPr/>
          </p:nvSpPr>
          <p:spPr>
            <a:xfrm>
              <a:off x="226" y="90"/>
              <a:ext cx="181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aseline="30000" dirty="0">
                  <a:latin typeface="Verdana" panose="020B0604030504040204" pitchFamily="34" charset="0"/>
                </a:rPr>
                <a:t>′</a:t>
              </a:r>
              <a:endParaRPr lang="en-US" altLang="zh-CN" sz="2800" baseline="3000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62490" name="Group 26"/>
          <p:cNvGrpSpPr/>
          <p:nvPr/>
        </p:nvGrpSpPr>
        <p:grpSpPr>
          <a:xfrm>
            <a:off x="4067175" y="5157788"/>
            <a:ext cx="692150" cy="641350"/>
            <a:chOff x="0" y="0"/>
            <a:chExt cx="436" cy="404"/>
          </a:xfrm>
        </p:grpSpPr>
        <p:sp>
          <p:nvSpPr>
            <p:cNvPr id="61473" name="Text Box 27"/>
            <p:cNvSpPr txBox="1"/>
            <p:nvPr/>
          </p:nvSpPr>
          <p:spPr>
            <a:xfrm>
              <a:off x="0" y="0"/>
              <a:ext cx="4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600" b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3600" b="0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74" name="Text Box 28"/>
            <p:cNvSpPr txBox="1"/>
            <p:nvPr/>
          </p:nvSpPr>
          <p:spPr>
            <a:xfrm>
              <a:off x="227" y="90"/>
              <a:ext cx="181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aseline="30000" dirty="0">
                  <a:latin typeface="Verdana" panose="020B0604030504040204" pitchFamily="34" charset="0"/>
                </a:rPr>
                <a:t>′</a:t>
              </a:r>
              <a:endParaRPr lang="en-US" altLang="zh-CN" sz="2800" baseline="3000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62493" name="Group 29"/>
          <p:cNvGrpSpPr/>
          <p:nvPr/>
        </p:nvGrpSpPr>
        <p:grpSpPr>
          <a:xfrm>
            <a:off x="5076825" y="5157788"/>
            <a:ext cx="692150" cy="641350"/>
            <a:chOff x="0" y="0"/>
            <a:chExt cx="436" cy="404"/>
          </a:xfrm>
        </p:grpSpPr>
        <p:sp>
          <p:nvSpPr>
            <p:cNvPr id="61471" name="Text Box 30"/>
            <p:cNvSpPr txBox="1"/>
            <p:nvPr/>
          </p:nvSpPr>
          <p:spPr>
            <a:xfrm>
              <a:off x="0" y="0"/>
              <a:ext cx="4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600" b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3600" b="0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72" name="Text Box 31"/>
            <p:cNvSpPr txBox="1"/>
            <p:nvPr/>
          </p:nvSpPr>
          <p:spPr>
            <a:xfrm>
              <a:off x="226" y="90"/>
              <a:ext cx="181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aseline="30000" dirty="0">
                  <a:latin typeface="Verdana" panose="020B0604030504040204" pitchFamily="34" charset="0"/>
                </a:rPr>
                <a:t>′</a:t>
              </a:r>
              <a:endParaRPr lang="en-US" altLang="zh-CN" sz="2800" baseline="3000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62496" name="Group 32"/>
          <p:cNvGrpSpPr/>
          <p:nvPr/>
        </p:nvGrpSpPr>
        <p:grpSpPr>
          <a:xfrm>
            <a:off x="3132138" y="5157788"/>
            <a:ext cx="692150" cy="641350"/>
            <a:chOff x="0" y="0"/>
            <a:chExt cx="436" cy="404"/>
          </a:xfrm>
        </p:grpSpPr>
        <p:sp>
          <p:nvSpPr>
            <p:cNvPr id="61469" name="Text Box 33"/>
            <p:cNvSpPr txBox="1"/>
            <p:nvPr/>
          </p:nvSpPr>
          <p:spPr>
            <a:xfrm>
              <a:off x="0" y="0"/>
              <a:ext cx="4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600" b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3600" b="0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70" name="Text Box 34"/>
            <p:cNvSpPr txBox="1"/>
            <p:nvPr/>
          </p:nvSpPr>
          <p:spPr>
            <a:xfrm>
              <a:off x="227" y="90"/>
              <a:ext cx="181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aseline="30000" dirty="0">
                  <a:latin typeface="Verdana" panose="020B0604030504040204" pitchFamily="34" charset="0"/>
                </a:rPr>
                <a:t>′</a:t>
              </a:r>
              <a:endParaRPr lang="en-US" altLang="zh-CN" sz="2800" baseline="3000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62499" name="Group 35"/>
          <p:cNvGrpSpPr/>
          <p:nvPr/>
        </p:nvGrpSpPr>
        <p:grpSpPr>
          <a:xfrm>
            <a:off x="3994150" y="2133600"/>
            <a:ext cx="903288" cy="549275"/>
            <a:chOff x="0" y="0"/>
            <a:chExt cx="569" cy="346"/>
          </a:xfrm>
        </p:grpSpPr>
        <p:sp>
          <p:nvSpPr>
            <p:cNvPr id="61467" name="Text Box 36"/>
            <p:cNvSpPr txBox="1"/>
            <p:nvPr/>
          </p:nvSpPr>
          <p:spPr>
            <a:xfrm>
              <a:off x="0" y="19"/>
              <a:ext cx="36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68" name="Rectangle 37"/>
            <p:cNvSpPr/>
            <p:nvPr/>
          </p:nvSpPr>
          <p:spPr>
            <a:xfrm>
              <a:off x="228" y="0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marL="342900" indent="-342900" algn="just" eaLnBrk="1" hangingPunct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dirty="0">
                  <a:latin typeface="Verdana" panose="020B0604030504040204" pitchFamily="34" charset="0"/>
                </a:rPr>
                <a:t>′</a:t>
              </a:r>
              <a:endParaRPr lang="en-US" altLang="zh-CN" sz="280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62502" name="Group 38"/>
          <p:cNvGrpSpPr/>
          <p:nvPr/>
        </p:nvGrpSpPr>
        <p:grpSpPr>
          <a:xfrm>
            <a:off x="5624513" y="2133600"/>
            <a:ext cx="784225" cy="549275"/>
            <a:chOff x="0" y="0"/>
            <a:chExt cx="494" cy="346"/>
          </a:xfrm>
        </p:grpSpPr>
        <p:sp>
          <p:nvSpPr>
            <p:cNvPr id="61465" name="Text Box 39"/>
            <p:cNvSpPr txBox="1"/>
            <p:nvPr/>
          </p:nvSpPr>
          <p:spPr>
            <a:xfrm>
              <a:off x="0" y="19"/>
              <a:ext cx="3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66" name="Rectangle 40"/>
            <p:cNvSpPr/>
            <p:nvPr/>
          </p:nvSpPr>
          <p:spPr>
            <a:xfrm>
              <a:off x="153" y="0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dirty="0">
                  <a:latin typeface="Verdana" panose="020B0604030504040204" pitchFamily="34" charset="0"/>
                </a:rPr>
                <a:t>′</a:t>
              </a:r>
              <a:endParaRPr lang="en-US" altLang="zh-CN" sz="2800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62467" grpId="0"/>
      <p:bldP spid="62468" grpId="0"/>
      <p:bldP spid="62469" grpId="0"/>
      <p:bldP spid="62470" grpId="0"/>
      <p:bldP spid="62471" grpId="0"/>
      <p:bldP spid="62472" grpId="0"/>
      <p:bldP spid="62473" grpId="0"/>
      <p:bldP spid="62478" grpId="0"/>
      <p:bldP spid="62479" grpId="0"/>
      <p:bldP spid="62480" grpId="0"/>
      <p:bldP spid="62481" grpId="0"/>
      <p:bldP spid="6248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Text Box 2"/>
          <p:cNvSpPr txBox="1"/>
          <p:nvPr/>
        </p:nvSpPr>
        <p:spPr>
          <a:xfrm>
            <a:off x="468313" y="476250"/>
            <a:ext cx="4464050" cy="5191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四</a:t>
            </a:r>
            <a:r>
              <a:rPr lang="zh-CN" altLang="en-US" sz="2800" b="0" dirty="0">
                <a:latin typeface="Verdana" panose="020B0604030504040204" pitchFamily="34" charset="0"/>
              </a:rPr>
              <a:t>、逻辑函数形式的变换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63491" name="Rectangle 3"/>
          <p:cNvSpPr/>
          <p:nvPr/>
        </p:nvSpPr>
        <p:spPr>
          <a:xfrm>
            <a:off x="539750" y="1844675"/>
            <a:ext cx="7740650" cy="3084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lang="en-US" altLang="zh-CN" sz="2800" dirty="0">
                <a:latin typeface="Verdana" panose="020B0604030504040204" pitchFamily="34" charset="0"/>
              </a:rPr>
              <a:t>      </a:t>
            </a:r>
            <a:r>
              <a:rPr lang="zh-CN" altLang="en-US" sz="2800" dirty="0">
                <a:latin typeface="Verdana" panose="020B0604030504040204" pitchFamily="34" charset="0"/>
              </a:rPr>
              <a:t>根据逻辑表达式，可以画出相应的逻辑图，表达式的形式决定门电路的个数和种类。在用电子器件组成实际的逻辑电路时，由于选择不同逻辑功能类型的器件，因此需要将逻辑函数式变换成相应的形式。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Text Box 2"/>
          <p:cNvSpPr txBox="1"/>
          <p:nvPr/>
        </p:nvSpPr>
        <p:spPr>
          <a:xfrm>
            <a:off x="395288" y="2276475"/>
            <a:ext cx="3313112" cy="519113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最简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与或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表达式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695325" y="4584700"/>
          <a:ext cx="6599238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" imgW="2755900" imgH="635000" progId="Equation.3">
                  <p:embed/>
                </p:oleObj>
              </mc:Choice>
              <mc:Fallback>
                <p:oleObj name="" r:id="rId1" imgW="2755900" imgH="6350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5325" y="4584700"/>
                        <a:ext cx="6599238" cy="15208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Line 4"/>
          <p:cNvSpPr/>
          <p:nvPr/>
        </p:nvSpPr>
        <p:spPr>
          <a:xfrm>
            <a:off x="3276600" y="6019800"/>
            <a:ext cx="1828800" cy="1588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64517" name="Text Box 5"/>
          <p:cNvSpPr txBox="1"/>
          <p:nvPr/>
        </p:nvSpPr>
        <p:spPr>
          <a:xfrm>
            <a:off x="5257800" y="5791200"/>
            <a:ext cx="2286000" cy="4572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</a:rPr>
              <a:t>最简与或表达式</a:t>
            </a:r>
            <a:endParaRPr lang="zh-CN" altLang="en-US" sz="2400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pSp>
        <p:nvGrpSpPr>
          <p:cNvPr id="64518" name="Group 6"/>
          <p:cNvGrpSpPr/>
          <p:nvPr/>
        </p:nvGrpSpPr>
        <p:grpSpPr>
          <a:xfrm>
            <a:off x="3635375" y="1773238"/>
            <a:ext cx="5257800" cy="1439862"/>
            <a:chOff x="0" y="0"/>
            <a:chExt cx="3312" cy="907"/>
          </a:xfrm>
        </p:grpSpPr>
        <p:sp>
          <p:nvSpPr>
            <p:cNvPr id="63499" name="AutoShape 7"/>
            <p:cNvSpPr/>
            <p:nvPr/>
          </p:nvSpPr>
          <p:spPr>
            <a:xfrm>
              <a:off x="0" y="0"/>
              <a:ext cx="3256" cy="907"/>
            </a:xfrm>
            <a:prstGeom prst="leftArrowCallout">
              <a:avLst>
                <a:gd name="adj1" fmla="val 30796"/>
                <a:gd name="adj2" fmla="val 25000"/>
                <a:gd name="adj3" fmla="val 43261"/>
                <a:gd name="adj4" fmla="val 83333"/>
              </a:avLst>
            </a:prstGeom>
            <a:solidFill>
              <a:srgbClr val="00FFFF"/>
            </a:solidFill>
            <a:ln w="9525" cap="flat" cmpd="sng">
              <a:solidFill>
                <a:srgbClr val="00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500" name="Text Box 8"/>
            <p:cNvSpPr txBox="1"/>
            <p:nvPr/>
          </p:nvSpPr>
          <p:spPr>
            <a:xfrm>
              <a:off x="409" y="136"/>
              <a:ext cx="29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sz="2800" b="0" dirty="0">
                  <a:solidFill>
                    <a:srgbClr val="CC33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dirty="0">
                  <a:latin typeface="宋体" panose="02010600030101010101" pitchFamily="2" charset="-122"/>
                </a:rPr>
                <a:t>首先是式中</a:t>
              </a:r>
              <a:r>
                <a:rPr lang="zh-CN" altLang="en-US" sz="28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乘积项最少</a:t>
              </a:r>
              <a:endParaRPr lang="zh-CN" altLang="en-US" sz="2800" b="0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63501" name="Group 9"/>
            <p:cNvGrpSpPr/>
            <p:nvPr/>
          </p:nvGrpSpPr>
          <p:grpSpPr>
            <a:xfrm>
              <a:off x="590" y="499"/>
              <a:ext cx="2499" cy="327"/>
              <a:chOff x="0" y="0"/>
              <a:chExt cx="2499" cy="327"/>
            </a:xfrm>
          </p:grpSpPr>
          <p:sp>
            <p:nvSpPr>
              <p:cNvPr id="63502" name="Text Box 10"/>
              <p:cNvSpPr txBox="1"/>
              <p:nvPr/>
            </p:nvSpPr>
            <p:spPr>
              <a:xfrm>
                <a:off x="0" y="0"/>
                <a:ext cx="26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/>
                <a:r>
                  <a:rPr lang="en-US" altLang="zh-CN" sz="2800" b="0" dirty="0">
                    <a:solidFill>
                      <a:srgbClr val="CC3300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</a:t>
                </a:r>
                <a:r>
                  <a:rPr lang="en-US" altLang="zh-CN" sz="2400" b="0" dirty="0">
                    <a:latin typeface="宋体" panose="02010600030101010101" pitchFamily="2" charset="-122"/>
                  </a:rPr>
                  <a:t>  </a:t>
                </a:r>
                <a:endParaRPr lang="en-US" altLang="zh-CN" sz="2400" b="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3503" name="Text Box 11"/>
              <p:cNvSpPr txBox="1"/>
              <p:nvPr/>
            </p:nvSpPr>
            <p:spPr>
              <a:xfrm>
                <a:off x="20" y="0"/>
                <a:ext cx="247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2800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2800" dirty="0">
                    <a:latin typeface="宋体" panose="02010600030101010101" pitchFamily="2" charset="-122"/>
                  </a:rPr>
                  <a:t>乘积项中含的</a:t>
                </a:r>
                <a:r>
                  <a:rPr lang="zh-CN" altLang="en-US" sz="2800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变量最少</a:t>
                </a:r>
                <a:endParaRPr lang="zh-CN" altLang="en-US" sz="2800" b="0" dirty="0">
                  <a:solidFill>
                    <a:srgbClr val="CC3300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64524" name="Group 12"/>
          <p:cNvGrpSpPr/>
          <p:nvPr/>
        </p:nvGrpSpPr>
        <p:grpSpPr>
          <a:xfrm>
            <a:off x="2124075" y="687388"/>
            <a:ext cx="4895850" cy="955675"/>
            <a:chOff x="0" y="0"/>
            <a:chExt cx="2496" cy="539"/>
          </a:xfrm>
        </p:grpSpPr>
        <p:sp>
          <p:nvSpPr>
            <p:cNvPr id="63497" name="AutoShape 13"/>
            <p:cNvSpPr/>
            <p:nvPr/>
          </p:nvSpPr>
          <p:spPr>
            <a:xfrm>
              <a:off x="0" y="11"/>
              <a:ext cx="2496" cy="528"/>
            </a:xfrm>
            <a:prstGeom prst="wedgeRoundRectCallout">
              <a:avLst>
                <a:gd name="adj1" fmla="val 41106"/>
                <a:gd name="adj2" fmla="val 66287"/>
                <a:gd name="adj3" fmla="val 16667"/>
              </a:avLst>
            </a:prstGeom>
            <a:blipFill rotWithShape="0">
              <a:blip r:embed="rId3"/>
            </a:blipFill>
            <a:ln w="9525">
              <a:noFill/>
            </a:ln>
          </p:spPr>
          <p:txBody>
            <a:bodyPr wrap="none" anchor="ctr" anchorCtr="0"/>
            <a:p>
              <a:pPr algn="just" eaLnBrk="1" hangingPunct="1"/>
              <a:endParaRPr lang="zh-CN" altLang="zh-CN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63498" name="Text Box 14"/>
            <p:cNvSpPr txBox="1"/>
            <p:nvPr/>
          </p:nvSpPr>
          <p:spPr>
            <a:xfrm>
              <a:off x="96" y="0"/>
              <a:ext cx="2266" cy="539"/>
            </a:xfrm>
            <a:prstGeom prst="rect">
              <a:avLst/>
            </a:prstGeom>
            <a:solidFill>
              <a:srgbClr val="CC99FF"/>
            </a:solidFill>
            <a:ln w="952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just" eaLnBrk="1" hangingPunct="1"/>
              <a:r>
                <a:rPr lang="en-US" altLang="zh-CN" sz="2800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en-US" altLang="zh-CN" sz="2800" dirty="0">
                  <a:latin typeface="宋体" panose="02010600030101010101" pitchFamily="2" charset="-122"/>
                </a:rPr>
                <a:t> </a:t>
              </a:r>
              <a:r>
                <a:rPr lang="zh-CN" altLang="en-US" sz="2800" dirty="0">
                  <a:latin typeface="宋体" panose="02010600030101010101" pitchFamily="2" charset="-122"/>
                </a:rPr>
                <a:t>实现电路的与门少</a:t>
              </a:r>
              <a:endParaRPr lang="zh-CN" altLang="en-US" sz="2800" dirty="0">
                <a:latin typeface="宋体" panose="02010600030101010101" pitchFamily="2" charset="-122"/>
              </a:endParaRPr>
            </a:p>
            <a:p>
              <a:pPr algn="just" eaLnBrk="1" hangingPunct="1"/>
              <a:r>
                <a:rPr lang="zh-CN" altLang="en-US" sz="2800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dirty="0">
                  <a:latin typeface="宋体" panose="02010600030101010101" pitchFamily="2" charset="-122"/>
                </a:rPr>
                <a:t> 下级或门输入端个数少</a:t>
              </a:r>
              <a:endParaRPr lang="zh-CN" altLang="en-US" sz="2800" b="0" dirty="0">
                <a:latin typeface="宋体" panose="02010600030101010101" pitchFamily="2" charset="-122"/>
              </a:endParaRPr>
            </a:p>
          </p:txBody>
        </p:sp>
      </p:grpSp>
      <p:sp>
        <p:nvSpPr>
          <p:cNvPr id="64527" name="AutoShape 15"/>
          <p:cNvSpPr/>
          <p:nvPr/>
        </p:nvSpPr>
        <p:spPr>
          <a:xfrm>
            <a:off x="3419475" y="3500438"/>
            <a:ext cx="3743325" cy="685800"/>
          </a:xfrm>
          <a:prstGeom prst="wedgeRoundRectCallout">
            <a:avLst>
              <a:gd name="adj1" fmla="val 49491"/>
              <a:gd name="adj2" fmla="val -117130"/>
              <a:gd name="adj3" fmla="val 16667"/>
            </a:avLst>
          </a:prstGeom>
          <a:solidFill>
            <a:schemeClr val="accent2"/>
          </a:solidFill>
          <a:ln w="9525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just" eaLnBrk="1" hangingPunct="1"/>
            <a:r>
              <a:rPr lang="zh-CN" altLang="en-US" sz="2800" dirty="0">
                <a:latin typeface="宋体" panose="02010600030101010101" pitchFamily="2" charset="-122"/>
              </a:rPr>
              <a:t>与门的输入端个数少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7" grpId="0" animBg="1"/>
      <p:bldP spid="645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Text Box 2"/>
          <p:cNvSpPr txBox="1"/>
          <p:nvPr/>
        </p:nvSpPr>
        <p:spPr>
          <a:xfrm>
            <a:off x="468313" y="549275"/>
            <a:ext cx="4319587" cy="519113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最简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与非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与非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表达式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65539" name="Text Box 3"/>
          <p:cNvSpPr txBox="1"/>
          <p:nvPr/>
        </p:nvSpPr>
        <p:spPr>
          <a:xfrm>
            <a:off x="4787900" y="2420938"/>
            <a:ext cx="2808288" cy="8223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①</a:t>
            </a:r>
            <a:r>
              <a:rPr lang="zh-CN" altLang="en-US" sz="2400" dirty="0">
                <a:latin typeface="Times New Roman" panose="02020603050405020304" pitchFamily="18" charset="0"/>
              </a:rPr>
              <a:t>在最简与或表达式的基础上两次取反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5540" name="Text Box 4"/>
          <p:cNvSpPr txBox="1"/>
          <p:nvPr/>
        </p:nvSpPr>
        <p:spPr>
          <a:xfrm>
            <a:off x="1476375" y="4437063"/>
            <a:ext cx="511175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②</a:t>
            </a:r>
            <a:r>
              <a:rPr lang="zh-CN" altLang="en-US" sz="2400" dirty="0">
                <a:latin typeface="Times New Roman" panose="02020603050405020304" pitchFamily="18" charset="0"/>
              </a:rPr>
              <a:t>用摩根定律去掉内层的非号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825500" y="2092325"/>
          <a:ext cx="2732088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" imgW="1104900" imgH="571500" progId="Equation.3">
                  <p:embed/>
                </p:oleObj>
              </mc:Choice>
              <mc:Fallback>
                <p:oleObj name="" r:id="rId1" imgW="1104900" imgH="5715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5500" y="2092325"/>
                        <a:ext cx="2732088" cy="1344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AutoShape 6"/>
          <p:cNvSpPr/>
          <p:nvPr/>
        </p:nvSpPr>
        <p:spPr>
          <a:xfrm>
            <a:off x="3779838" y="2636838"/>
            <a:ext cx="838200" cy="228600"/>
          </a:xfrm>
          <a:prstGeom prst="rightArrow">
            <a:avLst>
              <a:gd name="adj1" fmla="val 50000"/>
              <a:gd name="adj2" fmla="val 91666"/>
            </a:avLst>
          </a:prstGeom>
          <a:solidFill>
            <a:schemeClr val="accent2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5543" name="AutoShape 7"/>
          <p:cNvSpPr/>
          <p:nvPr/>
        </p:nvSpPr>
        <p:spPr>
          <a:xfrm>
            <a:off x="2700338" y="3573463"/>
            <a:ext cx="228600" cy="719137"/>
          </a:xfrm>
          <a:prstGeom prst="downArrow">
            <a:avLst>
              <a:gd name="adj1" fmla="val 50000"/>
              <a:gd name="adj2" fmla="val 78645"/>
            </a:avLst>
          </a:prstGeom>
          <a:solidFill>
            <a:schemeClr val="accent2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animBg="1"/>
      <p:bldP spid="65539" grpId="0" animBg="1"/>
      <p:bldP spid="6554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Text Box 2"/>
          <p:cNvSpPr txBox="1"/>
          <p:nvPr/>
        </p:nvSpPr>
        <p:spPr>
          <a:xfrm>
            <a:off x="611188" y="765175"/>
            <a:ext cx="3581400" cy="519113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8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最简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或与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表达式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900113" y="1887538"/>
          <a:ext cx="22034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" imgW="837565" imgH="165100" progId="Equation.3">
                  <p:embed/>
                </p:oleObj>
              </mc:Choice>
              <mc:Fallback>
                <p:oleObj name="" r:id="rId1" imgW="837565" imgH="1651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1887538"/>
                        <a:ext cx="2203450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323850" y="3644900"/>
          <a:ext cx="4530725" cy="188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3" imgW="2070100" imgH="863600" progId="Equation.3">
                  <p:embed/>
                </p:oleObj>
              </mc:Choice>
              <mc:Fallback>
                <p:oleObj name="" r:id="rId3" imgW="2070100" imgH="8636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" y="3644900"/>
                        <a:ext cx="4530725" cy="18843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5699125" y="3635375"/>
          <a:ext cx="337978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5" imgW="1334135" imgH="660400" progId="Equation.3">
                  <p:embed/>
                </p:oleObj>
              </mc:Choice>
              <mc:Fallback>
                <p:oleObj name="" r:id="rId5" imgW="1334135" imgH="6604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99125" y="3635375"/>
                        <a:ext cx="3379788" cy="15621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AutoShape 6"/>
          <p:cNvSpPr/>
          <p:nvPr/>
        </p:nvSpPr>
        <p:spPr>
          <a:xfrm>
            <a:off x="1258888" y="2492375"/>
            <a:ext cx="228600" cy="838200"/>
          </a:xfrm>
          <a:prstGeom prst="downArrow">
            <a:avLst>
              <a:gd name="adj1" fmla="val 50000"/>
              <a:gd name="adj2" fmla="val 91666"/>
            </a:avLst>
          </a:prstGeom>
          <a:solidFill>
            <a:schemeClr val="accent2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67" name="Text Box 7"/>
          <p:cNvSpPr txBox="1"/>
          <p:nvPr/>
        </p:nvSpPr>
        <p:spPr>
          <a:xfrm>
            <a:off x="1763713" y="2565400"/>
            <a:ext cx="2209800" cy="8223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0" dirty="0">
                <a:latin typeface="Times New Roman" panose="02020603050405020304" pitchFamily="18" charset="0"/>
              </a:rPr>
              <a:t>①</a:t>
            </a:r>
            <a:r>
              <a:rPr lang="zh-CN" altLang="en-US" sz="2400" b="0" dirty="0">
                <a:latin typeface="Times New Roman" panose="02020603050405020304" pitchFamily="18" charset="0"/>
              </a:rPr>
              <a:t>求出反函数的最简与或表达式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66568" name="AutoShape 8"/>
          <p:cNvSpPr/>
          <p:nvPr/>
        </p:nvSpPr>
        <p:spPr>
          <a:xfrm>
            <a:off x="4932363" y="4221163"/>
            <a:ext cx="792162" cy="287337"/>
          </a:xfrm>
          <a:prstGeom prst="rightArrow">
            <a:avLst>
              <a:gd name="adj1" fmla="val 50000"/>
              <a:gd name="adj2" fmla="val 68922"/>
            </a:avLst>
          </a:prstGeom>
          <a:solidFill>
            <a:schemeClr val="accent2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69" name="Text Box 9"/>
          <p:cNvSpPr txBox="1"/>
          <p:nvPr/>
        </p:nvSpPr>
        <p:spPr>
          <a:xfrm>
            <a:off x="5219700" y="2636838"/>
            <a:ext cx="3124200" cy="8223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0" dirty="0">
                <a:latin typeface="Times New Roman" panose="02020603050405020304" pitchFamily="18" charset="0"/>
              </a:rPr>
              <a:t>②</a:t>
            </a:r>
            <a:r>
              <a:rPr lang="zh-CN" altLang="en-US" sz="2400" b="0" dirty="0">
                <a:latin typeface="Times New Roman" panose="02020603050405020304" pitchFamily="18" charset="0"/>
              </a:rPr>
              <a:t>利用反演规则写出函数的最简或与表达式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65546" name="Text Box 10"/>
          <p:cNvSpPr txBox="1"/>
          <p:nvPr/>
        </p:nvSpPr>
        <p:spPr>
          <a:xfrm>
            <a:off x="755650" y="5876925"/>
            <a:ext cx="3311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endParaRPr lang="zh-CN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nimBg="1"/>
      <p:bldP spid="66567" grpId="0" animBg="1"/>
      <p:bldP spid="6656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Text Box 2"/>
          <p:cNvSpPr txBox="1"/>
          <p:nvPr/>
        </p:nvSpPr>
        <p:spPr>
          <a:xfrm>
            <a:off x="323850" y="765175"/>
            <a:ext cx="4175125" cy="519113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最简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或非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或非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表达式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323850" y="2276475"/>
          <a:ext cx="4248150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" imgW="1588135" imgH="889635" progId="Equation.3">
                  <p:embed/>
                </p:oleObj>
              </mc:Choice>
              <mc:Fallback>
                <p:oleObj name="" r:id="rId1" imgW="1588135" imgH="889635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2276475"/>
                        <a:ext cx="4248150" cy="237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AutoShape 4"/>
          <p:cNvSpPr/>
          <p:nvPr/>
        </p:nvSpPr>
        <p:spPr>
          <a:xfrm>
            <a:off x="4500563" y="2924175"/>
            <a:ext cx="838200" cy="301625"/>
          </a:xfrm>
          <a:prstGeom prst="rightArrow">
            <a:avLst>
              <a:gd name="adj1" fmla="val 50000"/>
              <a:gd name="adj2" fmla="val 69473"/>
            </a:avLst>
          </a:prstGeom>
          <a:solidFill>
            <a:schemeClr val="accent1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589" name="Text Box 5"/>
          <p:cNvSpPr txBox="1"/>
          <p:nvPr/>
        </p:nvSpPr>
        <p:spPr>
          <a:xfrm>
            <a:off x="5364163" y="2781300"/>
            <a:ext cx="325755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①</a:t>
            </a:r>
            <a:r>
              <a:rPr lang="zh-CN" altLang="en-US" sz="2400" dirty="0">
                <a:latin typeface="Times New Roman" panose="02020603050405020304" pitchFamily="18" charset="0"/>
              </a:rPr>
              <a:t>求最简或与表达式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7590" name="Text Box 6"/>
          <p:cNvSpPr txBox="1"/>
          <p:nvPr/>
        </p:nvSpPr>
        <p:spPr>
          <a:xfrm>
            <a:off x="5508625" y="3429000"/>
            <a:ext cx="16002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②</a:t>
            </a:r>
            <a:r>
              <a:rPr lang="zh-CN" altLang="en-US" sz="2400" dirty="0">
                <a:latin typeface="Times New Roman" panose="02020603050405020304" pitchFamily="18" charset="0"/>
              </a:rPr>
              <a:t>两次取反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7591" name="AutoShape 7"/>
          <p:cNvSpPr/>
          <p:nvPr/>
        </p:nvSpPr>
        <p:spPr>
          <a:xfrm>
            <a:off x="4645025" y="4149725"/>
            <a:ext cx="838200" cy="300038"/>
          </a:xfrm>
          <a:prstGeom prst="rightArrow">
            <a:avLst>
              <a:gd name="adj1" fmla="val 50000"/>
              <a:gd name="adj2" fmla="val 69841"/>
            </a:avLst>
          </a:prstGeom>
          <a:solidFill>
            <a:schemeClr val="accent1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592" name="Text Box 8"/>
          <p:cNvSpPr txBox="1"/>
          <p:nvPr/>
        </p:nvSpPr>
        <p:spPr>
          <a:xfrm>
            <a:off x="5508625" y="4076700"/>
            <a:ext cx="2362200" cy="8223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③</a:t>
            </a:r>
            <a:r>
              <a:rPr lang="zh-CN" altLang="en-US" sz="2400" dirty="0">
                <a:latin typeface="Times New Roman" panose="02020603050405020304" pitchFamily="18" charset="0"/>
              </a:rPr>
              <a:t>用摩根定律去掉内部的非号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7593" name="AutoShape 9"/>
          <p:cNvSpPr/>
          <p:nvPr/>
        </p:nvSpPr>
        <p:spPr>
          <a:xfrm>
            <a:off x="4572000" y="3573463"/>
            <a:ext cx="838200" cy="300037"/>
          </a:xfrm>
          <a:prstGeom prst="rightArrow">
            <a:avLst>
              <a:gd name="adj1" fmla="val 50000"/>
              <a:gd name="adj2" fmla="val 69841"/>
            </a:avLst>
          </a:prstGeom>
          <a:solidFill>
            <a:schemeClr val="accent1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animBg="1"/>
      <p:bldP spid="67589" grpId="0" animBg="1"/>
      <p:bldP spid="67590" grpId="0" animBg="1"/>
      <p:bldP spid="6759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Text Box 2"/>
          <p:cNvSpPr txBox="1"/>
          <p:nvPr/>
        </p:nvSpPr>
        <p:spPr>
          <a:xfrm>
            <a:off x="468313" y="620713"/>
            <a:ext cx="3743325" cy="519112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５、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最简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与或非</a:t>
            </a:r>
            <a:r>
              <a:rPr lang="zh-CN" altLang="en-US" sz="2800" dirty="0">
                <a:latin typeface="Times New Roman" panose="02020603050405020304" pitchFamily="18" charset="0"/>
                <a:ea typeface="幼圆" panose="02010509060101010101" pitchFamily="49" charset="-122"/>
              </a:rPr>
              <a:t>表达式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468313" y="2565400"/>
          <a:ext cx="3816350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" imgW="1562735" imgH="660400" progId="Equation.3">
                  <p:embed/>
                </p:oleObj>
              </mc:Choice>
              <mc:Fallback>
                <p:oleObj name="" r:id="rId1" imgW="1562735" imgH="6604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2565400"/>
                        <a:ext cx="3816350" cy="1598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Text Box 4"/>
          <p:cNvSpPr txBox="1"/>
          <p:nvPr/>
        </p:nvSpPr>
        <p:spPr>
          <a:xfrm>
            <a:off x="4500563" y="3860800"/>
            <a:ext cx="35814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①</a:t>
            </a:r>
            <a:r>
              <a:rPr lang="zh-CN" altLang="en-US" sz="2400" dirty="0">
                <a:latin typeface="Times New Roman" panose="02020603050405020304" pitchFamily="18" charset="0"/>
              </a:rPr>
              <a:t>求最简或非</a:t>
            </a:r>
            <a:r>
              <a:rPr lang="en-US" altLang="zh-CN" sz="2400" dirty="0">
                <a:latin typeface="Times New Roman" panose="02020603050405020304" pitchFamily="18" charset="0"/>
              </a:rPr>
              <a:t>-</a:t>
            </a:r>
            <a:r>
              <a:rPr lang="zh-CN" altLang="en-US" sz="2400" dirty="0">
                <a:latin typeface="Times New Roman" panose="02020603050405020304" pitchFamily="18" charset="0"/>
              </a:rPr>
              <a:t>或非表达式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8613" name="AutoShape 5"/>
          <p:cNvSpPr/>
          <p:nvPr/>
        </p:nvSpPr>
        <p:spPr>
          <a:xfrm rot="-10800000" flipH="1">
            <a:off x="4427538" y="3213100"/>
            <a:ext cx="936625" cy="504825"/>
          </a:xfrm>
          <a:custGeom>
            <a:avLst/>
            <a:gdLst>
              <a:gd name="txL" fmla="*/ 0 w 21600"/>
              <a:gd name="txT" fmla="*/ 14400 h 21600"/>
              <a:gd name="txR" fmla="*/ 18514 w 21600"/>
              <a:gd name="txB" fmla="*/ 21600 h 21600"/>
            </a:gdLst>
            <a:ahLst/>
            <a:cxnLst>
              <a:cxn ang="17694720">
                <a:pos x="669036" y="0"/>
              </a:cxn>
              <a:cxn ang="11796480">
                <a:pos x="401405" y="168275"/>
              </a:cxn>
              <a:cxn ang="11796480">
                <a:pos x="0" y="420711"/>
              </a:cxn>
              <a:cxn ang="5898240">
                <a:pos x="401405" y="504825"/>
              </a:cxn>
              <a:cxn ang="0">
                <a:pos x="802809" y="350573"/>
              </a:cxn>
              <a:cxn ang="0">
                <a:pos x="936625" y="168275"/>
              </a:cxn>
            </a:cxnLst>
            <a:rect l="txL" t="txT" r="txR" b="txB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28575" cap="flat" cmpd="sng">
            <a:solidFill>
              <a:schemeClr val="hlink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14" name="Text Box 6"/>
          <p:cNvSpPr txBox="1"/>
          <p:nvPr/>
        </p:nvSpPr>
        <p:spPr>
          <a:xfrm>
            <a:off x="684213" y="4797425"/>
            <a:ext cx="424815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②</a:t>
            </a:r>
            <a:r>
              <a:rPr lang="zh-CN" altLang="en-US" sz="2400" dirty="0">
                <a:latin typeface="Times New Roman" panose="02020603050405020304" pitchFamily="18" charset="0"/>
              </a:rPr>
              <a:t>用摩根定律去掉内部非号。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8615" name="AutoShape 7"/>
          <p:cNvSpPr/>
          <p:nvPr/>
        </p:nvSpPr>
        <p:spPr>
          <a:xfrm>
            <a:off x="1835150" y="4076700"/>
            <a:ext cx="360363" cy="720725"/>
          </a:xfrm>
          <a:prstGeom prst="downArrow">
            <a:avLst>
              <a:gd name="adj1" fmla="val 50000"/>
              <a:gd name="adj2" fmla="val 49999"/>
            </a:avLst>
          </a:prstGeom>
          <a:solidFill>
            <a:schemeClr val="accent1"/>
          </a:solidFill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16" name="AutoShape 8"/>
          <p:cNvSpPr/>
          <p:nvPr/>
        </p:nvSpPr>
        <p:spPr>
          <a:xfrm>
            <a:off x="611188" y="1484313"/>
            <a:ext cx="1368425" cy="50323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FFCC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</a:rPr>
              <a:t>方法一：</a:t>
            </a:r>
            <a:endParaRPr lang="zh-CN" altLang="en-US" sz="240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nimBg="1"/>
      <p:bldP spid="68612" grpId="0" animBg="1"/>
      <p:bldP spid="68614" grpId="0" animBg="1"/>
      <p:bldP spid="6861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871538" y="1150938"/>
          <a:ext cx="24034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" imgW="914400" imgH="177800" progId="Equation.3">
                  <p:embed/>
                </p:oleObj>
              </mc:Choice>
              <mc:Fallback>
                <p:oleObj name="" r:id="rId1" imgW="914400" imgH="1778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71538" y="1150938"/>
                        <a:ext cx="2403475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1173163" y="3173413"/>
          <a:ext cx="2974975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1358900" imgH="635000" progId="Equation.3">
                  <p:embed/>
                </p:oleObj>
              </mc:Choice>
              <mc:Fallback>
                <p:oleObj name="" r:id="rId3" imgW="1358900" imgH="6350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73163" y="3173413"/>
                        <a:ext cx="2974975" cy="13858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AutoShape 4"/>
          <p:cNvSpPr/>
          <p:nvPr/>
        </p:nvSpPr>
        <p:spPr>
          <a:xfrm>
            <a:off x="1330325" y="1771650"/>
            <a:ext cx="228600" cy="838200"/>
          </a:xfrm>
          <a:prstGeom prst="downArrow">
            <a:avLst>
              <a:gd name="adj1" fmla="val 50000"/>
              <a:gd name="adj2" fmla="val 91666"/>
            </a:avLst>
          </a:prstGeom>
          <a:solidFill>
            <a:schemeClr val="accent2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9637" name="Text Box 5"/>
          <p:cNvSpPr txBox="1"/>
          <p:nvPr/>
        </p:nvSpPr>
        <p:spPr>
          <a:xfrm>
            <a:off x="1835150" y="1844675"/>
            <a:ext cx="2209800" cy="8223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①</a:t>
            </a:r>
            <a:r>
              <a:rPr lang="zh-CN" altLang="en-US" sz="2400" dirty="0">
                <a:latin typeface="Times New Roman" panose="02020603050405020304" pitchFamily="18" charset="0"/>
              </a:rPr>
              <a:t>求出反函数的最简与或表达式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9638" name="AutoShape 6"/>
          <p:cNvSpPr/>
          <p:nvPr/>
        </p:nvSpPr>
        <p:spPr>
          <a:xfrm>
            <a:off x="4932363" y="3644900"/>
            <a:ext cx="935037" cy="287338"/>
          </a:xfrm>
          <a:prstGeom prst="rightArrow">
            <a:avLst>
              <a:gd name="adj1" fmla="val 50000"/>
              <a:gd name="adj2" fmla="val 81353"/>
            </a:avLst>
          </a:prstGeom>
          <a:solidFill>
            <a:schemeClr val="accent2"/>
          </a:solidFill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9639" name="Text Box 7"/>
          <p:cNvSpPr txBox="1"/>
          <p:nvPr/>
        </p:nvSpPr>
        <p:spPr>
          <a:xfrm>
            <a:off x="5219700" y="1989138"/>
            <a:ext cx="3124200" cy="8223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②</a:t>
            </a:r>
            <a:r>
              <a:rPr lang="zh-CN" altLang="en-US" sz="2400" dirty="0">
                <a:latin typeface="Times New Roman" panose="02020603050405020304" pitchFamily="18" charset="0"/>
              </a:rPr>
              <a:t>求反，得到最简与或非表达式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5757863" y="3541713"/>
          <a:ext cx="277018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5" imgW="1054735" imgH="203200" progId="Equation.3">
                  <p:embed/>
                </p:oleObj>
              </mc:Choice>
              <mc:Fallback>
                <p:oleObj name="" r:id="rId5" imgW="1054735" imgH="2032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57863" y="3541713"/>
                        <a:ext cx="2770187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7" name="AutoShape 9"/>
          <p:cNvSpPr/>
          <p:nvPr/>
        </p:nvSpPr>
        <p:spPr>
          <a:xfrm>
            <a:off x="539750" y="404813"/>
            <a:ext cx="1368425" cy="50323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FFCC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</a:rPr>
              <a:t>方法二：</a:t>
            </a:r>
            <a:endParaRPr lang="zh-CN" altLang="en-US" sz="240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animBg="1"/>
      <p:bldP spid="6963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Text Box 2"/>
          <p:cNvSpPr txBox="1"/>
          <p:nvPr/>
        </p:nvSpPr>
        <p:spPr>
          <a:xfrm>
            <a:off x="395288" y="333375"/>
            <a:ext cx="7632700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b="0" dirty="0">
                <a:latin typeface="Verdana" panose="020B0604030504040204" pitchFamily="34" charset="0"/>
              </a:rPr>
              <a:t>§2.6  </a:t>
            </a:r>
            <a:r>
              <a:rPr lang="zh-CN" altLang="en-US" sz="3600" b="0" dirty="0">
                <a:latin typeface="Verdana" panose="020B0604030504040204" pitchFamily="34" charset="0"/>
              </a:rPr>
              <a:t>逻辑函数的化简方法</a:t>
            </a:r>
            <a:endParaRPr lang="zh-CN" altLang="en-US" sz="3600" b="0" dirty="0">
              <a:latin typeface="Verdana" panose="020B0604030504040204" pitchFamily="34" charset="0"/>
            </a:endParaRPr>
          </a:p>
        </p:txBody>
      </p:sp>
      <p:sp>
        <p:nvSpPr>
          <p:cNvPr id="70659" name="Text Box 3"/>
          <p:cNvSpPr txBox="1"/>
          <p:nvPr/>
        </p:nvSpPr>
        <p:spPr>
          <a:xfrm>
            <a:off x="323850" y="1268413"/>
            <a:ext cx="3168650" cy="579437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</a:rPr>
              <a:t>一、公式化简法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70660" name="Text Box 4"/>
          <p:cNvSpPr txBox="1"/>
          <p:nvPr/>
        </p:nvSpPr>
        <p:spPr>
          <a:xfrm>
            <a:off x="323850" y="2060575"/>
            <a:ext cx="2232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并项法：</a:t>
            </a:r>
            <a:endParaRPr lang="zh-CN" altLang="en-US" sz="2800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  <p:sp>
        <p:nvSpPr>
          <p:cNvPr id="69637" name="Rectangle 5"/>
          <p:cNvSpPr/>
          <p:nvPr/>
        </p:nvSpPr>
        <p:spPr>
          <a:xfrm>
            <a:off x="2411413" y="1916113"/>
            <a:ext cx="2754312" cy="8493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0662" name="Text Box 6"/>
          <p:cNvSpPr txBox="1"/>
          <p:nvPr/>
        </p:nvSpPr>
        <p:spPr>
          <a:xfrm>
            <a:off x="323850" y="2852738"/>
            <a:ext cx="2232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吸收法：</a:t>
            </a:r>
            <a:endParaRPr lang="zh-CN" altLang="en-US" sz="2800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  <p:sp>
        <p:nvSpPr>
          <p:cNvPr id="70663" name="Text Box 7"/>
          <p:cNvSpPr txBox="1"/>
          <p:nvPr/>
        </p:nvSpPr>
        <p:spPr>
          <a:xfrm>
            <a:off x="2700338" y="2852738"/>
            <a:ext cx="24479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A+A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=A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70664" name="Text Box 8"/>
          <p:cNvSpPr txBox="1"/>
          <p:nvPr/>
        </p:nvSpPr>
        <p:spPr>
          <a:xfrm>
            <a:off x="250825" y="3789363"/>
            <a:ext cx="2232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消项法：</a:t>
            </a:r>
            <a:endParaRPr lang="zh-CN" altLang="en-US" sz="2800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  <p:sp>
        <p:nvSpPr>
          <p:cNvPr id="70665" name="Text Box 9"/>
          <p:cNvSpPr txBox="1"/>
          <p:nvPr/>
        </p:nvSpPr>
        <p:spPr>
          <a:xfrm>
            <a:off x="250825" y="4797425"/>
            <a:ext cx="2520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消因子法：</a:t>
            </a:r>
            <a:endParaRPr lang="zh-CN" altLang="en-US" sz="2800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  <p:sp>
        <p:nvSpPr>
          <p:cNvPr id="70666" name="Text Box 10"/>
          <p:cNvSpPr txBox="1"/>
          <p:nvPr/>
        </p:nvSpPr>
        <p:spPr>
          <a:xfrm>
            <a:off x="323850" y="5661025"/>
            <a:ext cx="2232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配项法：</a:t>
            </a:r>
            <a:endParaRPr lang="zh-CN" altLang="en-US" sz="2800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  <p:sp>
        <p:nvSpPr>
          <p:cNvPr id="69643" name="Rectangle 11"/>
          <p:cNvSpPr/>
          <p:nvPr/>
        </p:nvSpPr>
        <p:spPr>
          <a:xfrm>
            <a:off x="1979613" y="3716338"/>
            <a:ext cx="4762500" cy="8239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70668" name="Group 12"/>
          <p:cNvGrpSpPr/>
          <p:nvPr/>
        </p:nvGrpSpPr>
        <p:grpSpPr>
          <a:xfrm>
            <a:off x="2693988" y="2044700"/>
            <a:ext cx="2343150" cy="579438"/>
            <a:chOff x="0" y="0"/>
            <a:chExt cx="1476" cy="365"/>
          </a:xfrm>
        </p:grpSpPr>
        <p:sp>
          <p:nvSpPr>
            <p:cNvPr id="69655" name="Text Box 13"/>
            <p:cNvSpPr txBox="1"/>
            <p:nvPr/>
          </p:nvSpPr>
          <p:spPr>
            <a:xfrm>
              <a:off x="0" y="0"/>
              <a:ext cx="147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latin typeface="Times New Roman" panose="02020603050405020304" pitchFamily="18" charset="0"/>
                </a:rPr>
                <a:t>AB+AB =A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69656" name="Rectangle 14"/>
            <p:cNvSpPr/>
            <p:nvPr/>
          </p:nvSpPr>
          <p:spPr>
            <a:xfrm>
              <a:off x="820" y="10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′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671" name="Group 15"/>
          <p:cNvGrpSpPr/>
          <p:nvPr/>
        </p:nvGrpSpPr>
        <p:grpSpPr>
          <a:xfrm>
            <a:off x="2339975" y="3789363"/>
            <a:ext cx="4297363" cy="584200"/>
            <a:chOff x="0" y="0"/>
            <a:chExt cx="2707" cy="368"/>
          </a:xfrm>
        </p:grpSpPr>
        <p:sp>
          <p:nvSpPr>
            <p:cNvPr id="69652" name="Text Box 16"/>
            <p:cNvSpPr txBox="1"/>
            <p:nvPr/>
          </p:nvSpPr>
          <p:spPr>
            <a:xfrm>
              <a:off x="0" y="3"/>
              <a:ext cx="270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latin typeface="Times New Roman" panose="02020603050405020304" pitchFamily="18" charset="0"/>
                </a:rPr>
                <a:t>AB+A C+BC =AB+A C</a:t>
              </a:r>
              <a:endParaRPr lang="en-US" altLang="zh-CN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69653" name="Rectangle 17"/>
            <p:cNvSpPr/>
            <p:nvPr/>
          </p:nvSpPr>
          <p:spPr>
            <a:xfrm>
              <a:off x="2313" y="0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′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69654" name="Rectangle 18"/>
            <p:cNvSpPr/>
            <p:nvPr/>
          </p:nvSpPr>
          <p:spPr>
            <a:xfrm>
              <a:off x="635" y="0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′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675" name="Group 19"/>
          <p:cNvGrpSpPr/>
          <p:nvPr/>
        </p:nvGrpSpPr>
        <p:grpSpPr>
          <a:xfrm>
            <a:off x="2484438" y="4797425"/>
            <a:ext cx="2847975" cy="579438"/>
            <a:chOff x="0" y="0"/>
            <a:chExt cx="1794" cy="365"/>
          </a:xfrm>
        </p:grpSpPr>
        <p:sp>
          <p:nvSpPr>
            <p:cNvPr id="69650" name="Text Box 20"/>
            <p:cNvSpPr txBox="1"/>
            <p:nvPr/>
          </p:nvSpPr>
          <p:spPr>
            <a:xfrm>
              <a:off x="0" y="0"/>
              <a:ext cx="179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latin typeface="Times New Roman" panose="02020603050405020304" pitchFamily="18" charset="0"/>
                </a:rPr>
                <a:t>A+A B=A+B</a:t>
              </a:r>
              <a:endParaRPr lang="en-US" altLang="zh-CN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69651" name="Rectangle 21"/>
            <p:cNvSpPr/>
            <p:nvPr/>
          </p:nvSpPr>
          <p:spPr>
            <a:xfrm>
              <a:off x="453" y="0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′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678" name="Group 22"/>
          <p:cNvGrpSpPr/>
          <p:nvPr/>
        </p:nvGrpSpPr>
        <p:grpSpPr>
          <a:xfrm>
            <a:off x="2484438" y="5661025"/>
            <a:ext cx="5759450" cy="579438"/>
            <a:chOff x="0" y="0"/>
            <a:chExt cx="3628" cy="365"/>
          </a:xfrm>
        </p:grpSpPr>
        <p:sp>
          <p:nvSpPr>
            <p:cNvPr id="69648" name="Text Box 23"/>
            <p:cNvSpPr txBox="1"/>
            <p:nvPr/>
          </p:nvSpPr>
          <p:spPr>
            <a:xfrm>
              <a:off x="0" y="0"/>
              <a:ext cx="3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latin typeface="Times New Roman" panose="02020603050405020304" pitchFamily="18" charset="0"/>
                </a:rPr>
                <a:t>A+A</a:t>
              </a: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=A      A+A</a:t>
              </a: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=1</a:t>
              </a:r>
              <a:endParaRPr lang="en-US" altLang="zh-CN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69649" name="Rectangle 24"/>
            <p:cNvSpPr/>
            <p:nvPr/>
          </p:nvSpPr>
          <p:spPr>
            <a:xfrm>
              <a:off x="1769" y="0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′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nimBg="1"/>
      <p:bldP spid="70660" grpId="0"/>
      <p:bldP spid="70662" grpId="0"/>
      <p:bldP spid="70663" grpId="0"/>
      <p:bldP spid="70664" grpId="0"/>
      <p:bldP spid="70665" grpId="0"/>
      <p:bldP spid="7066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Text Box 2"/>
          <p:cNvSpPr txBox="1"/>
          <p:nvPr/>
        </p:nvSpPr>
        <p:spPr>
          <a:xfrm>
            <a:off x="684213" y="404813"/>
            <a:ext cx="7200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2.6.1</a:t>
            </a:r>
            <a:r>
              <a:rPr lang="en-US" altLang="zh-CN" sz="2800" b="0" dirty="0">
                <a:latin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</a:rPr>
              <a:t>试用并项法化简下列函数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900113" y="1052513"/>
          <a:ext cx="35179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" imgW="1485900" imgH="215900" progId="Equation.3">
                  <p:embed/>
                </p:oleObj>
              </mc:Choice>
              <mc:Fallback>
                <p:oleObj name="" r:id="rId1" imgW="1485900" imgH="2159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1052513"/>
                        <a:ext cx="3517900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827088" y="2276475"/>
          <a:ext cx="4724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3" imgW="1917700" imgH="215900" progId="Equation.3">
                  <p:embed/>
                </p:oleObj>
              </mc:Choice>
              <mc:Fallback>
                <p:oleObj name="" r:id="rId3" imgW="1917700" imgH="2159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088" y="2276475"/>
                        <a:ext cx="4724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720725" y="3659188"/>
          <a:ext cx="35972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5" imgW="1499235" imgH="228600" progId="Equation.3">
                  <p:embed/>
                </p:oleObj>
              </mc:Choice>
              <mc:Fallback>
                <p:oleObj name="" r:id="rId5" imgW="1499235" imgH="2286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0725" y="3659188"/>
                        <a:ext cx="3597275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Object 6"/>
          <p:cNvGraphicFramePr>
            <a:graphicFrameLocks noChangeAspect="1"/>
          </p:cNvGraphicFramePr>
          <p:nvPr/>
        </p:nvGraphicFramePr>
        <p:xfrm>
          <a:off x="755650" y="5229225"/>
          <a:ext cx="485298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7" imgW="2134235" imgH="215900" progId="Equation.3">
                  <p:embed/>
                </p:oleObj>
              </mc:Choice>
              <mc:Fallback>
                <p:oleObj name="" r:id="rId7" imgW="2134235" imgH="2159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650" y="5229225"/>
                        <a:ext cx="4852988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7"/>
          <p:cNvGraphicFramePr>
            <a:graphicFrameLocks noChangeAspect="1"/>
          </p:cNvGraphicFramePr>
          <p:nvPr/>
        </p:nvGraphicFramePr>
        <p:xfrm>
          <a:off x="1187450" y="1700213"/>
          <a:ext cx="37607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9" imgW="1166495" imgH="158750" progId="Equation.3">
                  <p:embed/>
                </p:oleObj>
              </mc:Choice>
              <mc:Fallback>
                <p:oleObj name="" r:id="rId9" imgW="1166495" imgH="15875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1700213"/>
                        <a:ext cx="3760788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8" name="Object 8"/>
          <p:cNvGraphicFramePr>
            <a:graphicFrameLocks noChangeAspect="1"/>
          </p:cNvGraphicFramePr>
          <p:nvPr/>
        </p:nvGraphicFramePr>
        <p:xfrm>
          <a:off x="1187450" y="2924175"/>
          <a:ext cx="54752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1" imgW="2223770" imgH="215900" progId="Equation.3">
                  <p:embed/>
                </p:oleObj>
              </mc:Choice>
              <mc:Fallback>
                <p:oleObj name="" r:id="rId11" imgW="2223770" imgH="2159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87450" y="2924175"/>
                        <a:ext cx="5475288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689" name="Group 9"/>
          <p:cNvGrpSpPr/>
          <p:nvPr/>
        </p:nvGrpSpPr>
        <p:grpSpPr>
          <a:xfrm>
            <a:off x="1547813" y="1484313"/>
            <a:ext cx="2016125" cy="0"/>
            <a:chOff x="0" y="0"/>
            <a:chExt cx="1270" cy="0"/>
          </a:xfrm>
        </p:grpSpPr>
        <p:sp>
          <p:nvSpPr>
            <p:cNvPr id="70692" name="Line 10"/>
            <p:cNvSpPr/>
            <p:nvPr/>
          </p:nvSpPr>
          <p:spPr>
            <a:xfrm>
              <a:off x="0" y="0"/>
              <a:ext cx="18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3" name="Line 11"/>
            <p:cNvSpPr/>
            <p:nvPr/>
          </p:nvSpPr>
          <p:spPr>
            <a:xfrm>
              <a:off x="1089" y="0"/>
              <a:ext cx="18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1692" name="Group 12"/>
          <p:cNvGrpSpPr/>
          <p:nvPr/>
        </p:nvGrpSpPr>
        <p:grpSpPr>
          <a:xfrm>
            <a:off x="1835150" y="2708275"/>
            <a:ext cx="2303463" cy="0"/>
            <a:chOff x="0" y="0"/>
            <a:chExt cx="1451" cy="0"/>
          </a:xfrm>
        </p:grpSpPr>
        <p:sp>
          <p:nvSpPr>
            <p:cNvPr id="70690" name="Line 13"/>
            <p:cNvSpPr/>
            <p:nvPr/>
          </p:nvSpPr>
          <p:spPr>
            <a:xfrm>
              <a:off x="0" y="0"/>
              <a:ext cx="18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91" name="Line 14"/>
            <p:cNvSpPr/>
            <p:nvPr/>
          </p:nvSpPr>
          <p:spPr>
            <a:xfrm>
              <a:off x="1270" y="0"/>
              <a:ext cx="18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1695" name="Group 15"/>
          <p:cNvGrpSpPr/>
          <p:nvPr/>
        </p:nvGrpSpPr>
        <p:grpSpPr>
          <a:xfrm>
            <a:off x="2771775" y="2708275"/>
            <a:ext cx="2663825" cy="0"/>
            <a:chOff x="0" y="0"/>
            <a:chExt cx="1678" cy="0"/>
          </a:xfrm>
        </p:grpSpPr>
        <p:sp>
          <p:nvSpPr>
            <p:cNvPr id="70688" name="Line 16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89" name="Line 17"/>
            <p:cNvSpPr/>
            <p:nvPr/>
          </p:nvSpPr>
          <p:spPr>
            <a:xfrm>
              <a:off x="1406" y="0"/>
              <a:ext cx="272" cy="0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1698" name="Object 18"/>
          <p:cNvGraphicFramePr>
            <a:graphicFrameLocks noChangeAspect="1"/>
          </p:cNvGraphicFramePr>
          <p:nvPr/>
        </p:nvGraphicFramePr>
        <p:xfrm>
          <a:off x="1116013" y="4437063"/>
          <a:ext cx="28654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3" imgW="1194435" imgH="203200" progId="Equation.3">
                  <p:embed/>
                </p:oleObj>
              </mc:Choice>
              <mc:Fallback>
                <p:oleObj name="" r:id="rId13" imgW="1194435" imgH="2032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16013" y="4437063"/>
                        <a:ext cx="2865437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9" name="Object 19"/>
          <p:cNvGraphicFramePr>
            <a:graphicFrameLocks noChangeAspect="1"/>
          </p:cNvGraphicFramePr>
          <p:nvPr/>
        </p:nvGraphicFramePr>
        <p:xfrm>
          <a:off x="4121150" y="3675063"/>
          <a:ext cx="310991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5" imgW="1296035" imgH="203200" progId="Equation.3">
                  <p:embed/>
                </p:oleObj>
              </mc:Choice>
              <mc:Fallback>
                <p:oleObj name="" r:id="rId15" imgW="1296035" imgH="2032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21150" y="3675063"/>
                        <a:ext cx="3109913" cy="487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00" name="Group 20"/>
          <p:cNvGrpSpPr/>
          <p:nvPr/>
        </p:nvGrpSpPr>
        <p:grpSpPr>
          <a:xfrm>
            <a:off x="2987675" y="4076700"/>
            <a:ext cx="1150938" cy="0"/>
            <a:chOff x="0" y="0"/>
            <a:chExt cx="725" cy="0"/>
          </a:xfrm>
        </p:grpSpPr>
        <p:sp>
          <p:nvSpPr>
            <p:cNvPr id="70686" name="Line 21"/>
            <p:cNvSpPr/>
            <p:nvPr/>
          </p:nvSpPr>
          <p:spPr>
            <a:xfrm>
              <a:off x="0" y="0"/>
              <a:ext cx="18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87" name="Line 22"/>
            <p:cNvSpPr/>
            <p:nvPr/>
          </p:nvSpPr>
          <p:spPr>
            <a:xfrm>
              <a:off x="544" y="0"/>
              <a:ext cx="18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1703" name="Group 23"/>
          <p:cNvGrpSpPr/>
          <p:nvPr/>
        </p:nvGrpSpPr>
        <p:grpSpPr>
          <a:xfrm>
            <a:off x="1403350" y="4868863"/>
            <a:ext cx="1944688" cy="0"/>
            <a:chOff x="0" y="0"/>
            <a:chExt cx="1225" cy="0"/>
          </a:xfrm>
        </p:grpSpPr>
        <p:sp>
          <p:nvSpPr>
            <p:cNvPr id="70684" name="Line 24"/>
            <p:cNvSpPr/>
            <p:nvPr/>
          </p:nvSpPr>
          <p:spPr>
            <a:xfrm flipV="1">
              <a:off x="0" y="0"/>
              <a:ext cx="363" cy="0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85" name="Line 25"/>
            <p:cNvSpPr/>
            <p:nvPr/>
          </p:nvSpPr>
          <p:spPr>
            <a:xfrm flipV="1">
              <a:off x="862" y="0"/>
              <a:ext cx="363" cy="0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1706" name="Group 26"/>
          <p:cNvGrpSpPr/>
          <p:nvPr/>
        </p:nvGrpSpPr>
        <p:grpSpPr>
          <a:xfrm>
            <a:off x="1476375" y="5661025"/>
            <a:ext cx="2519363" cy="0"/>
            <a:chOff x="0" y="0"/>
            <a:chExt cx="1587" cy="0"/>
          </a:xfrm>
        </p:grpSpPr>
        <p:sp>
          <p:nvSpPr>
            <p:cNvPr id="70682" name="Line 27"/>
            <p:cNvSpPr/>
            <p:nvPr/>
          </p:nvSpPr>
          <p:spPr>
            <a:xfrm>
              <a:off x="0" y="0"/>
              <a:ext cx="226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83" name="Line 28"/>
            <p:cNvSpPr/>
            <p:nvPr/>
          </p:nvSpPr>
          <p:spPr>
            <a:xfrm>
              <a:off x="1315" y="0"/>
              <a:ext cx="27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1709" name="Group 29"/>
          <p:cNvGrpSpPr/>
          <p:nvPr/>
        </p:nvGrpSpPr>
        <p:grpSpPr>
          <a:xfrm>
            <a:off x="2484438" y="5661025"/>
            <a:ext cx="2806700" cy="0"/>
            <a:chOff x="0" y="0"/>
            <a:chExt cx="1768" cy="0"/>
          </a:xfrm>
        </p:grpSpPr>
        <p:sp>
          <p:nvSpPr>
            <p:cNvPr id="70680" name="Line 30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81" name="Line 31"/>
            <p:cNvSpPr/>
            <p:nvPr/>
          </p:nvSpPr>
          <p:spPr>
            <a:xfrm>
              <a:off x="1496" y="0"/>
              <a:ext cx="272" cy="0"/>
            </a:xfrm>
            <a:prstGeom prst="line">
              <a:avLst/>
            </a:prstGeom>
            <a:ln w="38100" cap="flat" cmpd="sng">
              <a:solidFill>
                <a:srgbClr val="00CC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1712" name="Object 32"/>
          <p:cNvGraphicFramePr>
            <a:graphicFrameLocks noChangeAspect="1"/>
          </p:cNvGraphicFramePr>
          <p:nvPr/>
        </p:nvGraphicFramePr>
        <p:xfrm>
          <a:off x="1030288" y="5978525"/>
          <a:ext cx="57483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17" imgW="2528570" imgH="203200" progId="Equation.3">
                  <p:embed/>
                </p:oleObj>
              </mc:Choice>
              <mc:Fallback>
                <p:oleObj name="" r:id="rId17" imgW="2528570" imgH="2032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30288" y="5978525"/>
                        <a:ext cx="5748337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13" name="Group 33"/>
          <p:cNvGrpSpPr/>
          <p:nvPr/>
        </p:nvGrpSpPr>
        <p:grpSpPr>
          <a:xfrm>
            <a:off x="5364163" y="6381750"/>
            <a:ext cx="1079500" cy="0"/>
            <a:chOff x="0" y="0"/>
            <a:chExt cx="680" cy="0"/>
          </a:xfrm>
        </p:grpSpPr>
        <p:sp>
          <p:nvSpPr>
            <p:cNvPr id="70678" name="Line 34"/>
            <p:cNvSpPr/>
            <p:nvPr/>
          </p:nvSpPr>
          <p:spPr>
            <a:xfrm>
              <a:off x="0" y="0"/>
              <a:ext cx="181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79" name="Line 35"/>
            <p:cNvSpPr/>
            <p:nvPr/>
          </p:nvSpPr>
          <p:spPr>
            <a:xfrm>
              <a:off x="499" y="0"/>
              <a:ext cx="181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1716" name="Text Box 36"/>
          <p:cNvSpPr txBox="1"/>
          <p:nvPr/>
        </p:nvSpPr>
        <p:spPr>
          <a:xfrm>
            <a:off x="6659563" y="5949950"/>
            <a:ext cx="10810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i="1" dirty="0">
                <a:latin typeface="Times New Roman" panose="02020603050405020304" pitchFamily="18" charset="0"/>
              </a:rPr>
              <a:t>=B</a:t>
            </a:r>
            <a:endParaRPr lang="en-US" altLang="zh-CN" sz="2800" b="0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717" name="Object 37"/>
          <p:cNvGraphicFramePr>
            <a:graphicFrameLocks noChangeAspect="1"/>
          </p:cNvGraphicFramePr>
          <p:nvPr/>
        </p:nvGraphicFramePr>
        <p:xfrm>
          <a:off x="3995738" y="4365625"/>
          <a:ext cx="3444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9" imgW="1435100" imgH="215900" progId="Equation.3">
                  <p:embed/>
                </p:oleObj>
              </mc:Choice>
              <mc:Fallback>
                <p:oleObj name="" r:id="rId19" imgW="1435100" imgH="2159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95738" y="4365625"/>
                        <a:ext cx="3444875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Text Box 2"/>
          <p:cNvSpPr txBox="1"/>
          <p:nvPr/>
        </p:nvSpPr>
        <p:spPr>
          <a:xfrm>
            <a:off x="468313" y="404813"/>
            <a:ext cx="7200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2.6.2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试用吸收法化简下列函数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684213" y="1196975"/>
          <a:ext cx="386238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1" imgW="1689100" imgH="215900" progId="Equation.3">
                  <p:embed/>
                </p:oleObj>
              </mc:Choice>
              <mc:Fallback>
                <p:oleObj name="" r:id="rId1" imgW="1689100" imgH="2159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1196975"/>
                        <a:ext cx="3862387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4"/>
          <p:cNvGraphicFramePr>
            <a:graphicFrameLocks noChangeAspect="1"/>
          </p:cNvGraphicFramePr>
          <p:nvPr/>
        </p:nvGraphicFramePr>
        <p:xfrm>
          <a:off x="684213" y="2852738"/>
          <a:ext cx="540385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3" imgW="2338070" imgH="215900" progId="Equation.3">
                  <p:embed/>
                </p:oleObj>
              </mc:Choice>
              <mc:Fallback>
                <p:oleObj name="" r:id="rId3" imgW="2338070" imgH="2159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2852738"/>
                        <a:ext cx="5403850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611188" y="4724400"/>
          <a:ext cx="61579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5" imgW="2604770" imgH="228600" progId="Equation.3">
                  <p:embed/>
                </p:oleObj>
              </mc:Choice>
              <mc:Fallback>
                <p:oleObj name="" r:id="rId5" imgW="2604770" imgH="2286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188" y="4724400"/>
                        <a:ext cx="6157912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0" name="Group 6"/>
          <p:cNvGrpSpPr/>
          <p:nvPr/>
        </p:nvGrpSpPr>
        <p:grpSpPr>
          <a:xfrm>
            <a:off x="2987675" y="1628775"/>
            <a:ext cx="1511300" cy="0"/>
            <a:chOff x="0" y="0"/>
            <a:chExt cx="952" cy="0"/>
          </a:xfrm>
        </p:grpSpPr>
        <p:sp>
          <p:nvSpPr>
            <p:cNvPr id="71697" name="Line 7"/>
            <p:cNvSpPr/>
            <p:nvPr/>
          </p:nvSpPr>
          <p:spPr>
            <a:xfrm>
              <a:off x="0" y="0"/>
              <a:ext cx="1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698" name="Line 8"/>
            <p:cNvSpPr/>
            <p:nvPr/>
          </p:nvSpPr>
          <p:spPr>
            <a:xfrm>
              <a:off x="272" y="0"/>
              <a:ext cx="1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699" name="Line 9"/>
            <p:cNvSpPr/>
            <p:nvPr/>
          </p:nvSpPr>
          <p:spPr>
            <a:xfrm>
              <a:off x="635" y="0"/>
              <a:ext cx="317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971550" y="1412875"/>
          <a:ext cx="437991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7" imgW="1829435" imgH="431800" progId="Equation.3">
                  <p:embed/>
                </p:oleObj>
              </mc:Choice>
              <mc:Fallback>
                <p:oleObj name="" r:id="rId7" imgW="1829435" imgH="4318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550" y="1412875"/>
                        <a:ext cx="4379913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1042988" y="3716338"/>
          <a:ext cx="47275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9" imgW="2044700" imgH="215900" progId="Equation.3">
                  <p:embed/>
                </p:oleObj>
              </mc:Choice>
              <mc:Fallback>
                <p:oleObj name="" r:id="rId9" imgW="2044700" imgH="2159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2988" y="3716338"/>
                        <a:ext cx="4727575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6" name="Group 12"/>
          <p:cNvGrpSpPr/>
          <p:nvPr/>
        </p:nvGrpSpPr>
        <p:grpSpPr>
          <a:xfrm>
            <a:off x="1403350" y="3284538"/>
            <a:ext cx="3241675" cy="0"/>
            <a:chOff x="0" y="0"/>
            <a:chExt cx="2042" cy="0"/>
          </a:xfrm>
        </p:grpSpPr>
        <p:sp>
          <p:nvSpPr>
            <p:cNvPr id="71693" name="Line 13"/>
            <p:cNvSpPr/>
            <p:nvPr/>
          </p:nvSpPr>
          <p:spPr>
            <a:xfrm>
              <a:off x="0" y="0"/>
              <a:ext cx="227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694" name="Line 14"/>
            <p:cNvSpPr/>
            <p:nvPr/>
          </p:nvSpPr>
          <p:spPr>
            <a:xfrm>
              <a:off x="499" y="0"/>
              <a:ext cx="227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695" name="Line 15"/>
            <p:cNvSpPr/>
            <p:nvPr/>
          </p:nvSpPr>
          <p:spPr>
            <a:xfrm>
              <a:off x="1180" y="0"/>
              <a:ext cx="227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696" name="Line 16"/>
            <p:cNvSpPr/>
            <p:nvPr/>
          </p:nvSpPr>
          <p:spPr>
            <a:xfrm>
              <a:off x="1815" y="0"/>
              <a:ext cx="227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2721" name="Line 17"/>
          <p:cNvSpPr/>
          <p:nvPr/>
        </p:nvSpPr>
        <p:spPr>
          <a:xfrm>
            <a:off x="1403350" y="5229225"/>
            <a:ext cx="1152525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22" name="Line 18"/>
          <p:cNvSpPr/>
          <p:nvPr/>
        </p:nvSpPr>
        <p:spPr>
          <a:xfrm>
            <a:off x="3059113" y="5229225"/>
            <a:ext cx="1152525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23" name="Text Box 19"/>
          <p:cNvSpPr txBox="1"/>
          <p:nvPr/>
        </p:nvSpPr>
        <p:spPr>
          <a:xfrm>
            <a:off x="1042988" y="5589588"/>
            <a:ext cx="57610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i="1" dirty="0">
                <a:latin typeface="Times New Roman" panose="02020603050405020304" pitchFamily="18" charset="0"/>
              </a:rPr>
              <a:t>= A+BC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2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2"/>
          <p:cNvSpPr txBox="1"/>
          <p:nvPr/>
        </p:nvSpPr>
        <p:spPr>
          <a:xfrm>
            <a:off x="468313" y="404813"/>
            <a:ext cx="7200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2.6.3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用消项法化简下列函数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684213" y="1052513"/>
          <a:ext cx="33115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" imgW="1524000" imgH="215900" progId="Equation.3">
                  <p:embed/>
                </p:oleObj>
              </mc:Choice>
              <mc:Fallback>
                <p:oleObj name="" r:id="rId1" imgW="1524000" imgH="2159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1052513"/>
                        <a:ext cx="3311525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611188" y="2708275"/>
          <a:ext cx="45196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3" imgW="2058035" imgH="215900" progId="Equation.3">
                  <p:embed/>
                </p:oleObj>
              </mc:Choice>
              <mc:Fallback>
                <p:oleObj name="" r:id="rId3" imgW="2058035" imgH="2159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2708275"/>
                        <a:ext cx="4519612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539750" y="4005263"/>
          <a:ext cx="780891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5" imgW="3403600" imgH="228600" progId="Equation.3">
                  <p:embed/>
                </p:oleObj>
              </mc:Choice>
              <mc:Fallback>
                <p:oleObj name="" r:id="rId5" imgW="3403600" imgH="2286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750" y="4005263"/>
                        <a:ext cx="7808913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/>
        </p:nvGraphicFramePr>
        <p:xfrm>
          <a:off x="1042988" y="1773238"/>
          <a:ext cx="25400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7" imgW="1168400" imgH="177800" progId="Equation.3">
                  <p:embed/>
                </p:oleObj>
              </mc:Choice>
              <mc:Fallback>
                <p:oleObj name="" r:id="rId7" imgW="1168400" imgH="1778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2988" y="1773238"/>
                        <a:ext cx="254000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7"/>
          <p:cNvGraphicFramePr>
            <a:graphicFrameLocks noChangeAspect="1"/>
          </p:cNvGraphicFramePr>
          <p:nvPr/>
        </p:nvGraphicFramePr>
        <p:xfrm>
          <a:off x="3635375" y="1773238"/>
          <a:ext cx="17399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9" imgW="800100" imgH="177800" progId="Equation.3">
                  <p:embed/>
                </p:oleObj>
              </mc:Choice>
              <mc:Fallback>
                <p:oleObj name="" r:id="rId9" imgW="800100" imgH="1778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35375" y="1773238"/>
                        <a:ext cx="173990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6" name="Group 8"/>
          <p:cNvGrpSpPr/>
          <p:nvPr/>
        </p:nvGrpSpPr>
        <p:grpSpPr>
          <a:xfrm>
            <a:off x="1619250" y="2205038"/>
            <a:ext cx="1800225" cy="0"/>
            <a:chOff x="0" y="0"/>
            <a:chExt cx="1134" cy="0"/>
          </a:xfrm>
        </p:grpSpPr>
        <p:sp>
          <p:nvSpPr>
            <p:cNvPr id="72743" name="Line 9"/>
            <p:cNvSpPr/>
            <p:nvPr/>
          </p:nvSpPr>
          <p:spPr>
            <a:xfrm>
              <a:off x="952" y="0"/>
              <a:ext cx="18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44" name="Line 10"/>
            <p:cNvSpPr/>
            <p:nvPr/>
          </p:nvSpPr>
          <p:spPr>
            <a:xfrm>
              <a:off x="0" y="0"/>
              <a:ext cx="1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3739" name="Group 11"/>
          <p:cNvGrpSpPr/>
          <p:nvPr/>
        </p:nvGrpSpPr>
        <p:grpSpPr>
          <a:xfrm>
            <a:off x="1258888" y="3141663"/>
            <a:ext cx="1984375" cy="0"/>
            <a:chOff x="0" y="0"/>
            <a:chExt cx="1250" cy="0"/>
          </a:xfrm>
        </p:grpSpPr>
        <p:sp>
          <p:nvSpPr>
            <p:cNvPr id="72741" name="Line 12"/>
            <p:cNvSpPr/>
            <p:nvPr/>
          </p:nvSpPr>
          <p:spPr>
            <a:xfrm flipV="1">
              <a:off x="0" y="0"/>
              <a:ext cx="297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42" name="Line 13"/>
            <p:cNvSpPr/>
            <p:nvPr/>
          </p:nvSpPr>
          <p:spPr>
            <a:xfrm flipV="1">
              <a:off x="953" y="0"/>
              <a:ext cx="297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3742" name="Group 14"/>
          <p:cNvGrpSpPr/>
          <p:nvPr/>
        </p:nvGrpSpPr>
        <p:grpSpPr>
          <a:xfrm>
            <a:off x="1403350" y="2205038"/>
            <a:ext cx="1730375" cy="0"/>
            <a:chOff x="0" y="0"/>
            <a:chExt cx="1090" cy="0"/>
          </a:xfrm>
        </p:grpSpPr>
        <p:sp>
          <p:nvSpPr>
            <p:cNvPr id="72738" name="Line 15"/>
            <p:cNvSpPr/>
            <p:nvPr/>
          </p:nvSpPr>
          <p:spPr>
            <a:xfrm>
              <a:off x="499" y="0"/>
              <a:ext cx="273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9" name="Line 16"/>
            <p:cNvSpPr/>
            <p:nvPr/>
          </p:nvSpPr>
          <p:spPr>
            <a:xfrm>
              <a:off x="0" y="0"/>
              <a:ext cx="137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40" name="Line 17"/>
            <p:cNvSpPr/>
            <p:nvPr/>
          </p:nvSpPr>
          <p:spPr>
            <a:xfrm>
              <a:off x="953" y="0"/>
              <a:ext cx="137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3746" name="Group 18"/>
          <p:cNvGrpSpPr/>
          <p:nvPr/>
        </p:nvGrpSpPr>
        <p:grpSpPr>
          <a:xfrm>
            <a:off x="1835150" y="3141663"/>
            <a:ext cx="3170238" cy="0"/>
            <a:chOff x="0" y="0"/>
            <a:chExt cx="1997" cy="0"/>
          </a:xfrm>
        </p:grpSpPr>
        <p:sp>
          <p:nvSpPr>
            <p:cNvPr id="72735" name="Line 19"/>
            <p:cNvSpPr/>
            <p:nvPr/>
          </p:nvSpPr>
          <p:spPr>
            <a:xfrm>
              <a:off x="0" y="0"/>
              <a:ext cx="273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6" name="Line 20"/>
            <p:cNvSpPr/>
            <p:nvPr/>
          </p:nvSpPr>
          <p:spPr>
            <a:xfrm>
              <a:off x="999" y="0"/>
              <a:ext cx="13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7" name="Line 21"/>
            <p:cNvSpPr/>
            <p:nvPr/>
          </p:nvSpPr>
          <p:spPr>
            <a:xfrm>
              <a:off x="1543" y="0"/>
              <a:ext cx="454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3750" name="Object 22"/>
          <p:cNvGraphicFramePr>
            <a:graphicFrameLocks noChangeAspect="1"/>
          </p:cNvGraphicFramePr>
          <p:nvPr/>
        </p:nvGraphicFramePr>
        <p:xfrm>
          <a:off x="971550" y="3357563"/>
          <a:ext cx="2787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11" imgW="1270000" imgH="203200" progId="Equation.3">
                  <p:embed/>
                </p:oleObj>
              </mc:Choice>
              <mc:Fallback>
                <p:oleObj name="" r:id="rId11" imgW="1270000" imgH="2032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71550" y="3357563"/>
                        <a:ext cx="27876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1" name="Object 23"/>
          <p:cNvGraphicFramePr>
            <a:graphicFrameLocks noChangeAspect="1"/>
          </p:cNvGraphicFramePr>
          <p:nvPr/>
        </p:nvGraphicFramePr>
        <p:xfrm>
          <a:off x="900113" y="4724400"/>
          <a:ext cx="62357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3" imgW="2717800" imgH="203200" progId="Equation.3">
                  <p:embed/>
                </p:oleObj>
              </mc:Choice>
              <mc:Fallback>
                <p:oleObj name="" r:id="rId13" imgW="2717800" imgH="2032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0113" y="4724400"/>
                        <a:ext cx="6235700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52" name="Group 24"/>
          <p:cNvGrpSpPr/>
          <p:nvPr/>
        </p:nvGrpSpPr>
        <p:grpSpPr>
          <a:xfrm>
            <a:off x="1258888" y="5157788"/>
            <a:ext cx="2809875" cy="0"/>
            <a:chOff x="0" y="0"/>
            <a:chExt cx="1770" cy="0"/>
          </a:xfrm>
        </p:grpSpPr>
        <p:sp>
          <p:nvSpPr>
            <p:cNvPr id="72733" name="Line 25"/>
            <p:cNvSpPr/>
            <p:nvPr/>
          </p:nvSpPr>
          <p:spPr>
            <a:xfrm>
              <a:off x="0" y="0"/>
              <a:ext cx="6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4" name="Line 26"/>
            <p:cNvSpPr/>
            <p:nvPr/>
          </p:nvSpPr>
          <p:spPr>
            <a:xfrm>
              <a:off x="1134" y="0"/>
              <a:ext cx="6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3755" name="Group 27"/>
          <p:cNvGrpSpPr/>
          <p:nvPr/>
        </p:nvGrpSpPr>
        <p:grpSpPr>
          <a:xfrm>
            <a:off x="2484438" y="5157788"/>
            <a:ext cx="4535487" cy="0"/>
            <a:chOff x="0" y="0"/>
            <a:chExt cx="2857" cy="0"/>
          </a:xfrm>
        </p:grpSpPr>
        <p:sp>
          <p:nvSpPr>
            <p:cNvPr id="72730" name="Line 28"/>
            <p:cNvSpPr/>
            <p:nvPr/>
          </p:nvSpPr>
          <p:spPr>
            <a:xfrm>
              <a:off x="0" y="0"/>
              <a:ext cx="227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1" name="Line 29"/>
            <p:cNvSpPr/>
            <p:nvPr/>
          </p:nvSpPr>
          <p:spPr>
            <a:xfrm>
              <a:off x="1088" y="0"/>
              <a:ext cx="181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2" name="Line 30"/>
            <p:cNvSpPr/>
            <p:nvPr/>
          </p:nvSpPr>
          <p:spPr>
            <a:xfrm>
              <a:off x="2540" y="0"/>
              <a:ext cx="317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3759" name="Object 31"/>
          <p:cNvGraphicFramePr>
            <a:graphicFrameLocks noChangeAspect="1"/>
          </p:cNvGraphicFramePr>
          <p:nvPr/>
        </p:nvGraphicFramePr>
        <p:xfrm>
          <a:off x="971550" y="5516563"/>
          <a:ext cx="37004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5" imgW="1613535" imgH="203200" progId="Equation.3">
                  <p:embed/>
                </p:oleObj>
              </mc:Choice>
              <mc:Fallback>
                <p:oleObj name="" r:id="rId15" imgW="1613535" imgH="2032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71550" y="5516563"/>
                        <a:ext cx="3700463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60" name="Group 32"/>
          <p:cNvGrpSpPr/>
          <p:nvPr/>
        </p:nvGrpSpPr>
        <p:grpSpPr>
          <a:xfrm>
            <a:off x="1835150" y="4437063"/>
            <a:ext cx="1223963" cy="0"/>
            <a:chOff x="0" y="0"/>
            <a:chExt cx="771" cy="0"/>
          </a:xfrm>
        </p:grpSpPr>
        <p:sp>
          <p:nvSpPr>
            <p:cNvPr id="72728" name="Line 33"/>
            <p:cNvSpPr/>
            <p:nvPr/>
          </p:nvSpPr>
          <p:spPr>
            <a:xfrm>
              <a:off x="0" y="0"/>
              <a:ext cx="136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29" name="Line 34"/>
            <p:cNvSpPr/>
            <p:nvPr/>
          </p:nvSpPr>
          <p:spPr>
            <a:xfrm>
              <a:off x="635" y="0"/>
              <a:ext cx="136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3763" name="Group 35"/>
          <p:cNvGrpSpPr/>
          <p:nvPr/>
        </p:nvGrpSpPr>
        <p:grpSpPr>
          <a:xfrm>
            <a:off x="3995738" y="4437063"/>
            <a:ext cx="1368425" cy="0"/>
            <a:chOff x="0" y="0"/>
            <a:chExt cx="862" cy="0"/>
          </a:xfrm>
        </p:grpSpPr>
        <p:sp>
          <p:nvSpPr>
            <p:cNvPr id="72726" name="Line 36"/>
            <p:cNvSpPr/>
            <p:nvPr/>
          </p:nvSpPr>
          <p:spPr>
            <a:xfrm>
              <a:off x="0" y="0"/>
              <a:ext cx="181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27" name="Line 37"/>
            <p:cNvSpPr/>
            <p:nvPr/>
          </p:nvSpPr>
          <p:spPr>
            <a:xfrm>
              <a:off x="680" y="0"/>
              <a:ext cx="18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3766" name="Group 38"/>
          <p:cNvGrpSpPr/>
          <p:nvPr/>
        </p:nvGrpSpPr>
        <p:grpSpPr>
          <a:xfrm>
            <a:off x="6300788" y="4437063"/>
            <a:ext cx="1512887" cy="0"/>
            <a:chOff x="0" y="0"/>
            <a:chExt cx="953" cy="0"/>
          </a:xfrm>
        </p:grpSpPr>
        <p:sp>
          <p:nvSpPr>
            <p:cNvPr id="72724" name="Line 39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25" name="Line 40"/>
            <p:cNvSpPr/>
            <p:nvPr/>
          </p:nvSpPr>
          <p:spPr>
            <a:xfrm>
              <a:off x="681" y="0"/>
              <a:ext cx="272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Text Box 2"/>
          <p:cNvSpPr txBox="1"/>
          <p:nvPr/>
        </p:nvSpPr>
        <p:spPr>
          <a:xfrm>
            <a:off x="468313" y="404813"/>
            <a:ext cx="7200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2.6.4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用消因子法化简下列函数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669925" y="1427163"/>
          <a:ext cx="20462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" imgW="889000" imgH="215900" progId="Equation.3">
                  <p:embed/>
                </p:oleObj>
              </mc:Choice>
              <mc:Fallback>
                <p:oleObj name="" r:id="rId1" imgW="889000" imgH="2159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9925" y="1427163"/>
                        <a:ext cx="2046288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4"/>
          <p:cNvGraphicFramePr>
            <a:graphicFrameLocks noChangeAspect="1"/>
          </p:cNvGraphicFramePr>
          <p:nvPr/>
        </p:nvGraphicFramePr>
        <p:xfrm>
          <a:off x="611188" y="2349500"/>
          <a:ext cx="2717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3" imgW="1181100" imgH="215900" progId="Equation.3">
                  <p:embed/>
                </p:oleObj>
              </mc:Choice>
              <mc:Fallback>
                <p:oleObj name="" r:id="rId3" imgW="1181100" imgH="2159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2349500"/>
                        <a:ext cx="27178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641350" y="4019550"/>
          <a:ext cx="30083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5" imgW="1308735" imgH="228600" progId="Equation.3">
                  <p:embed/>
                </p:oleObj>
              </mc:Choice>
              <mc:Fallback>
                <p:oleObj name="" r:id="rId5" imgW="1308735" imgH="2286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1350" y="4019550"/>
                        <a:ext cx="3008313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758" name="Group 6"/>
          <p:cNvGrpSpPr/>
          <p:nvPr/>
        </p:nvGrpSpPr>
        <p:grpSpPr>
          <a:xfrm>
            <a:off x="1331913" y="1844675"/>
            <a:ext cx="1079500" cy="0"/>
            <a:chOff x="0" y="0"/>
            <a:chExt cx="680" cy="0"/>
          </a:xfrm>
        </p:grpSpPr>
        <p:sp>
          <p:nvSpPr>
            <p:cNvPr id="73749" name="Line 7"/>
            <p:cNvSpPr/>
            <p:nvPr/>
          </p:nvSpPr>
          <p:spPr>
            <a:xfrm>
              <a:off x="0" y="0"/>
              <a:ext cx="1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50" name="Line 8"/>
            <p:cNvSpPr/>
            <p:nvPr/>
          </p:nvSpPr>
          <p:spPr>
            <a:xfrm>
              <a:off x="499" y="0"/>
              <a:ext cx="181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4761" name="Object 9"/>
          <p:cNvGraphicFramePr>
            <a:graphicFrameLocks noChangeAspect="1"/>
          </p:cNvGraphicFramePr>
          <p:nvPr/>
        </p:nvGraphicFramePr>
        <p:xfrm>
          <a:off x="2743200" y="1441450"/>
          <a:ext cx="151923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7" imgW="660400" imgH="177800" progId="Equation.3">
                  <p:embed/>
                </p:oleObj>
              </mc:Choice>
              <mc:Fallback>
                <p:oleObj name="" r:id="rId7" imgW="660400" imgH="1778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3200" y="1441450"/>
                        <a:ext cx="1519238" cy="40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762" name="Group 10"/>
          <p:cNvGrpSpPr/>
          <p:nvPr/>
        </p:nvGrpSpPr>
        <p:grpSpPr>
          <a:xfrm>
            <a:off x="1547813" y="2781300"/>
            <a:ext cx="792162" cy="0"/>
            <a:chOff x="0" y="0"/>
            <a:chExt cx="499" cy="0"/>
          </a:xfrm>
        </p:grpSpPr>
        <p:sp>
          <p:nvSpPr>
            <p:cNvPr id="73747" name="Line 11"/>
            <p:cNvSpPr/>
            <p:nvPr/>
          </p:nvSpPr>
          <p:spPr>
            <a:xfrm>
              <a:off x="0" y="0"/>
              <a:ext cx="1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48" name="Line 12"/>
            <p:cNvSpPr/>
            <p:nvPr/>
          </p:nvSpPr>
          <p:spPr>
            <a:xfrm>
              <a:off x="363" y="0"/>
              <a:ext cx="1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4765" name="Object 13"/>
          <p:cNvGraphicFramePr>
            <a:graphicFrameLocks noChangeAspect="1"/>
          </p:cNvGraphicFramePr>
          <p:nvPr/>
        </p:nvGraphicFramePr>
        <p:xfrm>
          <a:off x="885825" y="3170238"/>
          <a:ext cx="201612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9" imgW="876300" imgH="165100" progId="Equation.3">
                  <p:embed/>
                </p:oleObj>
              </mc:Choice>
              <mc:Fallback>
                <p:oleObj name="" r:id="rId9" imgW="876300" imgH="1651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5825" y="3170238"/>
                        <a:ext cx="2016125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766" name="Group 14"/>
          <p:cNvGrpSpPr/>
          <p:nvPr/>
        </p:nvGrpSpPr>
        <p:grpSpPr>
          <a:xfrm>
            <a:off x="1763713" y="3573463"/>
            <a:ext cx="1008062" cy="0"/>
            <a:chOff x="0" y="0"/>
            <a:chExt cx="635" cy="0"/>
          </a:xfrm>
        </p:grpSpPr>
        <p:sp>
          <p:nvSpPr>
            <p:cNvPr id="73745" name="Line 15"/>
            <p:cNvSpPr/>
            <p:nvPr/>
          </p:nvSpPr>
          <p:spPr>
            <a:xfrm>
              <a:off x="0" y="0"/>
              <a:ext cx="13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46" name="Line 16"/>
            <p:cNvSpPr/>
            <p:nvPr/>
          </p:nvSpPr>
          <p:spPr>
            <a:xfrm>
              <a:off x="499" y="0"/>
              <a:ext cx="13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4769" name="Object 17"/>
          <p:cNvGraphicFramePr>
            <a:graphicFrameLocks noChangeAspect="1"/>
          </p:cNvGraphicFramePr>
          <p:nvPr/>
        </p:nvGraphicFramePr>
        <p:xfrm>
          <a:off x="2916238" y="3213100"/>
          <a:ext cx="116681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1" imgW="508000" imgH="165100" progId="Equation.3">
                  <p:embed/>
                </p:oleObj>
              </mc:Choice>
              <mc:Fallback>
                <p:oleObj name="" r:id="rId11" imgW="508000" imgH="1651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16238" y="3213100"/>
                        <a:ext cx="1166812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0" name="Object 18"/>
          <p:cNvGraphicFramePr>
            <a:graphicFrameLocks noChangeAspect="1"/>
          </p:cNvGraphicFramePr>
          <p:nvPr/>
        </p:nvGraphicFramePr>
        <p:xfrm>
          <a:off x="900113" y="4724400"/>
          <a:ext cx="505301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3" imgW="2198370" imgH="215900" progId="Equation.3">
                  <p:embed/>
                </p:oleObj>
              </mc:Choice>
              <mc:Fallback>
                <p:oleObj name="" r:id="rId13" imgW="2198370" imgH="2159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0113" y="4724400"/>
                        <a:ext cx="5053012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771" name="Group 19"/>
          <p:cNvGrpSpPr/>
          <p:nvPr/>
        </p:nvGrpSpPr>
        <p:grpSpPr>
          <a:xfrm>
            <a:off x="3924300" y="5229225"/>
            <a:ext cx="1223963" cy="0"/>
            <a:chOff x="0" y="0"/>
            <a:chExt cx="771" cy="0"/>
          </a:xfrm>
        </p:grpSpPr>
        <p:sp>
          <p:nvSpPr>
            <p:cNvPr id="73743" name="Line 20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44" name="Line 21"/>
            <p:cNvSpPr/>
            <p:nvPr/>
          </p:nvSpPr>
          <p:spPr>
            <a:xfrm>
              <a:off x="499" y="0"/>
              <a:ext cx="27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4774" name="Object 22"/>
          <p:cNvGraphicFramePr>
            <a:graphicFrameLocks noChangeAspect="1"/>
          </p:cNvGraphicFramePr>
          <p:nvPr/>
        </p:nvGraphicFramePr>
        <p:xfrm>
          <a:off x="1042988" y="5589588"/>
          <a:ext cx="14605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5" imgW="635000" imgH="177800" progId="Equation.3">
                  <p:embed/>
                </p:oleObj>
              </mc:Choice>
              <mc:Fallback>
                <p:oleObj name="" r:id="rId15" imgW="635000" imgH="1778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42988" y="5589588"/>
                        <a:ext cx="146050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Text Box 2"/>
          <p:cNvSpPr txBox="1"/>
          <p:nvPr/>
        </p:nvSpPr>
        <p:spPr>
          <a:xfrm>
            <a:off x="468313" y="404813"/>
            <a:ext cx="28797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2.6.5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化简函数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3276600" y="476250"/>
          <a:ext cx="35242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1" imgW="1600835" imgH="177800" progId="Equation.3">
                  <p:embed/>
                </p:oleObj>
              </mc:Choice>
              <mc:Fallback>
                <p:oleObj name="" r:id="rId1" imgW="1600835" imgH="1778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476250"/>
                        <a:ext cx="352425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1174750" y="1368425"/>
          <a:ext cx="455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3" imgW="2070735" imgH="177800" progId="Equation.3">
                  <p:embed/>
                </p:oleObj>
              </mc:Choice>
              <mc:Fallback>
                <p:oleObj name="" r:id="rId3" imgW="2070735" imgH="1778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74750" y="1368425"/>
                        <a:ext cx="45593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 Box 5"/>
          <p:cNvSpPr txBox="1"/>
          <p:nvPr/>
        </p:nvSpPr>
        <p:spPr>
          <a:xfrm>
            <a:off x="539750" y="1268413"/>
            <a:ext cx="10080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解：</a:t>
            </a:r>
            <a:endParaRPr lang="zh-CN" altLang="en-US" sz="2800" b="0" dirty="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sp>
        <p:nvSpPr>
          <p:cNvPr id="75782" name="Line 6"/>
          <p:cNvSpPr/>
          <p:nvPr/>
        </p:nvSpPr>
        <p:spPr>
          <a:xfrm>
            <a:off x="3924300" y="1773238"/>
            <a:ext cx="6477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5783" name="Object 7"/>
          <p:cNvGraphicFramePr>
            <a:graphicFrameLocks noChangeAspect="1"/>
          </p:cNvGraphicFramePr>
          <p:nvPr/>
        </p:nvGraphicFramePr>
        <p:xfrm>
          <a:off x="1379538" y="2089150"/>
          <a:ext cx="47545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5" imgW="2159635" imgH="203200" progId="Equation.3">
                  <p:embed/>
                </p:oleObj>
              </mc:Choice>
              <mc:Fallback>
                <p:oleObj name="" r:id="rId5" imgW="2159635" imgH="2032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9538" y="2089150"/>
                        <a:ext cx="4754562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/>
        </p:nvGraphicFramePr>
        <p:xfrm>
          <a:off x="1520825" y="2808288"/>
          <a:ext cx="16494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7" imgW="749935" imgH="177800" progId="Equation.3">
                  <p:embed/>
                </p:oleObj>
              </mc:Choice>
              <mc:Fallback>
                <p:oleObj name="" r:id="rId7" imgW="749935" imgH="1778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0825" y="2808288"/>
                        <a:ext cx="1649413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5785" name="Group 9"/>
          <p:cNvGrpSpPr/>
          <p:nvPr/>
        </p:nvGrpSpPr>
        <p:grpSpPr>
          <a:xfrm>
            <a:off x="1908175" y="2492375"/>
            <a:ext cx="1439863" cy="0"/>
            <a:chOff x="0" y="0"/>
            <a:chExt cx="907" cy="0"/>
          </a:xfrm>
        </p:grpSpPr>
        <p:sp>
          <p:nvSpPr>
            <p:cNvPr id="74788" name="Line 10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9" name="Line 11"/>
            <p:cNvSpPr/>
            <p:nvPr/>
          </p:nvSpPr>
          <p:spPr>
            <a:xfrm>
              <a:off x="635" y="0"/>
              <a:ext cx="272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5788" name="Group 12"/>
          <p:cNvGrpSpPr/>
          <p:nvPr/>
        </p:nvGrpSpPr>
        <p:grpSpPr>
          <a:xfrm>
            <a:off x="4500563" y="2492375"/>
            <a:ext cx="1439862" cy="0"/>
            <a:chOff x="0" y="0"/>
            <a:chExt cx="907" cy="0"/>
          </a:xfrm>
        </p:grpSpPr>
        <p:sp>
          <p:nvSpPr>
            <p:cNvPr id="74786" name="Line 13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7" name="Line 14"/>
            <p:cNvSpPr/>
            <p:nvPr/>
          </p:nvSpPr>
          <p:spPr>
            <a:xfrm>
              <a:off x="635" y="0"/>
              <a:ext cx="272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5791" name="Text Box 15"/>
          <p:cNvSpPr txBox="1"/>
          <p:nvPr/>
        </p:nvSpPr>
        <p:spPr>
          <a:xfrm>
            <a:off x="6084888" y="1341438"/>
            <a:ext cx="2590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2800" b="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A+A</a:t>
            </a:r>
            <a:r>
              <a:rPr lang="zh-CN" altLang="en-US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b="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endParaRPr lang="en-US" altLang="zh-CN" sz="2800" b="0" i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5792" name="Group 16"/>
          <p:cNvGrpSpPr/>
          <p:nvPr/>
        </p:nvGrpSpPr>
        <p:grpSpPr>
          <a:xfrm>
            <a:off x="468313" y="3429000"/>
            <a:ext cx="6543675" cy="519113"/>
            <a:chOff x="0" y="0"/>
            <a:chExt cx="4122" cy="327"/>
          </a:xfrm>
        </p:grpSpPr>
        <p:sp>
          <p:nvSpPr>
            <p:cNvPr id="74784" name="Text Box 17"/>
            <p:cNvSpPr txBox="1"/>
            <p:nvPr/>
          </p:nvSpPr>
          <p:spPr>
            <a:xfrm>
              <a:off x="0" y="0"/>
              <a:ext cx="18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b="0" dirty="0">
                  <a:solidFill>
                    <a:schemeClr val="hlink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800" b="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2.6.6</a:t>
              </a:r>
              <a:r>
                <a:rPr lang="en-US" altLang="zh-CN" sz="2800" b="0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800" b="0" dirty="0">
                  <a:latin typeface="Times New Roman" panose="02020603050405020304" pitchFamily="18" charset="0"/>
                </a:rPr>
                <a:t>化简函数</a:t>
              </a:r>
              <a:endParaRPr lang="zh-CN" altLang="en-US" sz="2800" b="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4785" name="Object 18"/>
            <p:cNvGraphicFramePr>
              <a:graphicFrameLocks noChangeAspect="1"/>
            </p:cNvGraphicFramePr>
            <p:nvPr/>
          </p:nvGraphicFramePr>
          <p:xfrm>
            <a:off x="1814" y="45"/>
            <a:ext cx="230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9" imgW="1663700" imgH="177800" progId="Equation.3">
                    <p:embed/>
                  </p:oleObj>
                </mc:Choice>
                <mc:Fallback>
                  <p:oleObj name="" r:id="rId9" imgW="1663700" imgH="1778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14" y="45"/>
                          <a:ext cx="2308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795" name="Object 19"/>
          <p:cNvGraphicFramePr>
            <a:graphicFrameLocks noChangeAspect="1"/>
          </p:cNvGraphicFramePr>
          <p:nvPr/>
        </p:nvGraphicFramePr>
        <p:xfrm>
          <a:off x="1187450" y="4149725"/>
          <a:ext cx="57912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11" imgW="2630170" imgH="203200" progId="Equation.3">
                  <p:embed/>
                </p:oleObj>
              </mc:Choice>
              <mc:Fallback>
                <p:oleObj name="" r:id="rId11" imgW="2630170" imgH="2032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87450" y="4149725"/>
                        <a:ext cx="5791200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6" name="Text Box 20"/>
          <p:cNvSpPr txBox="1"/>
          <p:nvPr/>
        </p:nvSpPr>
        <p:spPr>
          <a:xfrm>
            <a:off x="539750" y="4005263"/>
            <a:ext cx="10080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解：</a:t>
            </a:r>
            <a:endParaRPr lang="zh-CN" altLang="en-US" sz="2800" b="0" dirty="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grpSp>
        <p:nvGrpSpPr>
          <p:cNvPr id="75797" name="Group 21"/>
          <p:cNvGrpSpPr/>
          <p:nvPr/>
        </p:nvGrpSpPr>
        <p:grpSpPr>
          <a:xfrm>
            <a:off x="3276600" y="4581525"/>
            <a:ext cx="3097213" cy="0"/>
            <a:chOff x="0" y="0"/>
            <a:chExt cx="1951" cy="0"/>
          </a:xfrm>
        </p:grpSpPr>
        <p:sp>
          <p:nvSpPr>
            <p:cNvPr id="74782" name="Line 22"/>
            <p:cNvSpPr/>
            <p:nvPr/>
          </p:nvSpPr>
          <p:spPr>
            <a:xfrm>
              <a:off x="0" y="0"/>
              <a:ext cx="63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3" name="Line 23"/>
            <p:cNvSpPr/>
            <p:nvPr/>
          </p:nvSpPr>
          <p:spPr>
            <a:xfrm>
              <a:off x="1316" y="0"/>
              <a:ext cx="63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5800" name="Text Box 24"/>
          <p:cNvSpPr txBox="1"/>
          <p:nvPr/>
        </p:nvSpPr>
        <p:spPr>
          <a:xfrm>
            <a:off x="6948488" y="4076700"/>
            <a:ext cx="21955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2800" b="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A+A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′</a:t>
            </a:r>
            <a:r>
              <a:rPr lang="zh-CN" altLang="en-US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5801" name="Object 25"/>
          <p:cNvGraphicFramePr>
            <a:graphicFrameLocks noChangeAspect="1"/>
          </p:cNvGraphicFramePr>
          <p:nvPr/>
        </p:nvGraphicFramePr>
        <p:xfrm>
          <a:off x="1163638" y="4751388"/>
          <a:ext cx="60706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3" imgW="2755900" imgH="177800" progId="Equation.3">
                  <p:embed/>
                </p:oleObj>
              </mc:Choice>
              <mc:Fallback>
                <p:oleObj name="" r:id="rId13" imgW="2755900" imgH="1778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3638" y="4751388"/>
                        <a:ext cx="60706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5802" name="Group 26"/>
          <p:cNvGrpSpPr/>
          <p:nvPr/>
        </p:nvGrpSpPr>
        <p:grpSpPr>
          <a:xfrm>
            <a:off x="1476375" y="5157788"/>
            <a:ext cx="1223963" cy="0"/>
            <a:chOff x="0" y="0"/>
            <a:chExt cx="771" cy="0"/>
          </a:xfrm>
        </p:grpSpPr>
        <p:sp>
          <p:nvSpPr>
            <p:cNvPr id="74780" name="Line 27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1" name="Line 28"/>
            <p:cNvSpPr/>
            <p:nvPr/>
          </p:nvSpPr>
          <p:spPr>
            <a:xfrm>
              <a:off x="499" y="0"/>
              <a:ext cx="272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5805" name="Group 29"/>
          <p:cNvGrpSpPr/>
          <p:nvPr/>
        </p:nvGrpSpPr>
        <p:grpSpPr>
          <a:xfrm>
            <a:off x="3635375" y="5157788"/>
            <a:ext cx="1223963" cy="0"/>
            <a:chOff x="0" y="0"/>
            <a:chExt cx="771" cy="0"/>
          </a:xfrm>
        </p:grpSpPr>
        <p:sp>
          <p:nvSpPr>
            <p:cNvPr id="74778" name="Line 30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9" name="Line 31"/>
            <p:cNvSpPr/>
            <p:nvPr/>
          </p:nvSpPr>
          <p:spPr>
            <a:xfrm>
              <a:off x="499" y="0"/>
              <a:ext cx="272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5808" name="Object 32"/>
          <p:cNvGraphicFramePr>
            <a:graphicFrameLocks noChangeAspect="1"/>
          </p:cNvGraphicFramePr>
          <p:nvPr/>
        </p:nvGraphicFramePr>
        <p:xfrm>
          <a:off x="1189038" y="5472113"/>
          <a:ext cx="25733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15" imgW="1168400" imgH="177800" progId="Equation.3">
                  <p:embed/>
                </p:oleObj>
              </mc:Choice>
              <mc:Fallback>
                <p:oleObj name="" r:id="rId15" imgW="1168400" imgH="1778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89038" y="5472113"/>
                        <a:ext cx="2573337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5809" name="Group 33"/>
          <p:cNvGrpSpPr/>
          <p:nvPr/>
        </p:nvGrpSpPr>
        <p:grpSpPr>
          <a:xfrm>
            <a:off x="5292725" y="5157788"/>
            <a:ext cx="1871663" cy="0"/>
            <a:chOff x="0" y="0"/>
            <a:chExt cx="1179" cy="0"/>
          </a:xfrm>
        </p:grpSpPr>
        <p:sp>
          <p:nvSpPr>
            <p:cNvPr id="74774" name="Line 34"/>
            <p:cNvSpPr/>
            <p:nvPr/>
          </p:nvSpPr>
          <p:spPr>
            <a:xfrm>
              <a:off x="0" y="0"/>
              <a:ext cx="136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5" name="Line 35"/>
            <p:cNvSpPr/>
            <p:nvPr/>
          </p:nvSpPr>
          <p:spPr>
            <a:xfrm>
              <a:off x="362" y="0"/>
              <a:ext cx="136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6" name="Line 36"/>
            <p:cNvSpPr/>
            <p:nvPr/>
          </p:nvSpPr>
          <p:spPr>
            <a:xfrm>
              <a:off x="680" y="0"/>
              <a:ext cx="136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7" name="Line 37"/>
            <p:cNvSpPr/>
            <p:nvPr/>
          </p:nvSpPr>
          <p:spPr>
            <a:xfrm>
              <a:off x="1043" y="0"/>
              <a:ext cx="136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/>
      <p:bldP spid="75791" grpId="0"/>
      <p:bldP spid="75796" grpId="0"/>
      <p:bldP spid="7580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Text Box 2"/>
          <p:cNvSpPr txBox="1"/>
          <p:nvPr/>
        </p:nvSpPr>
        <p:spPr>
          <a:xfrm>
            <a:off x="395288" y="333375"/>
            <a:ext cx="28797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2.6.6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化简函数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3136900" y="360363"/>
          <a:ext cx="36639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1" imgW="1663700" imgH="177800" progId="Equation.3">
                  <p:embed/>
                </p:oleObj>
              </mc:Choice>
              <mc:Fallback>
                <p:oleObj name="" r:id="rId1" imgW="1663700" imgH="1778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6900" y="360363"/>
                        <a:ext cx="366395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1476375" y="1268413"/>
          <a:ext cx="45037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3" imgW="2044700" imgH="177800" progId="Equation.3">
                  <p:embed/>
                </p:oleObj>
              </mc:Choice>
              <mc:Fallback>
                <p:oleObj name="" r:id="rId3" imgW="2044700" imgH="1778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1268413"/>
                        <a:ext cx="4503738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5"/>
          <p:cNvSpPr txBox="1"/>
          <p:nvPr/>
        </p:nvSpPr>
        <p:spPr>
          <a:xfrm>
            <a:off x="539750" y="1052513"/>
            <a:ext cx="1368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解二：</a:t>
            </a:r>
            <a:endParaRPr lang="zh-CN" altLang="en-US" sz="2800" b="0" dirty="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grpSp>
        <p:nvGrpSpPr>
          <p:cNvPr id="76806" name="Group 6"/>
          <p:cNvGrpSpPr/>
          <p:nvPr/>
        </p:nvGrpSpPr>
        <p:grpSpPr>
          <a:xfrm>
            <a:off x="2339975" y="1628775"/>
            <a:ext cx="3455988" cy="0"/>
            <a:chOff x="0" y="0"/>
            <a:chExt cx="2177" cy="0"/>
          </a:xfrm>
        </p:grpSpPr>
        <p:sp>
          <p:nvSpPr>
            <p:cNvPr id="75824" name="Line 7"/>
            <p:cNvSpPr/>
            <p:nvPr/>
          </p:nvSpPr>
          <p:spPr>
            <a:xfrm>
              <a:off x="0" y="0"/>
              <a:ext cx="181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5" name="Line 8"/>
            <p:cNvSpPr/>
            <p:nvPr/>
          </p:nvSpPr>
          <p:spPr>
            <a:xfrm>
              <a:off x="816" y="0"/>
              <a:ext cx="18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6" name="Line 9"/>
            <p:cNvSpPr/>
            <p:nvPr/>
          </p:nvSpPr>
          <p:spPr>
            <a:xfrm>
              <a:off x="1860" y="0"/>
              <a:ext cx="317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6810" name="Group 10"/>
          <p:cNvGrpSpPr/>
          <p:nvPr/>
        </p:nvGrpSpPr>
        <p:grpSpPr>
          <a:xfrm>
            <a:off x="2195513" y="1773238"/>
            <a:ext cx="3509962" cy="366712"/>
            <a:chOff x="0" y="0"/>
            <a:chExt cx="2211" cy="231"/>
          </a:xfrm>
        </p:grpSpPr>
        <p:sp>
          <p:nvSpPr>
            <p:cNvPr id="75819" name="Rectangle 11"/>
            <p:cNvSpPr/>
            <p:nvPr/>
          </p:nvSpPr>
          <p:spPr>
            <a:xfrm>
              <a:off x="454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②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75820" name="Rectangle 12"/>
            <p:cNvSpPr/>
            <p:nvPr/>
          </p:nvSpPr>
          <p:spPr>
            <a:xfrm>
              <a:off x="953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③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75821" name="Rectangle 13"/>
            <p:cNvSpPr/>
            <p:nvPr/>
          </p:nvSpPr>
          <p:spPr>
            <a:xfrm>
              <a:off x="1452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④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75822" name="Rectangle 14"/>
            <p:cNvSpPr/>
            <p:nvPr/>
          </p:nvSpPr>
          <p:spPr>
            <a:xfrm>
              <a:off x="0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①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75823" name="Rectangle 15"/>
            <p:cNvSpPr/>
            <p:nvPr/>
          </p:nvSpPr>
          <p:spPr>
            <a:xfrm>
              <a:off x="1951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⑤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76816" name="Group 16"/>
          <p:cNvGrpSpPr/>
          <p:nvPr/>
        </p:nvGrpSpPr>
        <p:grpSpPr>
          <a:xfrm>
            <a:off x="2843213" y="1196975"/>
            <a:ext cx="2738437" cy="431800"/>
            <a:chOff x="0" y="0"/>
            <a:chExt cx="1725" cy="272"/>
          </a:xfrm>
        </p:grpSpPr>
        <p:sp>
          <p:nvSpPr>
            <p:cNvPr id="75816" name="Oval 17"/>
            <p:cNvSpPr/>
            <p:nvPr/>
          </p:nvSpPr>
          <p:spPr>
            <a:xfrm>
              <a:off x="1543" y="45"/>
              <a:ext cx="182" cy="227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5817" name="Oval 18"/>
            <p:cNvSpPr/>
            <p:nvPr/>
          </p:nvSpPr>
          <p:spPr>
            <a:xfrm>
              <a:off x="0" y="0"/>
              <a:ext cx="228" cy="272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5818" name="Line 19"/>
            <p:cNvSpPr/>
            <p:nvPr/>
          </p:nvSpPr>
          <p:spPr>
            <a:xfrm>
              <a:off x="545" y="45"/>
              <a:ext cx="318" cy="22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6820" name="Group 20"/>
          <p:cNvGrpSpPr/>
          <p:nvPr/>
        </p:nvGrpSpPr>
        <p:grpSpPr>
          <a:xfrm>
            <a:off x="2195513" y="1196975"/>
            <a:ext cx="3744912" cy="503238"/>
            <a:chOff x="0" y="0"/>
            <a:chExt cx="2359" cy="317"/>
          </a:xfrm>
        </p:grpSpPr>
        <p:sp>
          <p:nvSpPr>
            <p:cNvPr id="75813" name="Oval 21"/>
            <p:cNvSpPr/>
            <p:nvPr/>
          </p:nvSpPr>
          <p:spPr>
            <a:xfrm>
              <a:off x="2132" y="0"/>
              <a:ext cx="227" cy="317"/>
            </a:xfrm>
            <a:prstGeom prst="ellipse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5814" name="Oval 22"/>
            <p:cNvSpPr/>
            <p:nvPr/>
          </p:nvSpPr>
          <p:spPr>
            <a:xfrm>
              <a:off x="1634" y="0"/>
              <a:ext cx="181" cy="272"/>
            </a:xfrm>
            <a:prstGeom prst="ellipse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5815" name="Line 23"/>
            <p:cNvSpPr/>
            <p:nvPr/>
          </p:nvSpPr>
          <p:spPr>
            <a:xfrm>
              <a:off x="0" y="91"/>
              <a:ext cx="227" cy="226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6824" name="Object 24"/>
          <p:cNvGraphicFramePr>
            <a:graphicFrameLocks noChangeAspect="1"/>
          </p:cNvGraphicFramePr>
          <p:nvPr/>
        </p:nvGraphicFramePr>
        <p:xfrm>
          <a:off x="1693863" y="2519363"/>
          <a:ext cx="25749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5" imgW="1168400" imgH="177800" progId="Equation.3">
                  <p:embed/>
                </p:oleObj>
              </mc:Choice>
              <mc:Fallback>
                <p:oleObj name="" r:id="rId5" imgW="1168400" imgH="1778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3863" y="2519363"/>
                        <a:ext cx="2574925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5" name="Text Box 25"/>
          <p:cNvSpPr txBox="1"/>
          <p:nvPr/>
        </p:nvSpPr>
        <p:spPr>
          <a:xfrm>
            <a:off x="4427538" y="2492375"/>
            <a:ext cx="4321175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; </a:t>
            </a:r>
            <a:r>
              <a:rPr lang="en-US" altLang="zh-CN" sz="2800" b="0" dirty="0">
                <a:latin typeface="Verdana" panose="020B0604030504040204" pitchFamily="34" charset="0"/>
              </a:rPr>
              <a:t>②⑤</a:t>
            </a:r>
            <a:r>
              <a:rPr lang="zh-CN" altLang="en-US" sz="2800" b="0" dirty="0">
                <a:latin typeface="Verdana" panose="020B0604030504040204" pitchFamily="34" charset="0"/>
              </a:rPr>
              <a:t>消去③，④⑤消去①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76826" name="Text Box 26"/>
          <p:cNvSpPr txBox="1"/>
          <p:nvPr/>
        </p:nvSpPr>
        <p:spPr>
          <a:xfrm>
            <a:off x="611188" y="3357563"/>
            <a:ext cx="1368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解三：</a:t>
            </a:r>
            <a:endParaRPr lang="zh-CN" altLang="en-US" sz="2800" b="0" dirty="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76827" name="Object 27"/>
          <p:cNvGraphicFramePr>
            <a:graphicFrameLocks noChangeAspect="1"/>
          </p:cNvGraphicFramePr>
          <p:nvPr/>
        </p:nvGraphicFramePr>
        <p:xfrm>
          <a:off x="1652588" y="3671888"/>
          <a:ext cx="45037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7" imgW="2044700" imgH="177800" progId="Equation.3">
                  <p:embed/>
                </p:oleObj>
              </mc:Choice>
              <mc:Fallback>
                <p:oleObj name="" r:id="rId7" imgW="2044700" imgH="1778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52588" y="3671888"/>
                        <a:ext cx="4503737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828" name="Group 28"/>
          <p:cNvGrpSpPr/>
          <p:nvPr/>
        </p:nvGrpSpPr>
        <p:grpSpPr>
          <a:xfrm>
            <a:off x="2411413" y="4076700"/>
            <a:ext cx="3509962" cy="366713"/>
            <a:chOff x="0" y="0"/>
            <a:chExt cx="2211" cy="231"/>
          </a:xfrm>
        </p:grpSpPr>
        <p:sp>
          <p:nvSpPr>
            <p:cNvPr id="75808" name="Rectangle 29"/>
            <p:cNvSpPr/>
            <p:nvPr/>
          </p:nvSpPr>
          <p:spPr>
            <a:xfrm>
              <a:off x="454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②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75809" name="Rectangle 30"/>
            <p:cNvSpPr/>
            <p:nvPr/>
          </p:nvSpPr>
          <p:spPr>
            <a:xfrm>
              <a:off x="953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③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75810" name="Rectangle 31"/>
            <p:cNvSpPr/>
            <p:nvPr/>
          </p:nvSpPr>
          <p:spPr>
            <a:xfrm>
              <a:off x="1452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④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75811" name="Rectangle 32"/>
            <p:cNvSpPr/>
            <p:nvPr/>
          </p:nvSpPr>
          <p:spPr>
            <a:xfrm>
              <a:off x="0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①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75812" name="Rectangle 33"/>
            <p:cNvSpPr/>
            <p:nvPr/>
          </p:nvSpPr>
          <p:spPr>
            <a:xfrm>
              <a:off x="1951" y="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800" b="0" dirty="0">
                  <a:latin typeface="Verdana" panose="020B0604030504040204" pitchFamily="34" charset="0"/>
                </a:rPr>
                <a:t>⑤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76834" name="Group 34"/>
          <p:cNvGrpSpPr/>
          <p:nvPr/>
        </p:nvGrpSpPr>
        <p:grpSpPr>
          <a:xfrm>
            <a:off x="3348038" y="4076700"/>
            <a:ext cx="2663825" cy="0"/>
            <a:chOff x="0" y="0"/>
            <a:chExt cx="1678" cy="0"/>
          </a:xfrm>
        </p:grpSpPr>
        <p:grpSp>
          <p:nvGrpSpPr>
            <p:cNvPr id="75804" name="Group 35"/>
            <p:cNvGrpSpPr/>
            <p:nvPr/>
          </p:nvGrpSpPr>
          <p:grpSpPr>
            <a:xfrm>
              <a:off x="0" y="0"/>
              <a:ext cx="952" cy="0"/>
              <a:chOff x="0" y="0"/>
              <a:chExt cx="952" cy="0"/>
            </a:xfrm>
          </p:grpSpPr>
          <p:sp>
            <p:nvSpPr>
              <p:cNvPr id="75806" name="Line 36"/>
              <p:cNvSpPr/>
              <p:nvPr/>
            </p:nvSpPr>
            <p:spPr>
              <a:xfrm>
                <a:off x="0" y="0"/>
                <a:ext cx="13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5807" name="Line 37"/>
              <p:cNvSpPr/>
              <p:nvPr/>
            </p:nvSpPr>
            <p:spPr>
              <a:xfrm>
                <a:off x="816" y="0"/>
                <a:ext cx="13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5805" name="Line 38"/>
            <p:cNvSpPr/>
            <p:nvPr/>
          </p:nvSpPr>
          <p:spPr>
            <a:xfrm>
              <a:off x="1361" y="0"/>
              <a:ext cx="317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6839" name="Group 39"/>
          <p:cNvGrpSpPr/>
          <p:nvPr/>
        </p:nvGrpSpPr>
        <p:grpSpPr>
          <a:xfrm>
            <a:off x="2195513" y="3644900"/>
            <a:ext cx="3671887" cy="433388"/>
            <a:chOff x="0" y="0"/>
            <a:chExt cx="2313" cy="273"/>
          </a:xfrm>
        </p:grpSpPr>
        <p:sp>
          <p:nvSpPr>
            <p:cNvPr id="75801" name="Oval 40"/>
            <p:cNvSpPr/>
            <p:nvPr/>
          </p:nvSpPr>
          <p:spPr>
            <a:xfrm>
              <a:off x="0" y="0"/>
              <a:ext cx="182" cy="272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5802" name="Oval 41"/>
            <p:cNvSpPr/>
            <p:nvPr/>
          </p:nvSpPr>
          <p:spPr>
            <a:xfrm>
              <a:off x="2087" y="0"/>
              <a:ext cx="226" cy="273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5803" name="Line 42"/>
            <p:cNvSpPr/>
            <p:nvPr/>
          </p:nvSpPr>
          <p:spPr>
            <a:xfrm>
              <a:off x="1588" y="46"/>
              <a:ext cx="318" cy="22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6843" name="Group 43"/>
          <p:cNvGrpSpPr/>
          <p:nvPr/>
        </p:nvGrpSpPr>
        <p:grpSpPr>
          <a:xfrm>
            <a:off x="3203575" y="3644900"/>
            <a:ext cx="2951163" cy="504825"/>
            <a:chOff x="0" y="0"/>
            <a:chExt cx="1859" cy="318"/>
          </a:xfrm>
        </p:grpSpPr>
        <p:sp>
          <p:nvSpPr>
            <p:cNvPr id="75798" name="Oval 44"/>
            <p:cNvSpPr/>
            <p:nvPr/>
          </p:nvSpPr>
          <p:spPr>
            <a:xfrm>
              <a:off x="590" y="0"/>
              <a:ext cx="181" cy="318"/>
            </a:xfrm>
            <a:prstGeom prst="ellipse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5799" name="Oval 45"/>
            <p:cNvSpPr/>
            <p:nvPr/>
          </p:nvSpPr>
          <p:spPr>
            <a:xfrm>
              <a:off x="1678" y="0"/>
              <a:ext cx="181" cy="272"/>
            </a:xfrm>
            <a:prstGeom prst="ellipse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5800" name="Line 46"/>
            <p:cNvSpPr/>
            <p:nvPr/>
          </p:nvSpPr>
          <p:spPr>
            <a:xfrm>
              <a:off x="0" y="46"/>
              <a:ext cx="227" cy="226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6847" name="Text Box 47"/>
          <p:cNvSpPr txBox="1"/>
          <p:nvPr/>
        </p:nvSpPr>
        <p:spPr>
          <a:xfrm>
            <a:off x="4427538" y="4868863"/>
            <a:ext cx="4321175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; </a:t>
            </a:r>
            <a:r>
              <a:rPr lang="en-US" altLang="zh-CN" sz="2800" b="0" dirty="0">
                <a:latin typeface="Verdana" panose="020B0604030504040204" pitchFamily="34" charset="0"/>
              </a:rPr>
              <a:t>①⑤</a:t>
            </a:r>
            <a:r>
              <a:rPr lang="zh-CN" altLang="en-US" sz="2800" b="0" dirty="0">
                <a:latin typeface="Verdana" panose="020B0604030504040204" pitchFamily="34" charset="0"/>
              </a:rPr>
              <a:t>消去④</a:t>
            </a:r>
            <a:r>
              <a:rPr lang="en-US" altLang="zh-CN" sz="2800" b="0" dirty="0">
                <a:latin typeface="Times New Roman" panose="02020603050405020304" pitchFamily="18" charset="0"/>
              </a:rPr>
              <a:t>,</a:t>
            </a:r>
            <a:r>
              <a:rPr lang="en-US" altLang="zh-CN" sz="2800" b="0" dirty="0">
                <a:latin typeface="Verdana" panose="020B0604030504040204" pitchFamily="34" charset="0"/>
              </a:rPr>
              <a:t>③⑤</a:t>
            </a:r>
            <a:r>
              <a:rPr lang="zh-CN" altLang="en-US" sz="2800" b="0" dirty="0">
                <a:latin typeface="Verdana" panose="020B0604030504040204" pitchFamily="34" charset="0"/>
              </a:rPr>
              <a:t>消去②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graphicFrame>
        <p:nvGraphicFramePr>
          <p:cNvPr id="76848" name="Object 48"/>
          <p:cNvGraphicFramePr>
            <a:graphicFrameLocks noChangeAspect="1"/>
          </p:cNvGraphicFramePr>
          <p:nvPr/>
        </p:nvGraphicFramePr>
        <p:xfrm>
          <a:off x="1909763" y="4968875"/>
          <a:ext cx="25749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9" imgW="1168400" imgH="177800" progId="Equation.3">
                  <p:embed/>
                </p:oleObj>
              </mc:Choice>
              <mc:Fallback>
                <p:oleObj name="" r:id="rId9" imgW="1168400" imgH="17780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09763" y="4968875"/>
                        <a:ext cx="2574925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9" name="Text Box 49"/>
          <p:cNvSpPr txBox="1"/>
          <p:nvPr/>
        </p:nvSpPr>
        <p:spPr>
          <a:xfrm>
            <a:off x="6227763" y="1268413"/>
            <a:ext cx="23764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rgbClr val="CC3300"/>
                </a:solidFill>
                <a:latin typeface="Verdana" panose="020B0604030504040204" pitchFamily="34" charset="0"/>
              </a:rPr>
              <a:t>;</a:t>
            </a:r>
            <a:r>
              <a:rPr lang="zh-CN" altLang="en-US" sz="2800" b="0" dirty="0">
                <a:solidFill>
                  <a:srgbClr val="CC3300"/>
                </a:solidFill>
                <a:latin typeface="Verdana" panose="020B0604030504040204" pitchFamily="34" charset="0"/>
              </a:rPr>
              <a:t>增加冗余项</a:t>
            </a:r>
            <a:endParaRPr lang="zh-CN" altLang="en-US" sz="2800" b="0" dirty="0">
              <a:solidFill>
                <a:srgbClr val="CC3300"/>
              </a:solidFill>
              <a:latin typeface="Verdana" panose="020B0604030504040204" pitchFamily="34" charset="0"/>
            </a:endParaRPr>
          </a:p>
        </p:txBody>
      </p:sp>
      <p:sp>
        <p:nvSpPr>
          <p:cNvPr id="76850" name="Text Box 50"/>
          <p:cNvSpPr txBox="1"/>
          <p:nvPr/>
        </p:nvSpPr>
        <p:spPr>
          <a:xfrm>
            <a:off x="6227763" y="3644900"/>
            <a:ext cx="23764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rgbClr val="CC3300"/>
                </a:solidFill>
                <a:latin typeface="Verdana" panose="020B0604030504040204" pitchFamily="34" charset="0"/>
              </a:rPr>
              <a:t>;</a:t>
            </a:r>
            <a:r>
              <a:rPr lang="zh-CN" altLang="en-US" sz="2800" b="0" dirty="0">
                <a:solidFill>
                  <a:srgbClr val="CC3300"/>
                </a:solidFill>
                <a:latin typeface="Verdana" panose="020B0604030504040204" pitchFamily="34" charset="0"/>
              </a:rPr>
              <a:t>增加冗余项</a:t>
            </a:r>
            <a:endParaRPr lang="zh-CN" altLang="en-US" sz="2800" b="0" dirty="0">
              <a:solidFill>
                <a:srgbClr val="CC33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7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76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6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/>
      <p:bldP spid="76825" grpId="0" animBg="1"/>
      <p:bldP spid="76826" grpId="0"/>
      <p:bldP spid="76847" grpId="0" animBg="1"/>
      <p:bldP spid="76849" grpId="0"/>
      <p:bldP spid="7685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Text Box 2"/>
          <p:cNvSpPr txBox="1"/>
          <p:nvPr/>
        </p:nvSpPr>
        <p:spPr>
          <a:xfrm>
            <a:off x="395288" y="333375"/>
            <a:ext cx="3671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2.6.7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化简逻辑函数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760413" y="1077913"/>
          <a:ext cx="7119937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1" imgW="3568700" imgH="203200" progId="Equation.3">
                  <p:embed/>
                </p:oleObj>
              </mc:Choice>
              <mc:Fallback>
                <p:oleObj name="" r:id="rId1" imgW="3568700" imgH="2032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0413" y="1077913"/>
                        <a:ext cx="7119937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/>
          <p:nvPr/>
        </p:nvSpPr>
        <p:spPr>
          <a:xfrm>
            <a:off x="323850" y="1700213"/>
            <a:ext cx="10080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解：</a:t>
            </a:r>
            <a:endParaRPr lang="zh-CN" altLang="en-US" sz="2800" b="0" dirty="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903288" y="1798638"/>
          <a:ext cx="7119937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3" imgW="3568700" imgH="203200" progId="Equation.3">
                  <p:embed/>
                </p:oleObj>
              </mc:Choice>
              <mc:Fallback>
                <p:oleObj name="" r:id="rId3" imgW="3568700" imgH="2032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3288" y="1798638"/>
                        <a:ext cx="7119937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30" name="Group 6"/>
          <p:cNvGrpSpPr/>
          <p:nvPr/>
        </p:nvGrpSpPr>
        <p:grpSpPr>
          <a:xfrm>
            <a:off x="3635375" y="2133600"/>
            <a:ext cx="3024188" cy="0"/>
            <a:chOff x="0" y="0"/>
            <a:chExt cx="1905" cy="0"/>
          </a:xfrm>
        </p:grpSpPr>
        <p:sp>
          <p:nvSpPr>
            <p:cNvPr id="76826" name="Line 7"/>
            <p:cNvSpPr/>
            <p:nvPr/>
          </p:nvSpPr>
          <p:spPr>
            <a:xfrm>
              <a:off x="0" y="0"/>
              <a:ext cx="27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7" name="Line 8"/>
            <p:cNvSpPr/>
            <p:nvPr/>
          </p:nvSpPr>
          <p:spPr>
            <a:xfrm>
              <a:off x="1633" y="0"/>
              <a:ext cx="27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77833" name="Object 9"/>
          <p:cNvGraphicFramePr>
            <a:graphicFrameLocks noChangeAspect="1"/>
          </p:cNvGraphicFramePr>
          <p:nvPr/>
        </p:nvGraphicFramePr>
        <p:xfrm>
          <a:off x="1031875" y="2660650"/>
          <a:ext cx="54213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5" imgW="2717800" imgH="203200" progId="Equation.3">
                  <p:embed/>
                </p:oleObj>
              </mc:Choice>
              <mc:Fallback>
                <p:oleObj name="" r:id="rId5" imgW="2717800" imgH="2032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31875" y="2660650"/>
                        <a:ext cx="542131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4" name="AutoShape 10"/>
          <p:cNvSpPr/>
          <p:nvPr/>
        </p:nvSpPr>
        <p:spPr>
          <a:xfrm>
            <a:off x="6804025" y="2276475"/>
            <a:ext cx="1727200" cy="720725"/>
          </a:xfrm>
          <a:prstGeom prst="wedgeEllipseCallout">
            <a:avLst>
              <a:gd name="adj1" fmla="val -84282"/>
              <a:gd name="adj2" fmla="val -696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rgbClr val="FF3300"/>
                </a:solidFill>
                <a:latin typeface="Verdana" panose="020B0604030504040204" pitchFamily="34" charset="0"/>
              </a:rPr>
              <a:t>吸收法</a:t>
            </a:r>
            <a:endParaRPr lang="zh-CN" altLang="en-US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  <p:sp>
        <p:nvSpPr>
          <p:cNvPr id="77835" name="AutoShape 11"/>
          <p:cNvSpPr/>
          <p:nvPr/>
        </p:nvSpPr>
        <p:spPr>
          <a:xfrm>
            <a:off x="4716463" y="2133600"/>
            <a:ext cx="215900" cy="503238"/>
          </a:xfrm>
          <a:prstGeom prst="downArrow">
            <a:avLst>
              <a:gd name="adj1" fmla="val 50000"/>
              <a:gd name="adj2" fmla="val 58272"/>
            </a:avLst>
          </a:prstGeom>
          <a:solidFill>
            <a:srgbClr val="00FF00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7836" name="Object 12"/>
          <p:cNvGraphicFramePr>
            <a:graphicFrameLocks noChangeAspect="1"/>
          </p:cNvGraphicFramePr>
          <p:nvPr/>
        </p:nvGraphicFramePr>
        <p:xfrm>
          <a:off x="1184275" y="3670300"/>
          <a:ext cx="46609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7" imgW="2338070" imgH="177800" progId="Equation.3">
                  <p:embed/>
                </p:oleObj>
              </mc:Choice>
              <mc:Fallback>
                <p:oleObj name="" r:id="rId7" imgW="2338070" imgH="1778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4275" y="3670300"/>
                        <a:ext cx="4660900" cy="354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37" name="Group 13"/>
          <p:cNvGrpSpPr/>
          <p:nvPr/>
        </p:nvGrpSpPr>
        <p:grpSpPr>
          <a:xfrm>
            <a:off x="1979613" y="3068638"/>
            <a:ext cx="6913562" cy="1223962"/>
            <a:chOff x="0" y="0"/>
            <a:chExt cx="4355" cy="771"/>
          </a:xfrm>
        </p:grpSpPr>
        <p:sp>
          <p:nvSpPr>
            <p:cNvPr id="76823" name="Line 14"/>
            <p:cNvSpPr/>
            <p:nvPr/>
          </p:nvSpPr>
          <p:spPr>
            <a:xfrm>
              <a:off x="0" y="0"/>
              <a:ext cx="318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4" name="Line 15"/>
            <p:cNvSpPr/>
            <p:nvPr/>
          </p:nvSpPr>
          <p:spPr>
            <a:xfrm>
              <a:off x="1633" y="0"/>
              <a:ext cx="317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5" name="AutoShape 16"/>
            <p:cNvSpPr/>
            <p:nvPr/>
          </p:nvSpPr>
          <p:spPr>
            <a:xfrm>
              <a:off x="2812" y="318"/>
              <a:ext cx="1543" cy="453"/>
            </a:xfrm>
            <a:prstGeom prst="cloudCallout">
              <a:avLst>
                <a:gd name="adj1" fmla="val -113708"/>
                <a:gd name="adj2" fmla="val -115565"/>
              </a:avLst>
            </a:prstGeom>
            <a:solidFill>
              <a:srgbClr val="FFFF00"/>
            </a:solidFill>
            <a:ln w="952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lang="zh-CN" altLang="en-US" dirty="0">
                  <a:latin typeface="Verdana" panose="020B0604030504040204" pitchFamily="34" charset="0"/>
                </a:rPr>
                <a:t>消因子法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aphicFrame>
        <p:nvGraphicFramePr>
          <p:cNvPr id="77841" name="Object 17"/>
          <p:cNvGraphicFramePr>
            <a:graphicFrameLocks noChangeAspect="1"/>
          </p:cNvGraphicFramePr>
          <p:nvPr/>
        </p:nvGraphicFramePr>
        <p:xfrm>
          <a:off x="1195388" y="4606925"/>
          <a:ext cx="281305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9" imgW="1409700" imgH="177800" progId="Equation.3">
                  <p:embed/>
                </p:oleObj>
              </mc:Choice>
              <mc:Fallback>
                <p:oleObj name="" r:id="rId9" imgW="1409700" imgH="1778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5388" y="4606925"/>
                        <a:ext cx="2813050" cy="354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42" name="Group 18"/>
          <p:cNvGrpSpPr/>
          <p:nvPr/>
        </p:nvGrpSpPr>
        <p:grpSpPr>
          <a:xfrm>
            <a:off x="1403350" y="4076700"/>
            <a:ext cx="5473700" cy="865188"/>
            <a:chOff x="0" y="0"/>
            <a:chExt cx="3448" cy="545"/>
          </a:xfrm>
        </p:grpSpPr>
        <p:sp>
          <p:nvSpPr>
            <p:cNvPr id="76819" name="Line 19"/>
            <p:cNvSpPr/>
            <p:nvPr/>
          </p:nvSpPr>
          <p:spPr>
            <a:xfrm>
              <a:off x="1905" y="0"/>
              <a:ext cx="13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0" name="Line 20"/>
            <p:cNvSpPr/>
            <p:nvPr/>
          </p:nvSpPr>
          <p:spPr>
            <a:xfrm>
              <a:off x="2223" y="0"/>
              <a:ext cx="13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1" name="AutoShape 21"/>
            <p:cNvSpPr/>
            <p:nvPr/>
          </p:nvSpPr>
          <p:spPr>
            <a:xfrm>
              <a:off x="2404" y="227"/>
              <a:ext cx="1044" cy="318"/>
            </a:xfrm>
            <a:prstGeom prst="wedgeRoundRectCallout">
              <a:avLst>
                <a:gd name="adj1" fmla="val -66093"/>
                <a:gd name="adj2" fmla="val -103144"/>
                <a:gd name="adj3" fmla="val 16667"/>
              </a:avLst>
            </a:prstGeom>
            <a:solidFill>
              <a:srgbClr val="00FF00"/>
            </a:solidFill>
            <a:ln w="9525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lang="zh-CN" altLang="en-US" dirty="0">
                  <a:latin typeface="Verdana" panose="020B0604030504040204" pitchFamily="34" charset="0"/>
                </a:rPr>
                <a:t>吸收法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6822" name="Line 22"/>
            <p:cNvSpPr/>
            <p:nvPr/>
          </p:nvSpPr>
          <p:spPr>
            <a:xfrm>
              <a:off x="0" y="0"/>
              <a:ext cx="13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7847" name="Group 23"/>
          <p:cNvGrpSpPr/>
          <p:nvPr/>
        </p:nvGrpSpPr>
        <p:grpSpPr>
          <a:xfrm>
            <a:off x="1403350" y="5013325"/>
            <a:ext cx="5184775" cy="1006475"/>
            <a:chOff x="0" y="0"/>
            <a:chExt cx="3266" cy="634"/>
          </a:xfrm>
        </p:grpSpPr>
        <p:sp>
          <p:nvSpPr>
            <p:cNvPr id="76816" name="Line 24"/>
            <p:cNvSpPr/>
            <p:nvPr/>
          </p:nvSpPr>
          <p:spPr>
            <a:xfrm>
              <a:off x="0" y="0"/>
              <a:ext cx="181" cy="0"/>
            </a:xfrm>
            <a:prstGeom prst="line">
              <a:avLst/>
            </a:prstGeom>
            <a:ln w="38100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17" name="Line 25"/>
            <p:cNvSpPr/>
            <p:nvPr/>
          </p:nvSpPr>
          <p:spPr>
            <a:xfrm>
              <a:off x="453" y="0"/>
              <a:ext cx="181" cy="0"/>
            </a:xfrm>
            <a:prstGeom prst="line">
              <a:avLst/>
            </a:prstGeom>
            <a:ln w="38100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18" name="AutoShape 26"/>
            <p:cNvSpPr/>
            <p:nvPr/>
          </p:nvSpPr>
          <p:spPr>
            <a:xfrm>
              <a:off x="1814" y="181"/>
              <a:ext cx="1452" cy="453"/>
            </a:xfrm>
            <a:prstGeom prst="cloudCallout">
              <a:avLst>
                <a:gd name="adj1" fmla="val -100829"/>
                <a:gd name="adj2" fmla="val -95694"/>
              </a:avLst>
            </a:prstGeom>
            <a:solidFill>
              <a:srgbClr val="FF00FF"/>
            </a:solidFill>
            <a:ln w="952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lang="zh-CN" altLang="en-US" dirty="0">
                  <a:latin typeface="Verdana" panose="020B0604030504040204" pitchFamily="34" charset="0"/>
                </a:rPr>
                <a:t>消项法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aphicFrame>
        <p:nvGraphicFramePr>
          <p:cNvPr id="77851" name="Object 27"/>
          <p:cNvGraphicFramePr>
            <a:graphicFrameLocks noChangeAspect="1"/>
          </p:cNvGraphicFramePr>
          <p:nvPr/>
        </p:nvGraphicFramePr>
        <p:xfrm>
          <a:off x="1293813" y="5399088"/>
          <a:ext cx="2052637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11" imgW="1028700" imgH="177800" progId="Equation.3">
                  <p:embed/>
                </p:oleObj>
              </mc:Choice>
              <mc:Fallback>
                <p:oleObj name="" r:id="rId11" imgW="1028700" imgH="1778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93813" y="5399088"/>
                        <a:ext cx="2052637" cy="354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7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  <p:bldP spid="7783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Text Box 2"/>
          <p:cNvSpPr txBox="1"/>
          <p:nvPr/>
        </p:nvSpPr>
        <p:spPr>
          <a:xfrm>
            <a:off x="323850" y="1412875"/>
            <a:ext cx="4897438" cy="579438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latin typeface="Verdana" panose="020B0604030504040204" pitchFamily="34" charset="0"/>
              </a:rPr>
              <a:t>逻辑函数的卡诺图表示法</a:t>
            </a:r>
            <a:endParaRPr lang="zh-CN" altLang="en-US" sz="3200" b="0" dirty="0">
              <a:latin typeface="Verdana" panose="020B0604030504040204" pitchFamily="34" charset="0"/>
            </a:endParaRPr>
          </a:p>
        </p:txBody>
      </p:sp>
      <p:sp>
        <p:nvSpPr>
          <p:cNvPr id="78851" name="Text Box 3"/>
          <p:cNvSpPr txBox="1"/>
          <p:nvPr/>
        </p:nvSpPr>
        <p:spPr>
          <a:xfrm>
            <a:off x="611188" y="3573463"/>
            <a:ext cx="7993062" cy="175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0" dirty="0">
                <a:latin typeface="Verdana" panose="020B0604030504040204" pitchFamily="34" charset="0"/>
              </a:rPr>
              <a:t>     </a:t>
            </a:r>
            <a:r>
              <a:rPr lang="zh-CN" altLang="en-US" sz="2800" b="0" dirty="0">
                <a:latin typeface="Verdana" panose="020B0604030504040204" pitchFamily="34" charset="0"/>
              </a:rPr>
              <a:t>将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Verdana" panose="020B0604030504040204" pitchFamily="34" charset="0"/>
              </a:rPr>
              <a:t>变量的全部最小项各用一个小方块表示，并使具有</a:t>
            </a:r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逻辑相邻性</a:t>
            </a:r>
            <a:r>
              <a:rPr lang="zh-CN" altLang="en-US" sz="2800" b="0" dirty="0">
                <a:latin typeface="Verdana" panose="020B0604030504040204" pitchFamily="34" charset="0"/>
              </a:rPr>
              <a:t>的最小项在</a:t>
            </a:r>
            <a:r>
              <a:rPr lang="zh-CN" altLang="en-US" sz="2800" dirty="0">
                <a:solidFill>
                  <a:srgbClr val="FF3300"/>
                </a:solidFill>
                <a:latin typeface="Verdana" panose="020B0604030504040204" pitchFamily="34" charset="0"/>
              </a:rPr>
              <a:t>几何位置上相邻</a:t>
            </a:r>
            <a:r>
              <a:rPr lang="zh-CN" altLang="en-US" sz="2800" b="0" dirty="0">
                <a:latin typeface="Verdana" panose="020B0604030504040204" pitchFamily="34" charset="0"/>
              </a:rPr>
              <a:t>排列，得到的图形叫做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Verdana" panose="020B0604030504040204" pitchFamily="34" charset="0"/>
              </a:rPr>
              <a:t>变量最小项的卡诺图。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78852" name="Text Box 4"/>
          <p:cNvSpPr txBox="1"/>
          <p:nvPr/>
        </p:nvSpPr>
        <p:spPr>
          <a:xfrm>
            <a:off x="827088" y="2565400"/>
            <a:ext cx="2881312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卡诺图的定义：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78853" name="Text Box 5"/>
          <p:cNvSpPr txBox="1"/>
          <p:nvPr/>
        </p:nvSpPr>
        <p:spPr>
          <a:xfrm>
            <a:off x="395288" y="476250"/>
            <a:ext cx="3889375" cy="5794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</a:rPr>
              <a:t>二、卡诺图化简法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nimBg="1"/>
      <p:bldP spid="78851" grpId="0"/>
      <p:bldP spid="78852" grpId="0" animBg="1"/>
      <p:bldP spid="7885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Text Box 2"/>
          <p:cNvSpPr txBox="1"/>
          <p:nvPr/>
        </p:nvSpPr>
        <p:spPr>
          <a:xfrm>
            <a:off x="684213" y="692150"/>
            <a:ext cx="7632700" cy="1457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Verdana" panose="020B0604030504040204" pitchFamily="34" charset="0"/>
              </a:rPr>
              <a:t>逻辑相邻项：</a:t>
            </a:r>
            <a:r>
              <a:rPr lang="zh-CN" altLang="en-US" sz="3200" dirty="0">
                <a:solidFill>
                  <a:schemeClr val="tx2"/>
                </a:solidFill>
                <a:latin typeface="Verdana" panose="020B0604030504040204" pitchFamily="34" charset="0"/>
              </a:rPr>
              <a:t>仅有一个变量不同其余变量均相同的两个最小项，称为逻辑相邻项。</a:t>
            </a:r>
            <a:endParaRPr lang="zh-CN" altLang="en-US" sz="320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grpSp>
        <p:nvGrpSpPr>
          <p:cNvPr id="79875" name="Group 3"/>
          <p:cNvGrpSpPr>
            <a:grpSpLocks noChangeAspect="1"/>
          </p:cNvGrpSpPr>
          <p:nvPr/>
        </p:nvGrpSpPr>
        <p:grpSpPr>
          <a:xfrm>
            <a:off x="1917700" y="2965450"/>
            <a:ext cx="4208463" cy="1889125"/>
            <a:chOff x="0" y="0"/>
            <a:chExt cx="2651" cy="1190"/>
          </a:xfrm>
        </p:grpSpPr>
        <p:graphicFrame>
          <p:nvGraphicFramePr>
            <p:cNvPr id="78858" name="Object 4"/>
            <p:cNvGraphicFramePr>
              <a:graphicFrameLocks noChangeAspect="1"/>
            </p:cNvGraphicFramePr>
            <p:nvPr/>
          </p:nvGraphicFramePr>
          <p:xfrm>
            <a:off x="1827" y="0"/>
            <a:ext cx="824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" name="" r:id="rId1" imgW="393700" imgH="177800" progId="Equation.3">
                    <p:embed/>
                  </p:oleObj>
                </mc:Choice>
                <mc:Fallback>
                  <p:oleObj name="" r:id="rId1" imgW="393700" imgH="1778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27" y="0"/>
                          <a:ext cx="824" cy="3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59" name="Object 5"/>
            <p:cNvGraphicFramePr>
              <a:graphicFrameLocks noChangeAspect="1"/>
            </p:cNvGraphicFramePr>
            <p:nvPr/>
          </p:nvGraphicFramePr>
          <p:xfrm>
            <a:off x="0" y="0"/>
            <a:ext cx="876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3" imgW="419100" imgH="177800" progId="Equation.3">
                    <p:embed/>
                  </p:oleObj>
                </mc:Choice>
                <mc:Fallback>
                  <p:oleObj name="" r:id="rId3" imgW="419100" imgH="17780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876" cy="3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60" name="Object 6"/>
            <p:cNvGraphicFramePr>
              <a:graphicFrameLocks noChangeAspect="1"/>
            </p:cNvGraphicFramePr>
            <p:nvPr/>
          </p:nvGraphicFramePr>
          <p:xfrm>
            <a:off x="952" y="818"/>
            <a:ext cx="877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5" imgW="419100" imgH="177800" progId="Equation.3">
                    <p:embed/>
                  </p:oleObj>
                </mc:Choice>
                <mc:Fallback>
                  <p:oleObj name="" r:id="rId5" imgW="419100" imgH="177800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52" y="818"/>
                          <a:ext cx="877" cy="3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879" name="Group 7"/>
          <p:cNvGrpSpPr/>
          <p:nvPr/>
        </p:nvGrpSpPr>
        <p:grpSpPr>
          <a:xfrm>
            <a:off x="755650" y="3573463"/>
            <a:ext cx="3168650" cy="1439862"/>
            <a:chOff x="0" y="0"/>
            <a:chExt cx="1996" cy="907"/>
          </a:xfrm>
        </p:grpSpPr>
        <p:sp>
          <p:nvSpPr>
            <p:cNvPr id="78856" name="Line 8"/>
            <p:cNvSpPr/>
            <p:nvPr/>
          </p:nvSpPr>
          <p:spPr>
            <a:xfrm flipH="1" flipV="1">
              <a:off x="1406" y="0"/>
              <a:ext cx="59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57" name="AutoShape 9"/>
            <p:cNvSpPr/>
            <p:nvPr/>
          </p:nvSpPr>
          <p:spPr>
            <a:xfrm>
              <a:off x="0" y="227"/>
              <a:ext cx="1406" cy="680"/>
            </a:xfrm>
            <a:prstGeom prst="wedgeRoundRectCallout">
              <a:avLst>
                <a:gd name="adj1" fmla="val 63157"/>
                <a:gd name="adj2" fmla="val -55148"/>
                <a:gd name="adj3" fmla="val 16667"/>
              </a:avLst>
            </a:prstGeom>
            <a:solidFill>
              <a:schemeClr val="accent1"/>
            </a:solidFill>
            <a:ln w="38100" cap="flat" cmpd="sng">
              <a:solidFill>
                <a:srgbClr val="00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lang="zh-CN" altLang="en-US" sz="2800" dirty="0">
                  <a:latin typeface="Verdana" panose="020B0604030504040204" pitchFamily="34" charset="0"/>
                </a:rPr>
                <a:t>不是逻辑相邻项</a:t>
              </a:r>
              <a:endParaRPr lang="zh-CN" altLang="en-US" sz="280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79882" name="Group 10"/>
          <p:cNvGrpSpPr/>
          <p:nvPr/>
        </p:nvGrpSpPr>
        <p:grpSpPr>
          <a:xfrm>
            <a:off x="4211638" y="3573463"/>
            <a:ext cx="3744912" cy="1800225"/>
            <a:chOff x="0" y="0"/>
            <a:chExt cx="2359" cy="1134"/>
          </a:xfrm>
        </p:grpSpPr>
        <p:sp>
          <p:nvSpPr>
            <p:cNvPr id="78854" name="Line 11"/>
            <p:cNvSpPr/>
            <p:nvPr/>
          </p:nvSpPr>
          <p:spPr>
            <a:xfrm flipV="1">
              <a:off x="0" y="0"/>
              <a:ext cx="545" cy="40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55" name="AutoShape 12"/>
            <p:cNvSpPr/>
            <p:nvPr/>
          </p:nvSpPr>
          <p:spPr>
            <a:xfrm>
              <a:off x="862" y="272"/>
              <a:ext cx="1497" cy="862"/>
            </a:xfrm>
            <a:prstGeom prst="cloudCallout">
              <a:avLst>
                <a:gd name="adj1" fmla="val -79324"/>
                <a:gd name="adj2" fmla="val -62991"/>
              </a:avLst>
            </a:prstGeom>
            <a:solidFill>
              <a:srgbClr val="FFFF99"/>
            </a:solidFill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/>
              <a:r>
                <a:rPr lang="zh-CN" altLang="en-US" sz="2800" dirty="0">
                  <a:latin typeface="Verdana" panose="020B0604030504040204" pitchFamily="34" charset="0"/>
                </a:rPr>
                <a:t>是逻辑相邻项</a:t>
              </a:r>
              <a:endParaRPr lang="zh-CN" altLang="en-US" sz="2800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Text Box 2"/>
          <p:cNvSpPr txBox="1"/>
          <p:nvPr/>
        </p:nvSpPr>
        <p:spPr>
          <a:xfrm>
            <a:off x="539750" y="404813"/>
            <a:ext cx="2881313" cy="519112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卡诺图的表示：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80899" name="Text Box 3"/>
          <p:cNvSpPr txBox="1"/>
          <p:nvPr/>
        </p:nvSpPr>
        <p:spPr>
          <a:xfrm>
            <a:off x="690563" y="2946400"/>
            <a:ext cx="50053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</a:rPr>
              <a:t>、一变量全部最小项的卡诺图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80900" name="Text Box 4"/>
          <p:cNvSpPr txBox="1"/>
          <p:nvPr/>
        </p:nvSpPr>
        <p:spPr>
          <a:xfrm>
            <a:off x="784225" y="3729038"/>
            <a:ext cx="2895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Times New Roman" panose="02020603050405020304" pitchFamily="18" charset="0"/>
              </a:rPr>
              <a:t>一变量Y=F（A），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80901" name="Rectangle 5"/>
          <p:cNvSpPr/>
          <p:nvPr/>
        </p:nvSpPr>
        <p:spPr>
          <a:xfrm>
            <a:off x="2954338" y="4703763"/>
            <a:ext cx="1411287" cy="522287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0902" name="Line 6"/>
          <p:cNvSpPr/>
          <p:nvPr/>
        </p:nvSpPr>
        <p:spPr>
          <a:xfrm flipH="1" flipV="1">
            <a:off x="2725738" y="4506913"/>
            <a:ext cx="228600" cy="19685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03" name="Text Box 7"/>
          <p:cNvSpPr txBox="1"/>
          <p:nvPr/>
        </p:nvSpPr>
        <p:spPr>
          <a:xfrm>
            <a:off x="2379663" y="426085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Y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04" name="Text Box 8"/>
          <p:cNvSpPr txBox="1"/>
          <p:nvPr/>
        </p:nvSpPr>
        <p:spPr>
          <a:xfrm>
            <a:off x="2720975" y="4194175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A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05" name="Text Box 9"/>
          <p:cNvSpPr txBox="1"/>
          <p:nvPr/>
        </p:nvSpPr>
        <p:spPr>
          <a:xfrm>
            <a:off x="3214688" y="42814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0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06" name="Text Box 10"/>
          <p:cNvSpPr txBox="1"/>
          <p:nvPr/>
        </p:nvSpPr>
        <p:spPr>
          <a:xfrm>
            <a:off x="3779838" y="42814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1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07" name="Text Box 11"/>
          <p:cNvSpPr txBox="1"/>
          <p:nvPr/>
        </p:nvSpPr>
        <p:spPr>
          <a:xfrm>
            <a:off x="3851275" y="471805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A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08" name="Line 12"/>
          <p:cNvSpPr/>
          <p:nvPr/>
        </p:nvSpPr>
        <p:spPr>
          <a:xfrm>
            <a:off x="3662363" y="4703763"/>
            <a:ext cx="0" cy="522287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09" name="Rectangle 13"/>
          <p:cNvSpPr/>
          <p:nvPr/>
        </p:nvSpPr>
        <p:spPr>
          <a:xfrm>
            <a:off x="5761038" y="4654550"/>
            <a:ext cx="1411287" cy="522288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0910" name="Line 14"/>
          <p:cNvSpPr/>
          <p:nvPr/>
        </p:nvSpPr>
        <p:spPr>
          <a:xfrm flipH="1" flipV="1">
            <a:off x="5532438" y="4457700"/>
            <a:ext cx="228600" cy="19685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11" name="Text Box 15"/>
          <p:cNvSpPr txBox="1"/>
          <p:nvPr/>
        </p:nvSpPr>
        <p:spPr>
          <a:xfrm>
            <a:off x="5186363" y="421163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Y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12" name="Text Box 16"/>
          <p:cNvSpPr txBox="1"/>
          <p:nvPr/>
        </p:nvSpPr>
        <p:spPr>
          <a:xfrm>
            <a:off x="5567363" y="413543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A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13" name="Text Box 17"/>
          <p:cNvSpPr txBox="1"/>
          <p:nvPr/>
        </p:nvSpPr>
        <p:spPr>
          <a:xfrm>
            <a:off x="6021388" y="4232275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0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14" name="Text Box 18"/>
          <p:cNvSpPr txBox="1"/>
          <p:nvPr/>
        </p:nvSpPr>
        <p:spPr>
          <a:xfrm>
            <a:off x="6586538" y="4232275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1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15" name="Line 19"/>
          <p:cNvSpPr/>
          <p:nvPr/>
        </p:nvSpPr>
        <p:spPr>
          <a:xfrm>
            <a:off x="6469063" y="4654550"/>
            <a:ext cx="0" cy="522288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16" name="Text Box 20"/>
          <p:cNvSpPr txBox="1"/>
          <p:nvPr/>
        </p:nvSpPr>
        <p:spPr>
          <a:xfrm>
            <a:off x="5805488" y="4672013"/>
            <a:ext cx="5810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0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17" name="Text Box 21"/>
          <p:cNvSpPr txBox="1"/>
          <p:nvPr/>
        </p:nvSpPr>
        <p:spPr>
          <a:xfrm>
            <a:off x="6659563" y="4672013"/>
            <a:ext cx="5810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1</a:t>
            </a:r>
            <a:endParaRPr lang="en-US" altLang="zh-CN" sz="2800" b="0" dirty="0">
              <a:latin typeface="Times New Roman" panose="02020603050405020304" pitchFamily="18" charset="0"/>
            </a:endParaRPr>
          </a:p>
        </p:txBody>
      </p:sp>
      <p:sp>
        <p:nvSpPr>
          <p:cNvPr id="80918" name="Text Box 22"/>
          <p:cNvSpPr txBox="1"/>
          <p:nvPr/>
        </p:nvSpPr>
        <p:spPr>
          <a:xfrm>
            <a:off x="3375025" y="3630613"/>
            <a:ext cx="2317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800" b="0" dirty="0">
                <a:latin typeface="Times New Roman" panose="02020603050405020304" pitchFamily="18" charset="0"/>
              </a:rPr>
              <a:t>全部最小项：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80919" name="Text Box 23"/>
          <p:cNvSpPr txBox="1"/>
          <p:nvPr/>
        </p:nvSpPr>
        <p:spPr>
          <a:xfrm>
            <a:off x="5518150" y="3630613"/>
            <a:ext cx="7969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A</a:t>
            </a:r>
            <a:r>
              <a:rPr lang="zh-CN" altLang="en-US" sz="2800" b="0" dirty="0">
                <a:latin typeface="Times New Roman" panose="02020603050405020304" pitchFamily="18" charset="0"/>
              </a:rPr>
              <a:t>，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80920" name="Text Box 24"/>
          <p:cNvSpPr txBox="1"/>
          <p:nvPr/>
        </p:nvSpPr>
        <p:spPr>
          <a:xfrm>
            <a:off x="6234113" y="3629025"/>
            <a:ext cx="6826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A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endParaRPr lang="en-US" altLang="zh-CN" sz="2800" b="0" baseline="30000" dirty="0">
              <a:latin typeface="Verdana" panose="020B0604030504040204" pitchFamily="34" charset="0"/>
            </a:endParaRPr>
          </a:p>
        </p:txBody>
      </p:sp>
      <p:sp>
        <p:nvSpPr>
          <p:cNvPr id="80921" name="Text Box 25"/>
          <p:cNvSpPr txBox="1"/>
          <p:nvPr/>
        </p:nvSpPr>
        <p:spPr>
          <a:xfrm>
            <a:off x="606425" y="4489450"/>
            <a:ext cx="1606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800" b="0" dirty="0">
                <a:latin typeface="Times New Roman" panose="02020603050405020304" pitchFamily="18" charset="0"/>
              </a:rPr>
              <a:t>卡诺图：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80922" name="Text Box 26"/>
          <p:cNvSpPr txBox="1"/>
          <p:nvPr/>
        </p:nvSpPr>
        <p:spPr>
          <a:xfrm>
            <a:off x="755650" y="1268413"/>
            <a:ext cx="76327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just" eaLnBrk="1" hangingPunct="1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800" b="0" dirty="0">
                <a:latin typeface="Verdana" panose="020B0604030504040204" pitchFamily="34" charset="0"/>
              </a:rPr>
              <a:t>   </a:t>
            </a:r>
            <a:r>
              <a:rPr lang="zh-CN" altLang="en-US" sz="3200" b="0" dirty="0">
                <a:latin typeface="Verdana" panose="020B0604030504040204" pitchFamily="34" charset="0"/>
              </a:rPr>
              <a:t>下面我们根据逻辑函数变量数目的不同分别介绍一下：</a:t>
            </a:r>
            <a:endParaRPr lang="zh-CN" altLang="en-US" sz="3200" b="0" dirty="0">
              <a:latin typeface="Verdana" panose="020B0604030504040204" pitchFamily="34" charset="0"/>
            </a:endParaRPr>
          </a:p>
        </p:txBody>
      </p:sp>
      <p:sp>
        <p:nvSpPr>
          <p:cNvPr id="80923" name="Text Box 27"/>
          <p:cNvSpPr txBox="1"/>
          <p:nvPr/>
        </p:nvSpPr>
        <p:spPr>
          <a:xfrm>
            <a:off x="2955925" y="4673600"/>
            <a:ext cx="6826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0" dirty="0">
                <a:latin typeface="Times New Roman" panose="02020603050405020304" pitchFamily="18" charset="0"/>
              </a:rPr>
              <a:t>A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endParaRPr lang="en-US" altLang="zh-CN" sz="2800" b="0" baseline="30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/>
      <p:bldP spid="80900" grpId="0"/>
      <p:bldP spid="80903" grpId="0"/>
      <p:bldP spid="80904" grpId="0"/>
      <p:bldP spid="80905" grpId="0"/>
      <p:bldP spid="80906" grpId="0"/>
      <p:bldP spid="80907" grpId="0"/>
      <p:bldP spid="80911" grpId="0"/>
      <p:bldP spid="80912" grpId="0"/>
      <p:bldP spid="80913" grpId="0"/>
      <p:bldP spid="80914" grpId="0"/>
      <p:bldP spid="80916" grpId="0"/>
      <p:bldP spid="80917" grpId="0"/>
      <p:bldP spid="80918" grpId="0"/>
      <p:bldP spid="80919" grpId="0"/>
      <p:bldP spid="80920" grpId="0"/>
      <p:bldP spid="80921" grpId="0"/>
      <p:bldP spid="80922" grpId="0"/>
      <p:bldP spid="8092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/>
          <p:nvPr/>
        </p:nvSpPr>
        <p:spPr>
          <a:xfrm>
            <a:off x="1243013" y="2209800"/>
            <a:ext cx="1828800" cy="1066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23" name="Line 3"/>
          <p:cNvSpPr/>
          <p:nvPr/>
        </p:nvSpPr>
        <p:spPr>
          <a:xfrm flipH="1" flipV="1">
            <a:off x="785813" y="1895475"/>
            <a:ext cx="457200" cy="3095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24" name="Line 4"/>
          <p:cNvSpPr/>
          <p:nvPr/>
        </p:nvSpPr>
        <p:spPr>
          <a:xfrm>
            <a:off x="1243013" y="2743200"/>
            <a:ext cx="1828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25" name="Line 5"/>
          <p:cNvSpPr/>
          <p:nvPr/>
        </p:nvSpPr>
        <p:spPr>
          <a:xfrm>
            <a:off x="2157413" y="2209800"/>
            <a:ext cx="0" cy="1066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26" name="Text Box 6"/>
          <p:cNvSpPr txBox="1"/>
          <p:nvPr/>
        </p:nvSpPr>
        <p:spPr>
          <a:xfrm>
            <a:off x="685800" y="198120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27" name="Text Box 7"/>
          <p:cNvSpPr txBox="1"/>
          <p:nvPr/>
        </p:nvSpPr>
        <p:spPr>
          <a:xfrm>
            <a:off x="984250" y="1676400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B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28" name="Text Box 8"/>
          <p:cNvSpPr txBox="1"/>
          <p:nvPr/>
        </p:nvSpPr>
        <p:spPr>
          <a:xfrm>
            <a:off x="450850" y="167640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29" name="Text Box 9"/>
          <p:cNvSpPr txBox="1"/>
          <p:nvPr/>
        </p:nvSpPr>
        <p:spPr>
          <a:xfrm>
            <a:off x="922338" y="2286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0" name="Text Box 10"/>
          <p:cNvSpPr txBox="1"/>
          <p:nvPr/>
        </p:nvSpPr>
        <p:spPr>
          <a:xfrm>
            <a:off x="922338" y="278447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1" name="Text Box 11"/>
          <p:cNvSpPr txBox="1"/>
          <p:nvPr/>
        </p:nvSpPr>
        <p:spPr>
          <a:xfrm>
            <a:off x="1531938" y="179387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2" name="Text Box 12"/>
          <p:cNvSpPr txBox="1"/>
          <p:nvPr/>
        </p:nvSpPr>
        <p:spPr>
          <a:xfrm>
            <a:off x="2386013" y="1752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3" name="Text Box 13"/>
          <p:cNvSpPr txBox="1"/>
          <p:nvPr/>
        </p:nvSpPr>
        <p:spPr>
          <a:xfrm>
            <a:off x="1455738" y="216376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4" name="Text Box 14"/>
          <p:cNvSpPr txBox="1"/>
          <p:nvPr/>
        </p:nvSpPr>
        <p:spPr>
          <a:xfrm>
            <a:off x="2309813" y="216376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5" name="Text Box 15"/>
          <p:cNvSpPr txBox="1"/>
          <p:nvPr/>
        </p:nvSpPr>
        <p:spPr>
          <a:xfrm>
            <a:off x="1471613" y="2609850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6" name="Text Box 16"/>
          <p:cNvSpPr txBox="1"/>
          <p:nvPr/>
        </p:nvSpPr>
        <p:spPr>
          <a:xfrm>
            <a:off x="2309813" y="263366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3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7" name="Text Box 17"/>
          <p:cNvSpPr txBox="1"/>
          <p:nvPr/>
        </p:nvSpPr>
        <p:spPr>
          <a:xfrm>
            <a:off x="4522788" y="914400"/>
            <a:ext cx="4048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8" name="Text Box 18"/>
          <p:cNvSpPr txBox="1"/>
          <p:nvPr/>
        </p:nvSpPr>
        <p:spPr>
          <a:xfrm>
            <a:off x="4878388" y="838200"/>
            <a:ext cx="6080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AB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39" name="Text Box 19"/>
          <p:cNvSpPr txBox="1"/>
          <p:nvPr/>
        </p:nvSpPr>
        <p:spPr>
          <a:xfrm>
            <a:off x="5378450" y="9906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40" name="Text Box 20"/>
          <p:cNvSpPr txBox="1"/>
          <p:nvPr/>
        </p:nvSpPr>
        <p:spPr>
          <a:xfrm>
            <a:off x="6140450" y="9906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41" name="Text Box 21"/>
          <p:cNvSpPr txBox="1"/>
          <p:nvPr/>
        </p:nvSpPr>
        <p:spPr>
          <a:xfrm>
            <a:off x="6826250" y="9906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42" name="Text Box 22"/>
          <p:cNvSpPr txBox="1"/>
          <p:nvPr/>
        </p:nvSpPr>
        <p:spPr>
          <a:xfrm>
            <a:off x="7620000" y="9906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43" name="Text Box 23"/>
          <p:cNvSpPr txBox="1"/>
          <p:nvPr/>
        </p:nvSpPr>
        <p:spPr>
          <a:xfrm>
            <a:off x="6821488" y="1524000"/>
            <a:ext cx="6842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 B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44" name="Rectangle 24"/>
          <p:cNvSpPr/>
          <p:nvPr/>
        </p:nvSpPr>
        <p:spPr>
          <a:xfrm>
            <a:off x="5257800" y="1371600"/>
            <a:ext cx="3048000" cy="68580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45" name="Line 25"/>
          <p:cNvSpPr/>
          <p:nvPr/>
        </p:nvSpPr>
        <p:spPr>
          <a:xfrm flipH="1" flipV="1">
            <a:off x="4819650" y="1155700"/>
            <a:ext cx="460375" cy="233363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46" name="Line 26"/>
          <p:cNvSpPr/>
          <p:nvPr/>
        </p:nvSpPr>
        <p:spPr>
          <a:xfrm>
            <a:off x="6019800" y="1371600"/>
            <a:ext cx="0" cy="6858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47" name="Line 27"/>
          <p:cNvSpPr/>
          <p:nvPr/>
        </p:nvSpPr>
        <p:spPr>
          <a:xfrm>
            <a:off x="6781800" y="1371600"/>
            <a:ext cx="0" cy="6858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48" name="Line 28"/>
          <p:cNvSpPr/>
          <p:nvPr/>
        </p:nvSpPr>
        <p:spPr>
          <a:xfrm>
            <a:off x="7543800" y="1371600"/>
            <a:ext cx="0" cy="6858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49" name="Text Box 29"/>
          <p:cNvSpPr txBox="1"/>
          <p:nvPr/>
        </p:nvSpPr>
        <p:spPr>
          <a:xfrm>
            <a:off x="5262563" y="1533525"/>
            <a:ext cx="806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1800" b="0" dirty="0">
                <a:latin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1800" b="0" dirty="0">
                <a:latin typeface="Times New Roman" panose="02020603050405020304" pitchFamily="18" charset="0"/>
              </a:rPr>
              <a:t>B</a:t>
            </a:r>
            <a:r>
              <a:rPr lang="en-US" altLang="zh-CN" sz="1800" b="0" baseline="30000" dirty="0">
                <a:latin typeface="Verdana" panose="020B0604030504040204" pitchFamily="34" charset="0"/>
              </a:rPr>
              <a:t>′</a:t>
            </a:r>
            <a:endParaRPr lang="en-US" altLang="zh-CN" sz="1800" b="0" baseline="30000" dirty="0">
              <a:latin typeface="Verdana" panose="020B0604030504040204" pitchFamily="34" charset="0"/>
            </a:endParaRPr>
          </a:p>
        </p:txBody>
      </p:sp>
      <p:sp>
        <p:nvSpPr>
          <p:cNvPr id="81950" name="Text Box 30"/>
          <p:cNvSpPr txBox="1"/>
          <p:nvPr/>
        </p:nvSpPr>
        <p:spPr>
          <a:xfrm>
            <a:off x="6011863" y="1484313"/>
            <a:ext cx="8493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B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51" name="Text Box 31"/>
          <p:cNvSpPr txBox="1"/>
          <p:nvPr/>
        </p:nvSpPr>
        <p:spPr>
          <a:xfrm>
            <a:off x="7524750" y="1485900"/>
            <a:ext cx="9255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 B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endParaRPr lang="en-US" altLang="zh-CN" sz="2800" b="0" baseline="30000" dirty="0">
              <a:latin typeface="Verdana" panose="020B0604030504040204" pitchFamily="34" charset="0"/>
            </a:endParaRPr>
          </a:p>
        </p:txBody>
      </p:sp>
      <p:sp>
        <p:nvSpPr>
          <p:cNvPr id="81952" name="Text Box 32"/>
          <p:cNvSpPr txBox="1"/>
          <p:nvPr/>
        </p:nvSpPr>
        <p:spPr>
          <a:xfrm>
            <a:off x="5427663" y="23463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53" name="Text Box 33"/>
          <p:cNvSpPr txBox="1"/>
          <p:nvPr/>
        </p:nvSpPr>
        <p:spPr>
          <a:xfrm>
            <a:off x="6189663" y="23463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54" name="Text Box 34"/>
          <p:cNvSpPr txBox="1"/>
          <p:nvPr/>
        </p:nvSpPr>
        <p:spPr>
          <a:xfrm>
            <a:off x="6875463" y="23463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55" name="Text Box 35"/>
          <p:cNvSpPr txBox="1"/>
          <p:nvPr/>
        </p:nvSpPr>
        <p:spPr>
          <a:xfrm>
            <a:off x="7669213" y="23463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grpSp>
        <p:nvGrpSpPr>
          <p:cNvPr id="81956" name="Group 36"/>
          <p:cNvGrpSpPr/>
          <p:nvPr/>
        </p:nvGrpSpPr>
        <p:grpSpPr>
          <a:xfrm>
            <a:off x="4572000" y="2222500"/>
            <a:ext cx="3783013" cy="1066800"/>
            <a:chOff x="0" y="0"/>
            <a:chExt cx="2383" cy="672"/>
          </a:xfrm>
        </p:grpSpPr>
        <p:sp>
          <p:nvSpPr>
            <p:cNvPr id="80988" name="Text Box 37"/>
            <p:cNvSpPr txBox="1"/>
            <p:nvPr/>
          </p:nvSpPr>
          <p:spPr>
            <a:xfrm>
              <a:off x="0" y="87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Y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0989" name="Text Box 38"/>
            <p:cNvSpPr txBox="1"/>
            <p:nvPr/>
          </p:nvSpPr>
          <p:spPr>
            <a:xfrm>
              <a:off x="224" y="0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AB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0990" name="Rectangle 39"/>
            <p:cNvSpPr/>
            <p:nvPr/>
          </p:nvSpPr>
          <p:spPr>
            <a:xfrm>
              <a:off x="463" y="321"/>
              <a:ext cx="1920" cy="351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0991" name="Line 40"/>
            <p:cNvSpPr/>
            <p:nvPr/>
          </p:nvSpPr>
          <p:spPr>
            <a:xfrm flipH="1" flipV="1">
              <a:off x="187" y="211"/>
              <a:ext cx="290" cy="119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92" name="Line 41"/>
            <p:cNvSpPr/>
            <p:nvPr/>
          </p:nvSpPr>
          <p:spPr>
            <a:xfrm>
              <a:off x="943" y="321"/>
              <a:ext cx="0" cy="351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93" name="Line 42"/>
            <p:cNvSpPr/>
            <p:nvPr/>
          </p:nvSpPr>
          <p:spPr>
            <a:xfrm>
              <a:off x="1423" y="321"/>
              <a:ext cx="0" cy="351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94" name="Line 43"/>
            <p:cNvSpPr/>
            <p:nvPr/>
          </p:nvSpPr>
          <p:spPr>
            <a:xfrm>
              <a:off x="1903" y="321"/>
              <a:ext cx="0" cy="351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1964" name="Text Box 44"/>
          <p:cNvSpPr txBox="1"/>
          <p:nvPr/>
        </p:nvSpPr>
        <p:spPr>
          <a:xfrm>
            <a:off x="5326063" y="2670175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65" name="Text Box 45"/>
          <p:cNvSpPr txBox="1"/>
          <p:nvPr/>
        </p:nvSpPr>
        <p:spPr>
          <a:xfrm>
            <a:off x="6180138" y="2670175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66" name="Text Box 46"/>
          <p:cNvSpPr txBox="1"/>
          <p:nvPr/>
        </p:nvSpPr>
        <p:spPr>
          <a:xfrm>
            <a:off x="6942138" y="2670175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3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67" name="Text Box 47"/>
          <p:cNvSpPr txBox="1"/>
          <p:nvPr/>
        </p:nvSpPr>
        <p:spPr>
          <a:xfrm>
            <a:off x="7696200" y="2689225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68" name="Line 48"/>
          <p:cNvSpPr/>
          <p:nvPr/>
        </p:nvSpPr>
        <p:spPr>
          <a:xfrm>
            <a:off x="2919413" y="558165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9" name="Line 49"/>
          <p:cNvSpPr/>
          <p:nvPr/>
        </p:nvSpPr>
        <p:spPr>
          <a:xfrm>
            <a:off x="1395413" y="6019800"/>
            <a:ext cx="30511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70" name="Rectangle 50"/>
          <p:cNvSpPr/>
          <p:nvPr/>
        </p:nvSpPr>
        <p:spPr>
          <a:xfrm>
            <a:off x="1395413" y="5570538"/>
            <a:ext cx="30480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71" name="Line 51"/>
          <p:cNvSpPr/>
          <p:nvPr/>
        </p:nvSpPr>
        <p:spPr>
          <a:xfrm>
            <a:off x="2157413" y="5570538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72" name="Line 52"/>
          <p:cNvSpPr/>
          <p:nvPr/>
        </p:nvSpPr>
        <p:spPr>
          <a:xfrm>
            <a:off x="3681413" y="5570538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73" name="Line 53"/>
          <p:cNvSpPr/>
          <p:nvPr/>
        </p:nvSpPr>
        <p:spPr>
          <a:xfrm flipH="1" flipV="1">
            <a:off x="1014413" y="5265738"/>
            <a:ext cx="381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74" name="Text Box 54"/>
          <p:cNvSpPr txBox="1"/>
          <p:nvPr/>
        </p:nvSpPr>
        <p:spPr>
          <a:xfrm>
            <a:off x="685800" y="4960938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75" name="Text Box 55"/>
          <p:cNvSpPr txBox="1"/>
          <p:nvPr/>
        </p:nvSpPr>
        <p:spPr>
          <a:xfrm>
            <a:off x="762000" y="5265738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76" name="Text Box 56"/>
          <p:cNvSpPr txBox="1"/>
          <p:nvPr/>
        </p:nvSpPr>
        <p:spPr>
          <a:xfrm>
            <a:off x="1074738" y="4926013"/>
            <a:ext cx="59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BC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77" name="Text Box 57"/>
          <p:cNvSpPr txBox="1"/>
          <p:nvPr/>
        </p:nvSpPr>
        <p:spPr>
          <a:xfrm>
            <a:off x="1058863" y="55594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78" name="Text Box 58"/>
          <p:cNvSpPr txBox="1"/>
          <p:nvPr/>
        </p:nvSpPr>
        <p:spPr>
          <a:xfrm>
            <a:off x="1058863" y="60166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79" name="Text Box 59"/>
          <p:cNvSpPr txBox="1"/>
          <p:nvPr/>
        </p:nvSpPr>
        <p:spPr>
          <a:xfrm>
            <a:off x="1531938" y="51435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0" name="Text Box 60"/>
          <p:cNvSpPr txBox="1"/>
          <p:nvPr/>
        </p:nvSpPr>
        <p:spPr>
          <a:xfrm>
            <a:off x="2293938" y="514667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1" name="Text Box 61"/>
          <p:cNvSpPr txBox="1"/>
          <p:nvPr/>
        </p:nvSpPr>
        <p:spPr>
          <a:xfrm>
            <a:off x="3071813" y="514667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2" name="Text Box 62"/>
          <p:cNvSpPr txBox="1"/>
          <p:nvPr/>
        </p:nvSpPr>
        <p:spPr>
          <a:xfrm>
            <a:off x="3833813" y="514667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3" name="Text Box 63"/>
          <p:cNvSpPr txBox="1"/>
          <p:nvPr/>
        </p:nvSpPr>
        <p:spPr>
          <a:xfrm>
            <a:off x="1471613" y="5451475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4" name="Text Box 64"/>
          <p:cNvSpPr txBox="1"/>
          <p:nvPr/>
        </p:nvSpPr>
        <p:spPr>
          <a:xfrm>
            <a:off x="2286000" y="5462588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5" name="Text Box 65"/>
          <p:cNvSpPr txBox="1"/>
          <p:nvPr/>
        </p:nvSpPr>
        <p:spPr>
          <a:xfrm>
            <a:off x="1487488" y="5919788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4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6" name="Text Box 66"/>
          <p:cNvSpPr txBox="1"/>
          <p:nvPr/>
        </p:nvSpPr>
        <p:spPr>
          <a:xfrm>
            <a:off x="2286000" y="5932488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5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7" name="Text Box 67"/>
          <p:cNvSpPr txBox="1"/>
          <p:nvPr/>
        </p:nvSpPr>
        <p:spPr>
          <a:xfrm>
            <a:off x="2987675" y="5461000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3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8" name="Text Box 68"/>
          <p:cNvSpPr txBox="1"/>
          <p:nvPr/>
        </p:nvSpPr>
        <p:spPr>
          <a:xfrm>
            <a:off x="3789363" y="5449888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9" name="Text Box 69"/>
          <p:cNvSpPr txBox="1"/>
          <p:nvPr/>
        </p:nvSpPr>
        <p:spPr>
          <a:xfrm>
            <a:off x="3003550" y="5907088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7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90" name="Text Box 70"/>
          <p:cNvSpPr txBox="1"/>
          <p:nvPr/>
        </p:nvSpPr>
        <p:spPr>
          <a:xfrm>
            <a:off x="3789363" y="5919788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6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91" name="Text Box 71"/>
          <p:cNvSpPr txBox="1"/>
          <p:nvPr/>
        </p:nvSpPr>
        <p:spPr>
          <a:xfrm>
            <a:off x="457200" y="457200"/>
            <a:ext cx="43211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C0066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CC0066"/>
                </a:solidFill>
                <a:latin typeface="Times New Roman" panose="02020603050405020304" pitchFamily="18" charset="0"/>
              </a:rPr>
              <a:t>、二变量全部最小项的卡诺图</a:t>
            </a:r>
            <a:endParaRPr lang="zh-CN" altLang="en-US" sz="2400" b="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92" name="Text Box 72"/>
          <p:cNvSpPr txBox="1"/>
          <p:nvPr/>
        </p:nvSpPr>
        <p:spPr>
          <a:xfrm>
            <a:off x="1066800" y="1066800"/>
            <a:ext cx="21605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Y= F</a:t>
            </a: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1993" name="Group 73"/>
          <p:cNvGrpSpPr/>
          <p:nvPr/>
        </p:nvGrpSpPr>
        <p:grpSpPr>
          <a:xfrm>
            <a:off x="6553200" y="4189413"/>
            <a:ext cx="1371600" cy="2286000"/>
            <a:chOff x="0" y="0"/>
            <a:chExt cx="864" cy="1920"/>
          </a:xfrm>
        </p:grpSpPr>
        <p:sp>
          <p:nvSpPr>
            <p:cNvPr id="80983" name="Rectangle 74"/>
            <p:cNvSpPr/>
            <p:nvPr/>
          </p:nvSpPr>
          <p:spPr>
            <a:xfrm>
              <a:off x="0" y="0"/>
              <a:ext cx="864" cy="19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0984" name="Line 75"/>
            <p:cNvSpPr/>
            <p:nvPr/>
          </p:nvSpPr>
          <p:spPr>
            <a:xfrm>
              <a:off x="0" y="48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85" name="Line 76"/>
            <p:cNvSpPr/>
            <p:nvPr/>
          </p:nvSpPr>
          <p:spPr>
            <a:xfrm>
              <a:off x="0" y="96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86" name="Line 77"/>
            <p:cNvSpPr/>
            <p:nvPr/>
          </p:nvSpPr>
          <p:spPr>
            <a:xfrm>
              <a:off x="0" y="14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87" name="Line 78"/>
            <p:cNvSpPr/>
            <p:nvPr/>
          </p:nvSpPr>
          <p:spPr>
            <a:xfrm>
              <a:off x="432" y="0"/>
              <a:ext cx="0" cy="19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1999" name="Line 79"/>
          <p:cNvSpPr/>
          <p:nvPr/>
        </p:nvSpPr>
        <p:spPr>
          <a:xfrm flipH="1" flipV="1">
            <a:off x="6286500" y="3862388"/>
            <a:ext cx="266700" cy="341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00" name="Text Box 80"/>
          <p:cNvSpPr txBox="1"/>
          <p:nvPr/>
        </p:nvSpPr>
        <p:spPr>
          <a:xfrm>
            <a:off x="5964238" y="3579813"/>
            <a:ext cx="4048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1" name="Text Box 81"/>
          <p:cNvSpPr txBox="1"/>
          <p:nvPr/>
        </p:nvSpPr>
        <p:spPr>
          <a:xfrm>
            <a:off x="5835650" y="3884613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AB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2" name="Text Box 82"/>
          <p:cNvSpPr txBox="1"/>
          <p:nvPr/>
        </p:nvSpPr>
        <p:spPr>
          <a:xfrm>
            <a:off x="6292850" y="3656013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C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3" name="Text Box 83"/>
          <p:cNvSpPr txBox="1"/>
          <p:nvPr/>
        </p:nvSpPr>
        <p:spPr>
          <a:xfrm>
            <a:off x="6080125" y="4265613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4" name="Text Box 84"/>
          <p:cNvSpPr txBox="1"/>
          <p:nvPr/>
        </p:nvSpPr>
        <p:spPr>
          <a:xfrm>
            <a:off x="6080125" y="484505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5" name="Text Box 85"/>
          <p:cNvSpPr txBox="1"/>
          <p:nvPr/>
        </p:nvSpPr>
        <p:spPr>
          <a:xfrm>
            <a:off x="6080125" y="54324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6" name="Text Box 86"/>
          <p:cNvSpPr txBox="1"/>
          <p:nvPr/>
        </p:nvSpPr>
        <p:spPr>
          <a:xfrm>
            <a:off x="6096000" y="6015038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7" name="Text Box 87"/>
          <p:cNvSpPr txBox="1"/>
          <p:nvPr/>
        </p:nvSpPr>
        <p:spPr>
          <a:xfrm>
            <a:off x="6718300" y="373221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8" name="Text Box 88"/>
          <p:cNvSpPr txBox="1"/>
          <p:nvPr/>
        </p:nvSpPr>
        <p:spPr>
          <a:xfrm>
            <a:off x="7359650" y="373221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09" name="Text Box 89"/>
          <p:cNvSpPr txBox="1"/>
          <p:nvPr/>
        </p:nvSpPr>
        <p:spPr>
          <a:xfrm>
            <a:off x="6637338" y="4143375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10" name="Text Box 90"/>
          <p:cNvSpPr txBox="1"/>
          <p:nvPr/>
        </p:nvSpPr>
        <p:spPr>
          <a:xfrm>
            <a:off x="7315200" y="4143375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11" name="Text Box 91"/>
          <p:cNvSpPr txBox="1"/>
          <p:nvPr/>
        </p:nvSpPr>
        <p:spPr>
          <a:xfrm>
            <a:off x="6637338" y="589756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4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12" name="Text Box 92"/>
          <p:cNvSpPr txBox="1"/>
          <p:nvPr/>
        </p:nvSpPr>
        <p:spPr>
          <a:xfrm>
            <a:off x="7323138" y="589756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5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13" name="Text Box 93"/>
          <p:cNvSpPr txBox="1"/>
          <p:nvPr/>
        </p:nvSpPr>
        <p:spPr>
          <a:xfrm>
            <a:off x="7323138" y="472281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3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14" name="Text Box 94"/>
          <p:cNvSpPr txBox="1"/>
          <p:nvPr/>
        </p:nvSpPr>
        <p:spPr>
          <a:xfrm>
            <a:off x="6637338" y="472281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15" name="Text Box 95"/>
          <p:cNvSpPr txBox="1"/>
          <p:nvPr/>
        </p:nvSpPr>
        <p:spPr>
          <a:xfrm>
            <a:off x="7323138" y="5310188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7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16" name="Text Box 96"/>
          <p:cNvSpPr txBox="1"/>
          <p:nvPr/>
        </p:nvSpPr>
        <p:spPr>
          <a:xfrm>
            <a:off x="6629400" y="5310188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6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017" name="Text Box 97"/>
          <p:cNvSpPr txBox="1"/>
          <p:nvPr/>
        </p:nvSpPr>
        <p:spPr>
          <a:xfrm>
            <a:off x="398463" y="3500438"/>
            <a:ext cx="43195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C0066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CC0066"/>
                </a:solidFill>
                <a:latin typeface="Times New Roman" panose="02020603050405020304" pitchFamily="18" charset="0"/>
              </a:rPr>
              <a:t>、三变量全部最小项的卡诺图</a:t>
            </a:r>
            <a:endParaRPr lang="zh-CN" altLang="en-US" sz="2400" b="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18" name="Text Box 98"/>
          <p:cNvSpPr txBox="1"/>
          <p:nvPr/>
        </p:nvSpPr>
        <p:spPr>
          <a:xfrm>
            <a:off x="860425" y="4191000"/>
            <a:ext cx="26685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 Y=F</a:t>
            </a: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19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1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1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82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82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82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82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819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81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819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81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81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8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8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8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8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8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8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8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8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2" dur="500"/>
                                        <p:tgtEl>
                                          <p:spTgt spid="8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8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8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8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8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8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8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8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8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7" dur="500"/>
                                        <p:tgtEl>
                                          <p:spTgt spid="8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2" dur="500"/>
                                        <p:tgtEl>
                                          <p:spTgt spid="8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0"/>
                            </p:stCondLst>
                            <p:childTnLst>
                              <p:par>
                                <p:cTn id="3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6" dur="500"/>
                                        <p:tgtEl>
                                          <p:spTgt spid="8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1" dur="500"/>
                                        <p:tgtEl>
                                          <p:spTgt spid="8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6" dur="500"/>
                                        <p:tgtEl>
                                          <p:spTgt spid="8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500"/>
                                        <p:tgtEl>
                                          <p:spTgt spid="8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6" dur="500"/>
                                        <p:tgtEl>
                                          <p:spTgt spid="8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8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6" dur="500"/>
                                        <p:tgtEl>
                                          <p:spTgt spid="8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1" dur="500"/>
                                        <p:tgtEl>
                                          <p:spTgt spid="8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6" dur="500"/>
                                        <p:tgtEl>
                                          <p:spTgt spid="8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1" dur="500"/>
                                        <p:tgtEl>
                                          <p:spTgt spid="8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500"/>
                                        <p:tgtEl>
                                          <p:spTgt spid="8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1" dur="500"/>
                                        <p:tgtEl>
                                          <p:spTgt spid="8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6" dur="500"/>
                                        <p:tgtEl>
                                          <p:spTgt spid="8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500"/>
                                        <p:tgtEl>
                                          <p:spTgt spid="8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6" dur="500"/>
                                        <p:tgtEl>
                                          <p:spTgt spid="8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1" dur="500"/>
                                        <p:tgtEl>
                                          <p:spTgt spid="8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6" dur="500"/>
                                        <p:tgtEl>
                                          <p:spTgt spid="8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/>
      <p:bldP spid="81927" grpId="0"/>
      <p:bldP spid="81928" grpId="0"/>
      <p:bldP spid="81929" grpId="0"/>
      <p:bldP spid="81930" grpId="0"/>
      <p:bldP spid="81931" grpId="0"/>
      <p:bldP spid="81932" grpId="0"/>
      <p:bldP spid="81933" grpId="0"/>
      <p:bldP spid="81934" grpId="0"/>
      <p:bldP spid="81935" grpId="0"/>
      <p:bldP spid="81936" grpId="0"/>
      <p:bldP spid="81937" grpId="0"/>
      <p:bldP spid="81938" grpId="0"/>
      <p:bldP spid="81939" grpId="0"/>
      <p:bldP spid="81940" grpId="0"/>
      <p:bldP spid="81941" grpId="0"/>
      <p:bldP spid="81942" grpId="0"/>
      <p:bldP spid="81943" grpId="0"/>
      <p:bldP spid="81949" grpId="0"/>
      <p:bldP spid="81950" grpId="0"/>
      <p:bldP spid="81951" grpId="0"/>
      <p:bldP spid="81952" grpId="0"/>
      <p:bldP spid="81953" grpId="0"/>
      <p:bldP spid="81954" grpId="0"/>
      <p:bldP spid="81955" grpId="0"/>
      <p:bldP spid="81964" grpId="0"/>
      <p:bldP spid="81965" grpId="0"/>
      <p:bldP spid="81966" grpId="0"/>
      <p:bldP spid="81967" grpId="0"/>
      <p:bldP spid="81974" grpId="0"/>
      <p:bldP spid="81975" grpId="0"/>
      <p:bldP spid="81976" grpId="0"/>
      <p:bldP spid="81977" grpId="0"/>
      <p:bldP spid="81978" grpId="0"/>
      <p:bldP spid="81979" grpId="0"/>
      <p:bldP spid="81980" grpId="0"/>
      <p:bldP spid="81981" grpId="0"/>
      <p:bldP spid="81982" grpId="0"/>
      <p:bldP spid="81983" grpId="0"/>
      <p:bldP spid="81984" grpId="0"/>
      <p:bldP spid="81985" grpId="0"/>
      <p:bldP spid="81986" grpId="0"/>
      <p:bldP spid="81987" grpId="0"/>
      <p:bldP spid="81988" grpId="0"/>
      <p:bldP spid="81989" grpId="0"/>
      <p:bldP spid="81990" grpId="0"/>
      <p:bldP spid="81991" grpId="0"/>
      <p:bldP spid="81992" grpId="0"/>
      <p:bldP spid="82000" grpId="0"/>
      <p:bldP spid="82001" grpId="0"/>
      <p:bldP spid="82002" grpId="0"/>
      <p:bldP spid="82003" grpId="0"/>
      <p:bldP spid="82004" grpId="0"/>
      <p:bldP spid="82005" grpId="0"/>
      <p:bldP spid="82006" grpId="0"/>
      <p:bldP spid="82007" grpId="0"/>
      <p:bldP spid="82008" grpId="0"/>
      <p:bldP spid="82009" grpId="0"/>
      <p:bldP spid="82010" grpId="0"/>
      <p:bldP spid="82011" grpId="0"/>
      <p:bldP spid="82012" grpId="0"/>
      <p:bldP spid="82013" grpId="0"/>
      <p:bldP spid="82014" grpId="0"/>
      <p:bldP spid="82015" grpId="0"/>
      <p:bldP spid="82016" grpId="0"/>
      <p:bldP spid="82017" grpId="0"/>
      <p:bldP spid="8201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2"/>
          <p:cNvSpPr/>
          <p:nvPr/>
        </p:nvSpPr>
        <p:spPr>
          <a:xfrm>
            <a:off x="1539875" y="2092325"/>
            <a:ext cx="3048000" cy="2133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947" name="Line 3"/>
          <p:cNvSpPr/>
          <p:nvPr/>
        </p:nvSpPr>
        <p:spPr>
          <a:xfrm>
            <a:off x="2301875" y="2092325"/>
            <a:ext cx="0" cy="213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48" name="Line 4"/>
          <p:cNvSpPr/>
          <p:nvPr/>
        </p:nvSpPr>
        <p:spPr>
          <a:xfrm>
            <a:off x="3063875" y="2092325"/>
            <a:ext cx="0" cy="213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49" name="Line 5"/>
          <p:cNvSpPr/>
          <p:nvPr/>
        </p:nvSpPr>
        <p:spPr>
          <a:xfrm>
            <a:off x="3825875" y="2092325"/>
            <a:ext cx="0" cy="213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50" name="Line 6"/>
          <p:cNvSpPr/>
          <p:nvPr/>
        </p:nvSpPr>
        <p:spPr>
          <a:xfrm>
            <a:off x="1539875" y="2625725"/>
            <a:ext cx="3048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51" name="Line 7"/>
          <p:cNvSpPr/>
          <p:nvPr/>
        </p:nvSpPr>
        <p:spPr>
          <a:xfrm>
            <a:off x="1539875" y="3159125"/>
            <a:ext cx="3048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52" name="Line 8"/>
          <p:cNvSpPr/>
          <p:nvPr/>
        </p:nvSpPr>
        <p:spPr>
          <a:xfrm>
            <a:off x="1539875" y="3692525"/>
            <a:ext cx="3048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53" name="Line 9"/>
          <p:cNvSpPr/>
          <p:nvPr/>
        </p:nvSpPr>
        <p:spPr>
          <a:xfrm flipH="1" flipV="1">
            <a:off x="1181100" y="1644650"/>
            <a:ext cx="381000" cy="454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54" name="Text Box 10"/>
          <p:cNvSpPr txBox="1"/>
          <p:nvPr/>
        </p:nvSpPr>
        <p:spPr>
          <a:xfrm>
            <a:off x="914400" y="137160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55" name="Text Box 11"/>
          <p:cNvSpPr txBox="1"/>
          <p:nvPr/>
        </p:nvSpPr>
        <p:spPr>
          <a:xfrm>
            <a:off x="838200" y="1711325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AB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56" name="Text Box 12"/>
          <p:cNvSpPr txBox="1"/>
          <p:nvPr/>
        </p:nvSpPr>
        <p:spPr>
          <a:xfrm>
            <a:off x="1236663" y="1406525"/>
            <a:ext cx="6080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CD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57" name="Text Box 13"/>
          <p:cNvSpPr txBox="1"/>
          <p:nvPr/>
        </p:nvSpPr>
        <p:spPr>
          <a:xfrm>
            <a:off x="1006475" y="21685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58" name="Text Box 14"/>
          <p:cNvSpPr txBox="1"/>
          <p:nvPr/>
        </p:nvSpPr>
        <p:spPr>
          <a:xfrm>
            <a:off x="1006475" y="26670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59" name="Text Box 15"/>
          <p:cNvSpPr txBox="1"/>
          <p:nvPr/>
        </p:nvSpPr>
        <p:spPr>
          <a:xfrm>
            <a:off x="1006475" y="32353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0" name="Text Box 16"/>
          <p:cNvSpPr txBox="1"/>
          <p:nvPr/>
        </p:nvSpPr>
        <p:spPr>
          <a:xfrm>
            <a:off x="1006475" y="376872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1" name="Text Box 17"/>
          <p:cNvSpPr txBox="1"/>
          <p:nvPr/>
        </p:nvSpPr>
        <p:spPr>
          <a:xfrm>
            <a:off x="1676400" y="16764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2" name="Text Box 18"/>
          <p:cNvSpPr txBox="1"/>
          <p:nvPr/>
        </p:nvSpPr>
        <p:spPr>
          <a:xfrm>
            <a:off x="2422525" y="165735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3" name="Text Box 19"/>
          <p:cNvSpPr txBox="1"/>
          <p:nvPr/>
        </p:nvSpPr>
        <p:spPr>
          <a:xfrm>
            <a:off x="3216275" y="165735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4" name="Text Box 20"/>
          <p:cNvSpPr txBox="1"/>
          <p:nvPr/>
        </p:nvSpPr>
        <p:spPr>
          <a:xfrm>
            <a:off x="3902075" y="165735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5" name="Text Box 21"/>
          <p:cNvSpPr txBox="1"/>
          <p:nvPr/>
        </p:nvSpPr>
        <p:spPr>
          <a:xfrm>
            <a:off x="1616075" y="2046288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6" name="Text Box 22"/>
          <p:cNvSpPr txBox="1"/>
          <p:nvPr/>
        </p:nvSpPr>
        <p:spPr>
          <a:xfrm>
            <a:off x="2378075" y="2046288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7" name="Text Box 23"/>
          <p:cNvSpPr txBox="1"/>
          <p:nvPr/>
        </p:nvSpPr>
        <p:spPr>
          <a:xfrm>
            <a:off x="1616075" y="2549525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4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8" name="Text Box 24"/>
          <p:cNvSpPr txBox="1"/>
          <p:nvPr/>
        </p:nvSpPr>
        <p:spPr>
          <a:xfrm>
            <a:off x="2378075" y="2549525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5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69" name="Text Box 25"/>
          <p:cNvSpPr txBox="1"/>
          <p:nvPr/>
        </p:nvSpPr>
        <p:spPr>
          <a:xfrm>
            <a:off x="3148013" y="2046288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3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0" name="Text Box 26"/>
          <p:cNvSpPr txBox="1"/>
          <p:nvPr/>
        </p:nvSpPr>
        <p:spPr>
          <a:xfrm>
            <a:off x="3910013" y="2046288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1" name="Text Box 27"/>
          <p:cNvSpPr txBox="1"/>
          <p:nvPr/>
        </p:nvSpPr>
        <p:spPr>
          <a:xfrm>
            <a:off x="3140075" y="2557463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7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2" name="Text Box 28"/>
          <p:cNvSpPr txBox="1"/>
          <p:nvPr/>
        </p:nvSpPr>
        <p:spPr>
          <a:xfrm>
            <a:off x="3910013" y="255746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6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3" name="Text Box 29"/>
          <p:cNvSpPr txBox="1"/>
          <p:nvPr/>
        </p:nvSpPr>
        <p:spPr>
          <a:xfrm>
            <a:off x="1616075" y="3113088"/>
            <a:ext cx="7032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12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4" name="Text Box 30"/>
          <p:cNvSpPr txBox="1"/>
          <p:nvPr/>
        </p:nvSpPr>
        <p:spPr>
          <a:xfrm>
            <a:off x="2378075" y="3113088"/>
            <a:ext cx="7032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13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5" name="Text Box 31"/>
          <p:cNvSpPr txBox="1"/>
          <p:nvPr/>
        </p:nvSpPr>
        <p:spPr>
          <a:xfrm>
            <a:off x="1616075" y="3638550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8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6" name="Text Box 32"/>
          <p:cNvSpPr txBox="1"/>
          <p:nvPr/>
        </p:nvSpPr>
        <p:spPr>
          <a:xfrm>
            <a:off x="2378075" y="3638550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9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7" name="Text Box 33"/>
          <p:cNvSpPr txBox="1"/>
          <p:nvPr/>
        </p:nvSpPr>
        <p:spPr>
          <a:xfrm>
            <a:off x="3148013" y="3113088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15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8" name="Text Box 34"/>
          <p:cNvSpPr txBox="1"/>
          <p:nvPr/>
        </p:nvSpPr>
        <p:spPr>
          <a:xfrm>
            <a:off x="3910013" y="30908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14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79" name="Text Box 35"/>
          <p:cNvSpPr txBox="1"/>
          <p:nvPr/>
        </p:nvSpPr>
        <p:spPr>
          <a:xfrm>
            <a:off x="3140075" y="3624263"/>
            <a:ext cx="7032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80" name="Text Box 36"/>
          <p:cNvSpPr txBox="1"/>
          <p:nvPr/>
        </p:nvSpPr>
        <p:spPr>
          <a:xfrm>
            <a:off x="3910013" y="36242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grpSp>
        <p:nvGrpSpPr>
          <p:cNvPr id="82981" name="Group 37"/>
          <p:cNvGrpSpPr/>
          <p:nvPr/>
        </p:nvGrpSpPr>
        <p:grpSpPr>
          <a:xfrm>
            <a:off x="6916738" y="914400"/>
            <a:ext cx="1371600" cy="2057400"/>
            <a:chOff x="0" y="0"/>
            <a:chExt cx="864" cy="1920"/>
          </a:xfrm>
        </p:grpSpPr>
        <p:sp>
          <p:nvSpPr>
            <p:cNvPr id="82003" name="Rectangle 38"/>
            <p:cNvSpPr/>
            <p:nvPr/>
          </p:nvSpPr>
          <p:spPr>
            <a:xfrm>
              <a:off x="0" y="0"/>
              <a:ext cx="864" cy="19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004" name="Line 39"/>
            <p:cNvSpPr/>
            <p:nvPr/>
          </p:nvSpPr>
          <p:spPr>
            <a:xfrm>
              <a:off x="0" y="48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05" name="Line 40"/>
            <p:cNvSpPr/>
            <p:nvPr/>
          </p:nvSpPr>
          <p:spPr>
            <a:xfrm>
              <a:off x="0" y="96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06" name="Line 41"/>
            <p:cNvSpPr/>
            <p:nvPr/>
          </p:nvSpPr>
          <p:spPr>
            <a:xfrm>
              <a:off x="0" y="14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07" name="Line 42"/>
            <p:cNvSpPr/>
            <p:nvPr/>
          </p:nvSpPr>
          <p:spPr>
            <a:xfrm>
              <a:off x="432" y="0"/>
              <a:ext cx="0" cy="19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987" name="Group 43"/>
          <p:cNvGrpSpPr/>
          <p:nvPr/>
        </p:nvGrpSpPr>
        <p:grpSpPr>
          <a:xfrm>
            <a:off x="6916738" y="2971800"/>
            <a:ext cx="1371600" cy="2057400"/>
            <a:chOff x="0" y="0"/>
            <a:chExt cx="864" cy="1920"/>
          </a:xfrm>
        </p:grpSpPr>
        <p:sp>
          <p:nvSpPr>
            <p:cNvPr id="81998" name="Rectangle 44"/>
            <p:cNvSpPr/>
            <p:nvPr/>
          </p:nvSpPr>
          <p:spPr>
            <a:xfrm>
              <a:off x="0" y="0"/>
              <a:ext cx="864" cy="19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1999" name="Line 45"/>
            <p:cNvSpPr/>
            <p:nvPr/>
          </p:nvSpPr>
          <p:spPr>
            <a:xfrm>
              <a:off x="0" y="48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00" name="Line 46"/>
            <p:cNvSpPr/>
            <p:nvPr/>
          </p:nvSpPr>
          <p:spPr>
            <a:xfrm>
              <a:off x="0" y="96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01" name="Line 47"/>
            <p:cNvSpPr/>
            <p:nvPr/>
          </p:nvSpPr>
          <p:spPr>
            <a:xfrm>
              <a:off x="0" y="14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02" name="Line 48"/>
            <p:cNvSpPr/>
            <p:nvPr/>
          </p:nvSpPr>
          <p:spPr>
            <a:xfrm>
              <a:off x="432" y="0"/>
              <a:ext cx="0" cy="19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2993" name="Line 49"/>
          <p:cNvSpPr/>
          <p:nvPr/>
        </p:nvSpPr>
        <p:spPr>
          <a:xfrm flipH="1" flipV="1">
            <a:off x="6611938" y="533400"/>
            <a:ext cx="304800" cy="3746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94" name="Text Box 50"/>
          <p:cNvSpPr txBox="1"/>
          <p:nvPr/>
        </p:nvSpPr>
        <p:spPr>
          <a:xfrm>
            <a:off x="6359525" y="22860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95" name="Text Box 51"/>
          <p:cNvSpPr txBox="1"/>
          <p:nvPr/>
        </p:nvSpPr>
        <p:spPr>
          <a:xfrm>
            <a:off x="5953125" y="609600"/>
            <a:ext cx="8112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ABC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96" name="Text Box 52"/>
          <p:cNvSpPr txBox="1"/>
          <p:nvPr/>
        </p:nvSpPr>
        <p:spPr>
          <a:xfrm>
            <a:off x="6688138" y="346075"/>
            <a:ext cx="4048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D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97" name="Text Box 53"/>
          <p:cNvSpPr txBox="1"/>
          <p:nvPr/>
        </p:nvSpPr>
        <p:spPr>
          <a:xfrm>
            <a:off x="6275388" y="955675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000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98" name="Text Box 54"/>
          <p:cNvSpPr txBox="1"/>
          <p:nvPr/>
        </p:nvSpPr>
        <p:spPr>
          <a:xfrm>
            <a:off x="6275388" y="14478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001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2999" name="Text Box 55"/>
          <p:cNvSpPr txBox="1"/>
          <p:nvPr/>
        </p:nvSpPr>
        <p:spPr>
          <a:xfrm>
            <a:off x="6275388" y="19812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0" name="Text Box 56"/>
          <p:cNvSpPr txBox="1"/>
          <p:nvPr/>
        </p:nvSpPr>
        <p:spPr>
          <a:xfrm>
            <a:off x="6275388" y="2479675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1" name="Text Box 57"/>
          <p:cNvSpPr txBox="1"/>
          <p:nvPr/>
        </p:nvSpPr>
        <p:spPr>
          <a:xfrm>
            <a:off x="6280150" y="45720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100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2" name="Text Box 58"/>
          <p:cNvSpPr txBox="1"/>
          <p:nvPr/>
        </p:nvSpPr>
        <p:spPr>
          <a:xfrm>
            <a:off x="6275388" y="40386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101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3" name="Text Box 59"/>
          <p:cNvSpPr txBox="1"/>
          <p:nvPr/>
        </p:nvSpPr>
        <p:spPr>
          <a:xfrm>
            <a:off x="6275388" y="3546475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4" name="Text Box 60"/>
          <p:cNvSpPr txBox="1"/>
          <p:nvPr/>
        </p:nvSpPr>
        <p:spPr>
          <a:xfrm>
            <a:off x="6275388" y="3013075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5" name="Text Box 61"/>
          <p:cNvSpPr txBox="1"/>
          <p:nvPr/>
        </p:nvSpPr>
        <p:spPr>
          <a:xfrm>
            <a:off x="7129463" y="49847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6" name="Text Box 62"/>
          <p:cNvSpPr txBox="1"/>
          <p:nvPr/>
        </p:nvSpPr>
        <p:spPr>
          <a:xfrm>
            <a:off x="7815263" y="45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7" name="Text Box 63"/>
          <p:cNvSpPr txBox="1"/>
          <p:nvPr/>
        </p:nvSpPr>
        <p:spPr>
          <a:xfrm>
            <a:off x="6992938" y="838200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8" name="Text Box 64"/>
          <p:cNvSpPr txBox="1"/>
          <p:nvPr/>
        </p:nvSpPr>
        <p:spPr>
          <a:xfrm>
            <a:off x="7686675" y="838200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09" name="Text Box 65"/>
          <p:cNvSpPr txBox="1"/>
          <p:nvPr/>
        </p:nvSpPr>
        <p:spPr>
          <a:xfrm>
            <a:off x="7686675" y="1371600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3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0" name="Text Box 66"/>
          <p:cNvSpPr txBox="1"/>
          <p:nvPr/>
        </p:nvSpPr>
        <p:spPr>
          <a:xfrm>
            <a:off x="6992938" y="1371600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1" name="Text Box 67"/>
          <p:cNvSpPr txBox="1"/>
          <p:nvPr/>
        </p:nvSpPr>
        <p:spPr>
          <a:xfrm>
            <a:off x="7000875" y="2392363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4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2" name="Text Box 68"/>
          <p:cNvSpPr txBox="1"/>
          <p:nvPr/>
        </p:nvSpPr>
        <p:spPr>
          <a:xfrm>
            <a:off x="7686675" y="2392363"/>
            <a:ext cx="601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5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3" name="Text Box 69"/>
          <p:cNvSpPr txBox="1"/>
          <p:nvPr/>
        </p:nvSpPr>
        <p:spPr>
          <a:xfrm>
            <a:off x="7678738" y="1828800"/>
            <a:ext cx="6016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7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4" name="Text Box 70"/>
          <p:cNvSpPr txBox="1"/>
          <p:nvPr/>
        </p:nvSpPr>
        <p:spPr>
          <a:xfrm>
            <a:off x="7000875" y="1828800"/>
            <a:ext cx="601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6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5" name="Text Box 71"/>
          <p:cNvSpPr txBox="1"/>
          <p:nvPr/>
        </p:nvSpPr>
        <p:spPr>
          <a:xfrm>
            <a:off x="6992938" y="444976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8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6" name="Text Box 72"/>
          <p:cNvSpPr txBox="1"/>
          <p:nvPr/>
        </p:nvSpPr>
        <p:spPr>
          <a:xfrm>
            <a:off x="7678738" y="4449763"/>
            <a:ext cx="6016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9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7" name="Text Box 73"/>
          <p:cNvSpPr txBox="1"/>
          <p:nvPr/>
        </p:nvSpPr>
        <p:spPr>
          <a:xfrm>
            <a:off x="7602538" y="39163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8" name="Text Box 74"/>
          <p:cNvSpPr txBox="1"/>
          <p:nvPr/>
        </p:nvSpPr>
        <p:spPr>
          <a:xfrm>
            <a:off x="6916738" y="39163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19" name="Text Box 75"/>
          <p:cNvSpPr txBox="1"/>
          <p:nvPr/>
        </p:nvSpPr>
        <p:spPr>
          <a:xfrm>
            <a:off x="6916738" y="2895600"/>
            <a:ext cx="7032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12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20" name="Text Box 76"/>
          <p:cNvSpPr txBox="1"/>
          <p:nvPr/>
        </p:nvSpPr>
        <p:spPr>
          <a:xfrm>
            <a:off x="7585075" y="2881313"/>
            <a:ext cx="7032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13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21" name="Text Box 77"/>
          <p:cNvSpPr txBox="1"/>
          <p:nvPr/>
        </p:nvSpPr>
        <p:spPr>
          <a:xfrm>
            <a:off x="7585075" y="3384550"/>
            <a:ext cx="7032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15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022" name="Text Box 78"/>
          <p:cNvSpPr txBox="1"/>
          <p:nvPr/>
        </p:nvSpPr>
        <p:spPr>
          <a:xfrm>
            <a:off x="6916738" y="33829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dirty="0">
                <a:latin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</a:rPr>
              <a:t>14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1989" name="Text Box 79"/>
          <p:cNvSpPr txBox="1"/>
          <p:nvPr/>
        </p:nvSpPr>
        <p:spPr>
          <a:xfrm>
            <a:off x="527050" y="381000"/>
            <a:ext cx="43402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、四变量全部最小项的卡诺图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83024" name="Text Box 80"/>
          <p:cNvSpPr txBox="1"/>
          <p:nvPr/>
        </p:nvSpPr>
        <p:spPr>
          <a:xfrm>
            <a:off x="990600" y="838200"/>
            <a:ext cx="31940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Y= F</a:t>
            </a:r>
            <a:r>
              <a:rPr lang="zh-CN" altLang="en-US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025" name="Text Box 81"/>
          <p:cNvSpPr txBox="1"/>
          <p:nvPr/>
        </p:nvSpPr>
        <p:spPr>
          <a:xfrm>
            <a:off x="609600" y="44958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dirty="0">
                <a:solidFill>
                  <a:srgbClr val="CC0066"/>
                </a:solidFill>
                <a:latin typeface="Times New Roman" panose="02020603050405020304" pitchFamily="18" charset="0"/>
              </a:rPr>
              <a:t>注意：</a:t>
            </a:r>
            <a:endParaRPr lang="zh-CN" altLang="en-US" sz="240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026" name="Text Box 82"/>
          <p:cNvSpPr txBox="1"/>
          <p:nvPr/>
        </p:nvSpPr>
        <p:spPr>
          <a:xfrm>
            <a:off x="1606550" y="50292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2400" b="0" dirty="0">
                <a:latin typeface="Times New Roman" panose="02020603050405020304" pitchFamily="18" charset="0"/>
              </a:rPr>
              <a:t>左右、上下；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3027" name="Text Box 83"/>
          <p:cNvSpPr txBox="1"/>
          <p:nvPr/>
        </p:nvSpPr>
        <p:spPr>
          <a:xfrm>
            <a:off x="1695450" y="4525963"/>
            <a:ext cx="2012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在卡诺图中，</a:t>
            </a:r>
            <a:endParaRPr lang="zh-CN" altLang="en-US" sz="2400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028" name="Text Box 84"/>
          <p:cNvSpPr txBox="1"/>
          <p:nvPr/>
        </p:nvSpPr>
        <p:spPr>
          <a:xfrm>
            <a:off x="1663700" y="5429250"/>
            <a:ext cx="2317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latin typeface="Times New Roman" panose="02020603050405020304" pitchFamily="18" charset="0"/>
              </a:rPr>
              <a:t>每一行的首尾；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3029" name="Text Box 85"/>
          <p:cNvSpPr txBox="1"/>
          <p:nvPr/>
        </p:nvSpPr>
        <p:spPr>
          <a:xfrm>
            <a:off x="1651000" y="5867400"/>
            <a:ext cx="2317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latin typeface="Times New Roman" panose="02020603050405020304" pitchFamily="18" charset="0"/>
              </a:rPr>
              <a:t>每一列的首尾；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3030" name="AutoShape 86"/>
          <p:cNvSpPr/>
          <p:nvPr/>
        </p:nvSpPr>
        <p:spPr>
          <a:xfrm>
            <a:off x="3797300" y="5143500"/>
            <a:ext cx="228600" cy="1066800"/>
          </a:xfrm>
          <a:prstGeom prst="rightBrace">
            <a:avLst>
              <a:gd name="adj1" fmla="val 38888"/>
              <a:gd name="adj2" fmla="val 50000"/>
            </a:avLst>
          </a:prstGeom>
          <a:noFill/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031" name="Text Box 87"/>
          <p:cNvSpPr txBox="1"/>
          <p:nvPr/>
        </p:nvSpPr>
        <p:spPr>
          <a:xfrm>
            <a:off x="4006850" y="5410200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latin typeface="Times New Roman" panose="02020603050405020304" pitchFamily="18" charset="0"/>
              </a:rPr>
              <a:t>的最小项都是逻辑相邻的。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8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8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82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82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8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8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82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8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829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8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82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8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8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8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8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8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8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8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8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8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8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8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8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83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8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3" dur="500"/>
                                        <p:tgtEl>
                                          <p:spTgt spid="8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8" dur="500"/>
                                        <p:tgtEl>
                                          <p:spTgt spid="8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83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8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3" dur="500"/>
                                        <p:tgtEl>
                                          <p:spTgt spid="8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8" dur="500"/>
                                        <p:tgtEl>
                                          <p:spTgt spid="8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830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8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3" dur="500"/>
                                        <p:tgtEl>
                                          <p:spTgt spid="8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8" dur="500"/>
                                        <p:tgtEl>
                                          <p:spTgt spid="8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830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8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3" dur="500"/>
                                        <p:tgtEl>
                                          <p:spTgt spid="8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8" dur="500"/>
                                        <p:tgtEl>
                                          <p:spTgt spid="8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830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8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8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8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500"/>
                                        <p:tgtEl>
                                          <p:spTgt spid="8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8" dur="500"/>
                                        <p:tgtEl>
                                          <p:spTgt spid="83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500"/>
                            </p:stCondLst>
                            <p:childTnLst>
                              <p:par>
                                <p:cTn id="3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8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4" grpId="0"/>
      <p:bldP spid="82955" grpId="0"/>
      <p:bldP spid="82956" grpId="0"/>
      <p:bldP spid="82957" grpId="0"/>
      <p:bldP spid="82958" grpId="0"/>
      <p:bldP spid="82959" grpId="0"/>
      <p:bldP spid="82960" grpId="0"/>
      <p:bldP spid="82961" grpId="0"/>
      <p:bldP spid="82962" grpId="0"/>
      <p:bldP spid="82963" grpId="0"/>
      <p:bldP spid="82964" grpId="0"/>
      <p:bldP spid="82965" grpId="0"/>
      <p:bldP spid="82966" grpId="0"/>
      <p:bldP spid="82967" grpId="0"/>
      <p:bldP spid="82968" grpId="0"/>
      <p:bldP spid="82969" grpId="0"/>
      <p:bldP spid="82970" grpId="0"/>
      <p:bldP spid="82971" grpId="0"/>
      <p:bldP spid="82972" grpId="0"/>
      <p:bldP spid="82973" grpId="0"/>
      <p:bldP spid="82974" grpId="0"/>
      <p:bldP spid="82975" grpId="0"/>
      <p:bldP spid="82976" grpId="0"/>
      <p:bldP spid="82977" grpId="0"/>
      <p:bldP spid="82978" grpId="0"/>
      <p:bldP spid="82979" grpId="0"/>
      <p:bldP spid="82980" grpId="0"/>
      <p:bldP spid="82994" grpId="0"/>
      <p:bldP spid="82995" grpId="0"/>
      <p:bldP spid="82996" grpId="0"/>
      <p:bldP spid="82997" grpId="0"/>
      <p:bldP spid="82998" grpId="0"/>
      <p:bldP spid="82999" grpId="0"/>
      <p:bldP spid="83000" grpId="0"/>
      <p:bldP spid="83001" grpId="0"/>
      <p:bldP spid="83002" grpId="0"/>
      <p:bldP spid="83003" grpId="0"/>
      <p:bldP spid="83004" grpId="0"/>
      <p:bldP spid="83005" grpId="0"/>
      <p:bldP spid="83006" grpId="0"/>
      <p:bldP spid="83007" grpId="0"/>
      <p:bldP spid="83008" grpId="0"/>
      <p:bldP spid="83009" grpId="0"/>
      <p:bldP spid="83010" grpId="0"/>
      <p:bldP spid="83011" grpId="0"/>
      <p:bldP spid="83012" grpId="0"/>
      <p:bldP spid="83013" grpId="0"/>
      <p:bldP spid="83014" grpId="0"/>
      <p:bldP spid="83015" grpId="0"/>
      <p:bldP spid="83016" grpId="0"/>
      <p:bldP spid="83017" grpId="0"/>
      <p:bldP spid="83018" grpId="0"/>
      <p:bldP spid="83019" grpId="0"/>
      <p:bldP spid="83020" grpId="0"/>
      <p:bldP spid="83021" grpId="0"/>
      <p:bldP spid="83022" grpId="0"/>
      <p:bldP spid="83024" grpId="0"/>
      <p:bldP spid="83025" grpId="0"/>
      <p:bldP spid="83026" grpId="0"/>
      <p:bldP spid="83027" grpId="0"/>
      <p:bldP spid="83028" grpId="0"/>
      <p:bldP spid="83029" grpId="0"/>
      <p:bldP spid="8303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Text Box 2"/>
          <p:cNvSpPr txBox="1"/>
          <p:nvPr/>
        </p:nvSpPr>
        <p:spPr>
          <a:xfrm>
            <a:off x="346075" y="2133600"/>
            <a:ext cx="43703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0" dirty="0">
                <a:latin typeface="Times New Roman" panose="02020603050405020304" pitchFamily="18" charset="0"/>
              </a:rPr>
              <a:t>Y = AC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+ A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C + BC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 + B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C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71" name="Text Box 3"/>
          <p:cNvSpPr txBox="1"/>
          <p:nvPr/>
        </p:nvSpPr>
        <p:spPr>
          <a:xfrm>
            <a:off x="3657600" y="3962400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卡诺图：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83972" name="Group 4"/>
          <p:cNvGrpSpPr/>
          <p:nvPr/>
        </p:nvGrpSpPr>
        <p:grpSpPr>
          <a:xfrm>
            <a:off x="5002213" y="3276600"/>
            <a:ext cx="3760787" cy="1562100"/>
            <a:chOff x="0" y="0"/>
            <a:chExt cx="2369" cy="984"/>
          </a:xfrm>
        </p:grpSpPr>
        <p:sp>
          <p:nvSpPr>
            <p:cNvPr id="83008" name="Line 5"/>
            <p:cNvSpPr/>
            <p:nvPr/>
          </p:nvSpPr>
          <p:spPr>
            <a:xfrm>
              <a:off x="447" y="687"/>
              <a:ext cx="19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83009" name="Group 6"/>
            <p:cNvGrpSpPr/>
            <p:nvPr/>
          </p:nvGrpSpPr>
          <p:grpSpPr>
            <a:xfrm>
              <a:off x="0" y="0"/>
              <a:ext cx="2367" cy="982"/>
              <a:chOff x="0" y="0"/>
              <a:chExt cx="2367" cy="982"/>
            </a:xfrm>
          </p:grpSpPr>
          <p:sp>
            <p:nvSpPr>
              <p:cNvPr id="83017" name="Rectangle 7"/>
              <p:cNvSpPr/>
              <p:nvPr/>
            </p:nvSpPr>
            <p:spPr>
              <a:xfrm>
                <a:off x="447" y="406"/>
                <a:ext cx="1920" cy="5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18" name="Line 8"/>
              <p:cNvSpPr/>
              <p:nvPr/>
            </p:nvSpPr>
            <p:spPr>
              <a:xfrm>
                <a:off x="927" y="40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019" name="Line 9"/>
              <p:cNvSpPr/>
              <p:nvPr/>
            </p:nvSpPr>
            <p:spPr>
              <a:xfrm>
                <a:off x="1887" y="40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020" name="Line 10"/>
              <p:cNvSpPr/>
              <p:nvPr/>
            </p:nvSpPr>
            <p:spPr>
              <a:xfrm flipH="1" flipV="1">
                <a:off x="207" y="214"/>
                <a:ext cx="24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021" name="Text Box 11"/>
              <p:cNvSpPr txBox="1"/>
              <p:nvPr/>
            </p:nvSpPr>
            <p:spPr>
              <a:xfrm>
                <a:off x="0" y="22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Y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22" name="Text Box 12"/>
              <p:cNvSpPr txBox="1"/>
              <p:nvPr/>
            </p:nvSpPr>
            <p:spPr>
              <a:xfrm>
                <a:off x="48" y="214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A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023" name="Text Box 13"/>
              <p:cNvSpPr txBox="1"/>
              <p:nvPr/>
            </p:nvSpPr>
            <p:spPr>
              <a:xfrm>
                <a:off x="245" y="0"/>
                <a:ext cx="3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BC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3010" name="Line 14"/>
            <p:cNvSpPr/>
            <p:nvPr/>
          </p:nvSpPr>
          <p:spPr>
            <a:xfrm>
              <a:off x="1392" y="408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011" name="Text Box 15"/>
            <p:cNvSpPr txBox="1"/>
            <p:nvPr/>
          </p:nvSpPr>
          <p:spPr>
            <a:xfrm>
              <a:off x="220" y="40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3012" name="Text Box 16"/>
            <p:cNvSpPr txBox="1"/>
            <p:nvPr/>
          </p:nvSpPr>
          <p:spPr>
            <a:xfrm>
              <a:off x="216" y="69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3013" name="Text Box 17"/>
            <p:cNvSpPr txBox="1"/>
            <p:nvPr/>
          </p:nvSpPr>
          <p:spPr>
            <a:xfrm>
              <a:off x="518" y="156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3014" name="Text Box 18"/>
            <p:cNvSpPr txBox="1"/>
            <p:nvPr/>
          </p:nvSpPr>
          <p:spPr>
            <a:xfrm>
              <a:off x="1006" y="144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3015" name="Text Box 19"/>
            <p:cNvSpPr txBox="1"/>
            <p:nvPr/>
          </p:nvSpPr>
          <p:spPr>
            <a:xfrm>
              <a:off x="1486" y="144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3016" name="Text Box 20"/>
            <p:cNvSpPr txBox="1"/>
            <p:nvPr/>
          </p:nvSpPr>
          <p:spPr>
            <a:xfrm>
              <a:off x="1971" y="144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3989" name="Text Box 21"/>
          <p:cNvSpPr txBox="1"/>
          <p:nvPr/>
        </p:nvSpPr>
        <p:spPr>
          <a:xfrm>
            <a:off x="6686550" y="39211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90" name="Text Box 22"/>
          <p:cNvSpPr txBox="1"/>
          <p:nvPr/>
        </p:nvSpPr>
        <p:spPr>
          <a:xfrm>
            <a:off x="8215313" y="39211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91" name="Text Box 23"/>
          <p:cNvSpPr txBox="1"/>
          <p:nvPr/>
        </p:nvSpPr>
        <p:spPr>
          <a:xfrm>
            <a:off x="7469188" y="39211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92" name="Text Box 24"/>
          <p:cNvSpPr txBox="1"/>
          <p:nvPr/>
        </p:nvSpPr>
        <p:spPr>
          <a:xfrm>
            <a:off x="5948363" y="43783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93" name="Text Box 25"/>
          <p:cNvSpPr txBox="1"/>
          <p:nvPr/>
        </p:nvSpPr>
        <p:spPr>
          <a:xfrm>
            <a:off x="6699250" y="43783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94" name="Text Box 26"/>
          <p:cNvSpPr txBox="1"/>
          <p:nvPr/>
        </p:nvSpPr>
        <p:spPr>
          <a:xfrm>
            <a:off x="8215313" y="43783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95" name="Text Box 27"/>
          <p:cNvSpPr txBox="1"/>
          <p:nvPr/>
        </p:nvSpPr>
        <p:spPr>
          <a:xfrm>
            <a:off x="7453313" y="43783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96" name="Text Box 28"/>
          <p:cNvSpPr txBox="1"/>
          <p:nvPr/>
        </p:nvSpPr>
        <p:spPr>
          <a:xfrm>
            <a:off x="5937250" y="39211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3997" name="Text Box 29"/>
          <p:cNvSpPr txBox="1"/>
          <p:nvPr/>
        </p:nvSpPr>
        <p:spPr>
          <a:xfrm>
            <a:off x="2627313" y="2636838"/>
            <a:ext cx="21193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0" baseline="30000" dirty="0">
                <a:solidFill>
                  <a:srgbClr val="CC6600"/>
                </a:solidFill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(B+B</a:t>
            </a:r>
            <a:r>
              <a:rPr lang="en-US" altLang="zh-CN" sz="2800" b="0" baseline="30000" dirty="0">
                <a:solidFill>
                  <a:srgbClr val="CC6600"/>
                </a:solidFill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)C +</a:t>
            </a:r>
            <a:endParaRPr lang="en-US" altLang="zh-CN" sz="2400" b="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98" name="Text Box 30"/>
          <p:cNvSpPr txBox="1"/>
          <p:nvPr/>
        </p:nvSpPr>
        <p:spPr>
          <a:xfrm>
            <a:off x="6516688" y="2636838"/>
            <a:ext cx="19653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(A+A</a:t>
            </a:r>
            <a:r>
              <a:rPr lang="en-US" altLang="zh-CN" sz="2800" b="0" baseline="30000" dirty="0">
                <a:solidFill>
                  <a:srgbClr val="CC6600"/>
                </a:solidFill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)B</a:t>
            </a:r>
            <a:r>
              <a:rPr lang="en-US" altLang="zh-CN" sz="2800" b="0" baseline="30000" dirty="0">
                <a:solidFill>
                  <a:srgbClr val="CC6600"/>
                </a:solidFill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C </a:t>
            </a:r>
            <a:endParaRPr lang="en-US" altLang="zh-CN" sz="2400" b="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99" name="Text Box 31"/>
          <p:cNvSpPr txBox="1"/>
          <p:nvPr/>
        </p:nvSpPr>
        <p:spPr>
          <a:xfrm>
            <a:off x="323850" y="2636838"/>
            <a:ext cx="24352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Y=A(B+B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)C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+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4000" name="Text Box 32"/>
          <p:cNvSpPr txBox="1"/>
          <p:nvPr/>
        </p:nvSpPr>
        <p:spPr>
          <a:xfrm>
            <a:off x="4572000" y="2636838"/>
            <a:ext cx="21367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(A+A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)BC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+ 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grpSp>
        <p:nvGrpSpPr>
          <p:cNvPr id="84001" name="Group 33"/>
          <p:cNvGrpSpPr/>
          <p:nvPr/>
        </p:nvGrpSpPr>
        <p:grpSpPr>
          <a:xfrm>
            <a:off x="596900" y="3048000"/>
            <a:ext cx="4248150" cy="457200"/>
            <a:chOff x="0" y="0"/>
            <a:chExt cx="2676" cy="288"/>
          </a:xfrm>
        </p:grpSpPr>
        <p:sp>
          <p:nvSpPr>
            <p:cNvPr id="83001" name="Text Box 34"/>
            <p:cNvSpPr txBox="1"/>
            <p:nvPr/>
          </p:nvSpPr>
          <p:spPr>
            <a:xfrm>
              <a:off x="0" y="0"/>
              <a:ext cx="8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=∑(m</a:t>
              </a:r>
              <a:r>
                <a:rPr lang="en-US" altLang="zh-CN" sz="2400" b="0" baseline="-25000" dirty="0">
                  <a:latin typeface="Times New Roman" panose="02020603050405020304" pitchFamily="18" charset="0"/>
                </a:rPr>
                <a:t>1 </a:t>
              </a:r>
              <a:r>
                <a:rPr lang="en-US" altLang="zh-CN" sz="2400" b="0" dirty="0">
                  <a:latin typeface="宋体" panose="02010600030101010101" pitchFamily="2" charset="-122"/>
                </a:rPr>
                <a:t>,</a:t>
              </a:r>
              <a:endParaRPr lang="en-US" altLang="zh-CN" sz="2400" b="0" dirty="0">
                <a:latin typeface="宋体" panose="02010600030101010101" pitchFamily="2" charset="-122"/>
              </a:endParaRPr>
            </a:p>
          </p:txBody>
        </p:sp>
        <p:sp>
          <p:nvSpPr>
            <p:cNvPr id="83002" name="Text Box 35"/>
            <p:cNvSpPr txBox="1"/>
            <p:nvPr/>
          </p:nvSpPr>
          <p:spPr>
            <a:xfrm>
              <a:off x="720" y="0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0" baseline="-25000" dirty="0">
                  <a:latin typeface="Times New Roman" panose="02020603050405020304" pitchFamily="18" charset="0"/>
                </a:rPr>
                <a:t>2 </a:t>
              </a:r>
              <a:r>
                <a:rPr lang="en-US" altLang="zh-CN" sz="2400" b="0" dirty="0">
                  <a:latin typeface="宋体" panose="02010600030101010101" pitchFamily="2" charset="-122"/>
                </a:rPr>
                <a:t>,</a:t>
              </a:r>
              <a:endParaRPr lang="en-US" altLang="zh-CN" sz="2400" b="0" dirty="0">
                <a:latin typeface="宋体" panose="02010600030101010101" pitchFamily="2" charset="-122"/>
              </a:endParaRPr>
            </a:p>
          </p:txBody>
        </p:sp>
        <p:sp>
          <p:nvSpPr>
            <p:cNvPr id="83003" name="Text Box 36"/>
            <p:cNvSpPr txBox="1"/>
            <p:nvPr/>
          </p:nvSpPr>
          <p:spPr>
            <a:xfrm>
              <a:off x="1056" y="0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0" baseline="-25000" dirty="0">
                  <a:latin typeface="Times New Roman" panose="02020603050405020304" pitchFamily="18" charset="0"/>
                </a:rPr>
                <a:t>3 </a:t>
              </a:r>
              <a:r>
                <a:rPr lang="en-US" altLang="zh-CN" sz="2400" b="0" dirty="0">
                  <a:latin typeface="宋体" panose="02010600030101010101" pitchFamily="2" charset="-122"/>
                </a:rPr>
                <a:t>,</a:t>
              </a:r>
              <a:endParaRPr lang="en-US" altLang="zh-CN" sz="2400" b="0" dirty="0">
                <a:latin typeface="宋体" panose="02010600030101010101" pitchFamily="2" charset="-122"/>
              </a:endParaRPr>
            </a:p>
          </p:txBody>
        </p:sp>
        <p:sp>
          <p:nvSpPr>
            <p:cNvPr id="83004" name="Text Box 37"/>
            <p:cNvSpPr txBox="1"/>
            <p:nvPr/>
          </p:nvSpPr>
          <p:spPr>
            <a:xfrm>
              <a:off x="1440" y="0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0" baseline="-25000" dirty="0">
                  <a:latin typeface="Times New Roman" panose="02020603050405020304" pitchFamily="18" charset="0"/>
                </a:rPr>
                <a:t>4 </a:t>
              </a:r>
              <a:r>
                <a:rPr lang="en-US" altLang="zh-CN" sz="2400" b="0" dirty="0">
                  <a:latin typeface="宋体" panose="02010600030101010101" pitchFamily="2" charset="-122"/>
                </a:rPr>
                <a:t>,</a:t>
              </a:r>
              <a:endParaRPr lang="en-US" altLang="zh-CN" sz="2400" b="0" dirty="0">
                <a:latin typeface="宋体" panose="02010600030101010101" pitchFamily="2" charset="-122"/>
              </a:endParaRPr>
            </a:p>
          </p:txBody>
        </p:sp>
        <p:sp>
          <p:nvSpPr>
            <p:cNvPr id="83005" name="Text Box 38"/>
            <p:cNvSpPr txBox="1"/>
            <p:nvPr/>
          </p:nvSpPr>
          <p:spPr>
            <a:xfrm>
              <a:off x="1824" y="0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0" baseline="-25000" dirty="0">
                  <a:latin typeface="Times New Roman" panose="02020603050405020304" pitchFamily="18" charset="0"/>
                </a:rPr>
                <a:t>5 </a:t>
              </a:r>
              <a:r>
                <a:rPr lang="en-US" altLang="zh-CN" sz="2400" b="0" dirty="0">
                  <a:latin typeface="宋体" panose="02010600030101010101" pitchFamily="2" charset="-122"/>
                </a:rPr>
                <a:t>,</a:t>
              </a:r>
              <a:endParaRPr lang="en-US" altLang="zh-CN" sz="2400" b="0" dirty="0">
                <a:latin typeface="宋体" panose="02010600030101010101" pitchFamily="2" charset="-122"/>
              </a:endParaRPr>
            </a:p>
          </p:txBody>
        </p:sp>
        <p:sp>
          <p:nvSpPr>
            <p:cNvPr id="83006" name="Text Box 39"/>
            <p:cNvSpPr txBox="1"/>
            <p:nvPr/>
          </p:nvSpPr>
          <p:spPr>
            <a:xfrm>
              <a:off x="2208" y="0"/>
              <a:ext cx="36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0" baseline="-25000" dirty="0">
                  <a:latin typeface="Times New Roman" panose="02020603050405020304" pitchFamily="18" charset="0"/>
                </a:rPr>
                <a:t>6 </a:t>
              </a:r>
              <a:endParaRPr lang="en-US" altLang="zh-CN" sz="2400" b="0" dirty="0">
                <a:latin typeface="宋体" panose="02010600030101010101" pitchFamily="2" charset="-122"/>
              </a:endParaRPr>
            </a:p>
          </p:txBody>
        </p:sp>
        <p:sp>
          <p:nvSpPr>
            <p:cNvPr id="83007" name="Text Box 40"/>
            <p:cNvSpPr txBox="1"/>
            <p:nvPr/>
          </p:nvSpPr>
          <p:spPr>
            <a:xfrm>
              <a:off x="2496" y="0"/>
              <a:ext cx="1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)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4009" name="Text Box 41"/>
          <p:cNvSpPr txBox="1"/>
          <p:nvPr/>
        </p:nvSpPr>
        <p:spPr>
          <a:xfrm>
            <a:off x="1803400" y="777875"/>
            <a:ext cx="6089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</a:rPr>
              <a:t>、把已知逻辑函数式化为最小项之和形式。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4010" name="Text Box 42"/>
          <p:cNvSpPr txBox="1"/>
          <p:nvPr/>
        </p:nvSpPr>
        <p:spPr>
          <a:xfrm>
            <a:off x="1816100" y="1235075"/>
            <a:ext cx="6096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81000" indent="-381000" eaLnBrk="1" hangingPunct="1"/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、将函数式中包含的最小项在卡诺图对应  的方格中填 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，其余方格中填 </a:t>
            </a:r>
            <a:r>
              <a:rPr lang="en-US" altLang="zh-CN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rgbClr val="CC0066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 b="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11" name="Text Box 43"/>
          <p:cNvSpPr txBox="1"/>
          <p:nvPr/>
        </p:nvSpPr>
        <p:spPr>
          <a:xfrm>
            <a:off x="342900" y="854075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方法一：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12" name="Text Box 44"/>
          <p:cNvSpPr txBox="1"/>
          <p:nvPr/>
        </p:nvSpPr>
        <p:spPr>
          <a:xfrm>
            <a:off x="7740650" y="2205038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latin typeface="Times New Roman" panose="02020603050405020304" pitchFamily="18" charset="0"/>
              </a:rPr>
              <a:t>解：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4013" name="Text Box 45"/>
          <p:cNvSpPr txBox="1"/>
          <p:nvPr/>
        </p:nvSpPr>
        <p:spPr>
          <a:xfrm>
            <a:off x="539750" y="5445125"/>
            <a:ext cx="2022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latin typeface="Times New Roman" panose="02020603050405020304" pitchFamily="18" charset="0"/>
              </a:rPr>
              <a:t>对于</a:t>
            </a:r>
            <a:r>
              <a:rPr lang="en-US" altLang="zh-CN" sz="2400" b="0" dirty="0">
                <a:latin typeface="Times New Roman" panose="02020603050405020304" pitchFamily="18" charset="0"/>
              </a:rPr>
              <a:t>AC</a:t>
            </a:r>
            <a:r>
              <a:rPr lang="en-US" altLang="zh-CN" sz="2800" b="0" dirty="0">
                <a:latin typeface="Verdana" panose="020B0604030504040204" pitchFamily="34" charset="0"/>
              </a:rPr>
              <a:t>′</a:t>
            </a:r>
            <a:r>
              <a:rPr lang="zh-CN" altLang="en-US" sz="2400" b="0" dirty="0">
                <a:latin typeface="Times New Roman" panose="02020603050405020304" pitchFamily="18" charset="0"/>
              </a:rPr>
              <a:t>有：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4014" name="Text Box 46"/>
          <p:cNvSpPr txBox="1"/>
          <p:nvPr/>
        </p:nvSpPr>
        <p:spPr>
          <a:xfrm>
            <a:off x="2627313" y="5445125"/>
            <a:ext cx="22050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对于</a:t>
            </a:r>
            <a:r>
              <a:rPr lang="en-US" altLang="zh-CN" sz="24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有：</a:t>
            </a:r>
            <a:endParaRPr lang="zh-CN" altLang="en-US" sz="2400" b="0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15" name="Text Box 47"/>
          <p:cNvSpPr txBox="1"/>
          <p:nvPr/>
        </p:nvSpPr>
        <p:spPr>
          <a:xfrm>
            <a:off x="539750" y="6021388"/>
            <a:ext cx="21669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对于</a:t>
            </a:r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BC</a:t>
            </a:r>
            <a:r>
              <a:rPr lang="en-US" altLang="zh-CN" sz="2800" b="0" dirty="0">
                <a:latin typeface="Verdana" panose="020B0604030504040204" pitchFamily="34" charset="0"/>
              </a:rPr>
              <a:t>′</a:t>
            </a:r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有：</a:t>
            </a:r>
            <a:endParaRPr lang="zh-CN" altLang="en-US" sz="2400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16" name="Text Box 48"/>
          <p:cNvSpPr txBox="1"/>
          <p:nvPr/>
        </p:nvSpPr>
        <p:spPr>
          <a:xfrm>
            <a:off x="2700338" y="6021388"/>
            <a:ext cx="2057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rgbClr val="9933FF"/>
                </a:solidFill>
                <a:latin typeface="Times New Roman" panose="02020603050405020304" pitchFamily="18" charset="0"/>
              </a:rPr>
              <a:t>对于</a:t>
            </a:r>
            <a:r>
              <a:rPr lang="en-US" altLang="zh-CN" sz="2400" b="0" dirty="0">
                <a:solidFill>
                  <a:srgbClr val="9933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solidFill>
                  <a:srgbClr val="9933FF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rgbClr val="9933FF"/>
                </a:solidFill>
                <a:latin typeface="Times New Roman" panose="02020603050405020304" pitchFamily="18" charset="0"/>
              </a:rPr>
              <a:t>有：</a:t>
            </a:r>
            <a:endParaRPr lang="zh-CN" altLang="en-US" sz="2400" b="0" dirty="0">
              <a:solidFill>
                <a:srgbClr val="99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17" name="Text Box 49"/>
          <p:cNvSpPr txBox="1"/>
          <p:nvPr/>
        </p:nvSpPr>
        <p:spPr>
          <a:xfrm>
            <a:off x="361950" y="4745038"/>
            <a:ext cx="3524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latin typeface="Times New Roman" panose="02020603050405020304" pitchFamily="18" charset="0"/>
              </a:rPr>
              <a:t>根据函数式直接填卡诺图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4018" name="Text Box 50"/>
          <p:cNvSpPr txBox="1"/>
          <p:nvPr/>
        </p:nvSpPr>
        <p:spPr>
          <a:xfrm>
            <a:off x="304800" y="4211638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dirty="0">
                <a:solidFill>
                  <a:srgbClr val="0066FF"/>
                </a:solidFill>
                <a:latin typeface="Times New Roman" panose="02020603050405020304" pitchFamily="18" charset="0"/>
              </a:rPr>
              <a:t>方法二：</a:t>
            </a:r>
            <a:endParaRPr lang="zh-CN" altLang="en-US" sz="2400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4019" name="Group 51"/>
          <p:cNvGrpSpPr/>
          <p:nvPr/>
        </p:nvGrpSpPr>
        <p:grpSpPr>
          <a:xfrm>
            <a:off x="5095875" y="4994275"/>
            <a:ext cx="3673475" cy="1558925"/>
            <a:chOff x="0" y="0"/>
            <a:chExt cx="2314" cy="982"/>
          </a:xfrm>
        </p:grpSpPr>
        <p:sp>
          <p:nvSpPr>
            <p:cNvPr id="82986" name="Rectangle 52"/>
            <p:cNvSpPr/>
            <p:nvPr/>
          </p:nvSpPr>
          <p:spPr>
            <a:xfrm>
              <a:off x="394" y="358"/>
              <a:ext cx="1920" cy="576"/>
            </a:xfrm>
            <a:prstGeom prst="rect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987" name="Line 53"/>
            <p:cNvSpPr/>
            <p:nvPr/>
          </p:nvSpPr>
          <p:spPr>
            <a:xfrm>
              <a:off x="874" y="358"/>
              <a:ext cx="0" cy="57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88" name="Line 54"/>
            <p:cNvSpPr/>
            <p:nvPr/>
          </p:nvSpPr>
          <p:spPr>
            <a:xfrm>
              <a:off x="1354" y="358"/>
              <a:ext cx="0" cy="57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89" name="Line 55"/>
            <p:cNvSpPr/>
            <p:nvPr/>
          </p:nvSpPr>
          <p:spPr>
            <a:xfrm>
              <a:off x="1834" y="358"/>
              <a:ext cx="0" cy="57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90" name="Line 56"/>
            <p:cNvSpPr/>
            <p:nvPr/>
          </p:nvSpPr>
          <p:spPr>
            <a:xfrm>
              <a:off x="394" y="646"/>
              <a:ext cx="1920" cy="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91" name="Line 57"/>
            <p:cNvSpPr/>
            <p:nvPr/>
          </p:nvSpPr>
          <p:spPr>
            <a:xfrm flipH="1" flipV="1">
              <a:off x="202" y="166"/>
              <a:ext cx="192" cy="192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92" name="Text Box 58"/>
            <p:cNvSpPr txBox="1"/>
            <p:nvPr/>
          </p:nvSpPr>
          <p:spPr>
            <a:xfrm>
              <a:off x="0" y="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Y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2993" name="Text Box 59"/>
            <p:cNvSpPr txBox="1"/>
            <p:nvPr/>
          </p:nvSpPr>
          <p:spPr>
            <a:xfrm>
              <a:off x="43" y="192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2994" name="Text Box 60"/>
            <p:cNvSpPr txBox="1"/>
            <p:nvPr/>
          </p:nvSpPr>
          <p:spPr>
            <a:xfrm>
              <a:off x="202" y="0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BC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2995" name="Text Box 61"/>
            <p:cNvSpPr txBox="1"/>
            <p:nvPr/>
          </p:nvSpPr>
          <p:spPr>
            <a:xfrm>
              <a:off x="192" y="39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2996" name="Text Box 62"/>
            <p:cNvSpPr txBox="1"/>
            <p:nvPr/>
          </p:nvSpPr>
          <p:spPr>
            <a:xfrm>
              <a:off x="182" y="69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2997" name="Text Box 63"/>
            <p:cNvSpPr txBox="1"/>
            <p:nvPr/>
          </p:nvSpPr>
          <p:spPr>
            <a:xfrm>
              <a:off x="514" y="11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2998" name="Text Box 64"/>
            <p:cNvSpPr txBox="1"/>
            <p:nvPr/>
          </p:nvSpPr>
          <p:spPr>
            <a:xfrm>
              <a:off x="960" y="11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2999" name="Text Box 65"/>
            <p:cNvSpPr txBox="1"/>
            <p:nvPr/>
          </p:nvSpPr>
          <p:spPr>
            <a:xfrm>
              <a:off x="1450" y="11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3000" name="Text Box 66"/>
            <p:cNvSpPr txBox="1"/>
            <p:nvPr/>
          </p:nvSpPr>
          <p:spPr>
            <a:xfrm>
              <a:off x="1896" y="11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4035" name="Text Box 67"/>
          <p:cNvSpPr txBox="1"/>
          <p:nvPr/>
        </p:nvSpPr>
        <p:spPr>
          <a:xfrm>
            <a:off x="5918200" y="606107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4036" name="Text Box 68"/>
          <p:cNvSpPr txBox="1"/>
          <p:nvPr/>
        </p:nvSpPr>
        <p:spPr>
          <a:xfrm>
            <a:off x="8220075" y="60293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4037" name="Text Box 69"/>
          <p:cNvSpPr txBox="1"/>
          <p:nvPr/>
        </p:nvSpPr>
        <p:spPr>
          <a:xfrm>
            <a:off x="6696075" y="5562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38" name="Text Box 70"/>
          <p:cNvSpPr txBox="1"/>
          <p:nvPr/>
        </p:nvSpPr>
        <p:spPr>
          <a:xfrm>
            <a:off x="7448550" y="55721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39" name="Text Box 71"/>
          <p:cNvSpPr txBox="1"/>
          <p:nvPr/>
        </p:nvSpPr>
        <p:spPr>
          <a:xfrm>
            <a:off x="6702425" y="60293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rgbClr val="9933FF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solidFill>
                <a:srgbClr val="99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40" name="Text Box 72"/>
          <p:cNvSpPr txBox="1"/>
          <p:nvPr/>
        </p:nvSpPr>
        <p:spPr>
          <a:xfrm>
            <a:off x="7458075" y="605155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41" name="Text Box 73"/>
          <p:cNvSpPr txBox="1"/>
          <p:nvPr/>
        </p:nvSpPr>
        <p:spPr>
          <a:xfrm>
            <a:off x="5918200" y="5562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42" name="Text Box 74"/>
          <p:cNvSpPr txBox="1"/>
          <p:nvPr/>
        </p:nvSpPr>
        <p:spPr>
          <a:xfrm>
            <a:off x="8216900" y="6019800"/>
            <a:ext cx="71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1     </a:t>
            </a:r>
            <a:endParaRPr lang="en-US" altLang="zh-CN" sz="2400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43" name="Text Box 75"/>
          <p:cNvSpPr txBox="1"/>
          <p:nvPr/>
        </p:nvSpPr>
        <p:spPr>
          <a:xfrm>
            <a:off x="6696075" y="55499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0" dirty="0">
                <a:solidFill>
                  <a:srgbClr val="9933FF"/>
                </a:solidFill>
                <a:latin typeface="Times New Roman" panose="02020603050405020304" pitchFamily="18" charset="0"/>
              </a:rPr>
              <a:t>1    </a:t>
            </a:r>
            <a:endParaRPr lang="en-US" altLang="zh-CN" sz="2400" b="0" dirty="0">
              <a:solidFill>
                <a:srgbClr val="99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44" name="Text Box 76"/>
          <p:cNvSpPr txBox="1"/>
          <p:nvPr/>
        </p:nvSpPr>
        <p:spPr>
          <a:xfrm>
            <a:off x="428625" y="1676400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latin typeface="Times New Roman" panose="02020603050405020304" pitchFamily="18" charset="0"/>
              </a:rPr>
              <a:t>例：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4045" name="Text Box 77"/>
          <p:cNvSpPr txBox="1"/>
          <p:nvPr/>
        </p:nvSpPr>
        <p:spPr>
          <a:xfrm>
            <a:off x="4716463" y="2133600"/>
            <a:ext cx="2698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</a:rPr>
              <a:t>用卡诺图表示之。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4046" name="Text Box 78"/>
          <p:cNvSpPr txBox="1"/>
          <p:nvPr/>
        </p:nvSpPr>
        <p:spPr>
          <a:xfrm>
            <a:off x="8220075" y="558482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85" name="Text Box 79"/>
          <p:cNvSpPr txBox="1"/>
          <p:nvPr/>
        </p:nvSpPr>
        <p:spPr>
          <a:xfrm>
            <a:off x="539750" y="260350"/>
            <a:ext cx="4176713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用卡诺图表示逻辑函数：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8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8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3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8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5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9" dur="500"/>
                                        <p:tgtEl>
                                          <p:spTgt spid="8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4" dur="500"/>
                                        <p:tgtEl>
                                          <p:spTgt spid="8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4" dur="500"/>
                                        <p:tgtEl>
                                          <p:spTgt spid="8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9" dur="500"/>
                                        <p:tgtEl>
                                          <p:spTgt spid="8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500"/>
                                        <p:tgtEl>
                                          <p:spTgt spid="83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4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840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8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9" dur="500"/>
                                        <p:tgtEl>
                                          <p:spTgt spid="8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4" dur="500"/>
                                        <p:tgtEl>
                                          <p:spTgt spid="8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8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4" dur="500"/>
                                        <p:tgtEl>
                                          <p:spTgt spid="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9" dur="500"/>
                                        <p:tgtEl>
                                          <p:spTgt spid="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8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0" fill="hold"/>
                                        <p:tgtEl>
                                          <p:spTgt spid="84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0" fill="hold"/>
                                        <p:tgtEl>
                                          <p:spTgt spid="84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0" fill="hold"/>
                                        <p:tgtEl>
                                          <p:spTgt spid="8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0" fill="hold"/>
                                        <p:tgtEl>
                                          <p:spTgt spid="8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8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0" fill="hold"/>
                                        <p:tgtEl>
                                          <p:spTgt spid="84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0" fill="hold"/>
                                        <p:tgtEl>
                                          <p:spTgt spid="84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0" fill="hold"/>
                                        <p:tgtEl>
                                          <p:spTgt spid="8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0" fill="hold"/>
                                        <p:tgtEl>
                                          <p:spTgt spid="8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8" dur="500"/>
                                        <p:tgtEl>
                                          <p:spTgt spid="8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3" dur="500"/>
                                        <p:tgtEl>
                                          <p:spTgt spid="8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/>
      <p:bldP spid="83989" grpId="0"/>
      <p:bldP spid="83990" grpId="0"/>
      <p:bldP spid="83991" grpId="0"/>
      <p:bldP spid="83992" grpId="0"/>
      <p:bldP spid="83993" grpId="0"/>
      <p:bldP spid="83994" grpId="0"/>
      <p:bldP spid="83995" grpId="0"/>
      <p:bldP spid="83996" grpId="0"/>
      <p:bldP spid="83997" grpId="0"/>
      <p:bldP spid="83998" grpId="0"/>
      <p:bldP spid="83999" grpId="0"/>
      <p:bldP spid="84000" grpId="0"/>
      <p:bldP spid="84009" grpId="0"/>
      <p:bldP spid="84010" grpId="0"/>
      <p:bldP spid="84011" grpId="0"/>
      <p:bldP spid="84012" grpId="0"/>
      <p:bldP spid="84013" grpId="0"/>
      <p:bldP spid="84014" grpId="0"/>
      <p:bldP spid="84015" grpId="0"/>
      <p:bldP spid="84016" grpId="0"/>
      <p:bldP spid="84017" grpId="0"/>
      <p:bldP spid="84018" grpId="0"/>
      <p:bldP spid="84035" grpId="0"/>
      <p:bldP spid="84036" grpId="0"/>
      <p:bldP spid="84037" grpId="0"/>
      <p:bldP spid="84038" grpId="0"/>
      <p:bldP spid="84039" grpId="0"/>
      <p:bldP spid="84040" grpId="0"/>
      <p:bldP spid="84041" grpId="0"/>
      <p:bldP spid="84042" grpId="0"/>
      <p:bldP spid="84043" grpId="0"/>
      <p:bldP spid="84044" grpId="0"/>
      <p:bldP spid="84045" grpId="0"/>
      <p:bldP spid="8404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Text Box 2"/>
          <p:cNvSpPr txBox="1"/>
          <p:nvPr/>
        </p:nvSpPr>
        <p:spPr>
          <a:xfrm>
            <a:off x="539750" y="404813"/>
            <a:ext cx="4176713" cy="519112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用卡诺图表示逻辑函数：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graphicFrame>
        <p:nvGraphicFramePr>
          <p:cNvPr id="83971" name="Object 3"/>
          <p:cNvGraphicFramePr>
            <a:graphicFrameLocks noChangeAspect="1"/>
          </p:cNvGraphicFramePr>
          <p:nvPr/>
        </p:nvGraphicFramePr>
        <p:xfrm>
          <a:off x="1341438" y="2090738"/>
          <a:ext cx="50958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" imgW="2146300" imgH="177800" progId="Equation.3">
                  <p:embed/>
                </p:oleObj>
              </mc:Choice>
              <mc:Fallback>
                <p:oleObj name="" r:id="rId1" imgW="2146300" imgH="1778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41438" y="2090738"/>
                        <a:ext cx="5095875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2" name="Text Box 4"/>
          <p:cNvSpPr txBox="1"/>
          <p:nvPr/>
        </p:nvSpPr>
        <p:spPr>
          <a:xfrm>
            <a:off x="395288" y="1196975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2.6.8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用卡诺图表示逻辑函数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84997" name="Text Box 5"/>
          <p:cNvSpPr txBox="1"/>
          <p:nvPr/>
        </p:nvSpPr>
        <p:spPr>
          <a:xfrm>
            <a:off x="611188" y="2924175"/>
            <a:ext cx="67691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解：</a:t>
            </a:r>
            <a:r>
              <a:rPr lang="zh-CN" altLang="en-US" sz="2800" b="0" dirty="0">
                <a:latin typeface="Verdana" panose="020B0604030504040204" pitchFamily="34" charset="0"/>
              </a:rPr>
              <a:t>将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Y</a:t>
            </a:r>
            <a:r>
              <a:rPr lang="zh-CN" altLang="en-US" sz="2800" b="0" dirty="0">
                <a:latin typeface="Verdana" panose="020B0604030504040204" pitchFamily="34" charset="0"/>
              </a:rPr>
              <a:t>化为最小项之和的形式</a:t>
            </a:r>
            <a:endParaRPr lang="zh-CN" altLang="en-US" sz="2800" b="0" dirty="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885825" y="4035425"/>
          <a:ext cx="627221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3" imgW="2641600" imgH="431800" progId="Equation.3">
                  <p:embed/>
                </p:oleObj>
              </mc:Choice>
              <mc:Fallback>
                <p:oleObj name="" r:id="rId3" imgW="2641600" imgH="43180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825" y="4035425"/>
                        <a:ext cx="6272213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9" name="Text Box 7"/>
          <p:cNvSpPr txBox="1"/>
          <p:nvPr/>
        </p:nvSpPr>
        <p:spPr>
          <a:xfrm>
            <a:off x="1258888" y="5661025"/>
            <a:ext cx="66976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Times New Roman" panose="02020603050405020304" pitchFamily="18" charset="0"/>
              </a:rPr>
              <a:t>＝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+m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+m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+m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+m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9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+m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+m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11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+m</a:t>
            </a:r>
            <a:r>
              <a:rPr lang="en-US" altLang="zh-CN" sz="2800" b="0" baseline="-25000" dirty="0">
                <a:latin typeface="Times New Roman" panose="02020603050405020304" pitchFamily="18" charset="0"/>
              </a:rPr>
              <a:t>15</a:t>
            </a:r>
            <a:endParaRPr lang="en-US" altLang="zh-CN" sz="2800" b="0" baseline="-25000" dirty="0">
              <a:latin typeface="Times New Roman" panose="02020603050405020304" pitchFamily="18" charset="0"/>
            </a:endParaRPr>
          </a:p>
        </p:txBody>
      </p:sp>
      <p:pic>
        <p:nvPicPr>
          <p:cNvPr id="85000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363" y="333375"/>
            <a:ext cx="3889375" cy="33861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5001" name="Object 9"/>
          <p:cNvGraphicFramePr>
            <a:graphicFrameLocks noChangeAspect="1"/>
          </p:cNvGraphicFramePr>
          <p:nvPr/>
        </p:nvGraphicFramePr>
        <p:xfrm>
          <a:off x="395288" y="3429000"/>
          <a:ext cx="4824412" cy="312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6" imgW="2291715" imgH="1490345" progId="Word.Document.8">
                  <p:embed/>
                </p:oleObj>
              </mc:Choice>
              <mc:Fallback>
                <p:oleObj name="" r:id="rId6" imgW="2291715" imgH="1490345" progId="Word.Document.8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5288" y="3429000"/>
                        <a:ext cx="4824412" cy="3125788"/>
                      </a:xfrm>
                      <a:prstGeom prst="rect">
                        <a:avLst/>
                      </a:prstGeom>
                      <a:solidFill>
                        <a:srgbClr val="ECFF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2" name="Text Box 10"/>
          <p:cNvSpPr txBox="1"/>
          <p:nvPr/>
        </p:nvSpPr>
        <p:spPr>
          <a:xfrm>
            <a:off x="2411413" y="4149725"/>
            <a:ext cx="5762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b="0" dirty="0">
                <a:latin typeface="Verdana" panose="020B0604030504040204" pitchFamily="34" charset="0"/>
              </a:rPr>
              <a:t>1</a:t>
            </a:r>
            <a:endParaRPr lang="en-US" altLang="zh-CN" sz="2400" b="0" dirty="0">
              <a:latin typeface="Verdana" panose="020B0604030504040204" pitchFamily="34" charset="0"/>
            </a:endParaRPr>
          </a:p>
        </p:txBody>
      </p:sp>
      <p:grpSp>
        <p:nvGrpSpPr>
          <p:cNvPr id="85003" name="Group 11"/>
          <p:cNvGrpSpPr/>
          <p:nvPr/>
        </p:nvGrpSpPr>
        <p:grpSpPr>
          <a:xfrm>
            <a:off x="1476375" y="4581525"/>
            <a:ext cx="3238500" cy="528638"/>
            <a:chOff x="0" y="0"/>
            <a:chExt cx="2040" cy="333"/>
          </a:xfrm>
        </p:grpSpPr>
        <p:sp>
          <p:nvSpPr>
            <p:cNvPr id="83987" name="Text Box 12"/>
            <p:cNvSpPr txBox="1"/>
            <p:nvPr/>
          </p:nvSpPr>
          <p:spPr>
            <a:xfrm>
              <a:off x="0" y="45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  <p:sp>
          <p:nvSpPr>
            <p:cNvPr id="83988" name="Text Box 13"/>
            <p:cNvSpPr txBox="1"/>
            <p:nvPr/>
          </p:nvSpPr>
          <p:spPr>
            <a:xfrm>
              <a:off x="1678" y="0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85006" name="Group 14"/>
          <p:cNvGrpSpPr/>
          <p:nvPr/>
        </p:nvGrpSpPr>
        <p:grpSpPr>
          <a:xfrm>
            <a:off x="3276600" y="5084763"/>
            <a:ext cx="574675" cy="962025"/>
            <a:chOff x="0" y="0"/>
            <a:chExt cx="362" cy="606"/>
          </a:xfrm>
        </p:grpSpPr>
        <p:sp>
          <p:nvSpPr>
            <p:cNvPr id="83985" name="Text Box 15"/>
            <p:cNvSpPr txBox="1"/>
            <p:nvPr/>
          </p:nvSpPr>
          <p:spPr>
            <a:xfrm>
              <a:off x="0" y="0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  <p:sp>
          <p:nvSpPr>
            <p:cNvPr id="83986" name="Text Box 16"/>
            <p:cNvSpPr txBox="1"/>
            <p:nvPr/>
          </p:nvSpPr>
          <p:spPr>
            <a:xfrm>
              <a:off x="0" y="318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85009" name="Group 17"/>
          <p:cNvGrpSpPr/>
          <p:nvPr/>
        </p:nvGrpSpPr>
        <p:grpSpPr>
          <a:xfrm>
            <a:off x="1476375" y="5589588"/>
            <a:ext cx="3238500" cy="457200"/>
            <a:chOff x="0" y="0"/>
            <a:chExt cx="2040" cy="288"/>
          </a:xfrm>
        </p:grpSpPr>
        <p:sp>
          <p:nvSpPr>
            <p:cNvPr id="83982" name="Text Box 18"/>
            <p:cNvSpPr txBox="1"/>
            <p:nvPr/>
          </p:nvSpPr>
          <p:spPr>
            <a:xfrm>
              <a:off x="0" y="0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  <p:sp>
          <p:nvSpPr>
            <p:cNvPr id="83983" name="Text Box 19"/>
            <p:cNvSpPr txBox="1"/>
            <p:nvPr/>
          </p:nvSpPr>
          <p:spPr>
            <a:xfrm>
              <a:off x="589" y="0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  <p:sp>
          <p:nvSpPr>
            <p:cNvPr id="83984" name="Text Box 20"/>
            <p:cNvSpPr txBox="1"/>
            <p:nvPr/>
          </p:nvSpPr>
          <p:spPr>
            <a:xfrm>
              <a:off x="1678" y="0"/>
              <a:ext cx="3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/>
      <p:bldP spid="84999" grpId="0"/>
      <p:bldP spid="8500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Text Box 2"/>
          <p:cNvSpPr txBox="1"/>
          <p:nvPr/>
        </p:nvSpPr>
        <p:spPr>
          <a:xfrm>
            <a:off x="323850" y="692150"/>
            <a:ext cx="8820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2.6.9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已知</a:t>
            </a:r>
            <a:r>
              <a:rPr lang="zh-CN" altLang="en-US" sz="2800" b="0" dirty="0">
                <a:latin typeface="Verdana" panose="020B0604030504040204" pitchFamily="34" charset="0"/>
              </a:rPr>
              <a:t>逻辑函数的</a:t>
            </a:r>
            <a:r>
              <a:rPr lang="zh-CN" altLang="en-US" sz="2800" b="0" dirty="0">
                <a:latin typeface="Times New Roman" panose="02020603050405020304" pitchFamily="18" charset="0"/>
              </a:rPr>
              <a:t>卡诺图</a:t>
            </a:r>
            <a:r>
              <a:rPr lang="en-US" altLang="zh-CN" sz="2800" b="0" dirty="0">
                <a:latin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</a:rPr>
              <a:t>试写出该函数的逻辑式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-250825" y="1773238"/>
          <a:ext cx="6767513" cy="263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1" imgW="2611120" imgH="895350" progId="">
                  <p:embed/>
                </p:oleObj>
              </mc:Choice>
              <mc:Fallback>
                <p:oleObj name="" r:id="rId1" imgW="2611120" imgH="895350" progId="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250825" y="1773238"/>
                        <a:ext cx="6767513" cy="2630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0" name="Object 4"/>
          <p:cNvGraphicFramePr>
            <a:graphicFrameLocks noChangeAspect="1"/>
          </p:cNvGraphicFramePr>
          <p:nvPr/>
        </p:nvGraphicFramePr>
        <p:xfrm>
          <a:off x="1433513" y="4559300"/>
          <a:ext cx="52720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3" imgW="1941195" imgH="165100" progId="Equation.3">
                  <p:embed/>
                </p:oleObj>
              </mc:Choice>
              <mc:Fallback>
                <p:oleObj name="" r:id="rId3" imgW="1941195" imgH="1651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3513" y="4559300"/>
                        <a:ext cx="5272087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Text Box 2"/>
          <p:cNvSpPr txBox="1"/>
          <p:nvPr/>
        </p:nvSpPr>
        <p:spPr>
          <a:xfrm>
            <a:off x="533400" y="909638"/>
            <a:ext cx="780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化简依据</a:t>
            </a:r>
            <a:r>
              <a:rPr lang="zh-CN" altLang="en-US" sz="2400" b="0" dirty="0">
                <a:latin typeface="Times New Roman" panose="02020603050405020304" pitchFamily="18" charset="0"/>
              </a:rPr>
              <a:t>：逻辑相邻性的最小项可以合并，并消去因子。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7043" name="Text Box 3"/>
          <p:cNvSpPr txBox="1"/>
          <p:nvPr/>
        </p:nvSpPr>
        <p:spPr>
          <a:xfrm>
            <a:off x="555625" y="1387475"/>
            <a:ext cx="6153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化简规则</a:t>
            </a:r>
            <a:r>
              <a:rPr lang="zh-CN" altLang="en-US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：能够合并在一起的最小项是</a:t>
            </a:r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400" b="0" baseline="40000" dirty="0">
                <a:solidFill>
                  <a:srgbClr val="FF33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个</a:t>
            </a:r>
            <a:endParaRPr lang="zh-CN" altLang="en-US" sz="2400" b="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44" name="Text Box 4"/>
          <p:cNvSpPr txBox="1"/>
          <p:nvPr/>
        </p:nvSpPr>
        <p:spPr>
          <a:xfrm>
            <a:off x="533400" y="1844675"/>
            <a:ext cx="7880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如何最简</a:t>
            </a:r>
            <a:r>
              <a:rPr lang="zh-CN" altLang="en-US" sz="2400" b="0" dirty="0">
                <a:latin typeface="Times New Roman" panose="02020603050405020304" pitchFamily="18" charset="0"/>
              </a:rPr>
              <a:t>： 圈的数目越少越简；圈内的最小项越多越简。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87045" name="Text Box 5"/>
          <p:cNvSpPr txBox="1"/>
          <p:nvPr/>
        </p:nvSpPr>
        <p:spPr>
          <a:xfrm>
            <a:off x="533400" y="2286000"/>
            <a:ext cx="60325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524000" indent="-1524000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特别注意</a:t>
            </a:r>
            <a:r>
              <a:rPr lang="zh-CN" altLang="en-US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：卡诺图中所有的 </a:t>
            </a:r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都必须圈到，  不能合并的 </a:t>
            </a:r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必须单独画 圈。</a:t>
            </a:r>
            <a:endParaRPr lang="zh-CN" altLang="en-US" sz="2400" b="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7046" name="Group 6"/>
          <p:cNvGrpSpPr/>
          <p:nvPr/>
        </p:nvGrpSpPr>
        <p:grpSpPr>
          <a:xfrm>
            <a:off x="533400" y="3622675"/>
            <a:ext cx="3994150" cy="1558925"/>
            <a:chOff x="0" y="0"/>
            <a:chExt cx="2516" cy="982"/>
          </a:xfrm>
        </p:grpSpPr>
        <p:grpSp>
          <p:nvGrpSpPr>
            <p:cNvPr id="86088" name="Group 7"/>
            <p:cNvGrpSpPr/>
            <p:nvPr/>
          </p:nvGrpSpPr>
          <p:grpSpPr>
            <a:xfrm>
              <a:off x="0" y="0"/>
              <a:ext cx="2314" cy="982"/>
              <a:chOff x="0" y="0"/>
              <a:chExt cx="2314" cy="982"/>
            </a:xfrm>
          </p:grpSpPr>
          <p:sp>
            <p:nvSpPr>
              <p:cNvPr id="86099" name="Rectangle 8"/>
              <p:cNvSpPr/>
              <p:nvPr/>
            </p:nvSpPr>
            <p:spPr>
              <a:xfrm>
                <a:off x="394" y="358"/>
                <a:ext cx="1920" cy="576"/>
              </a:xfrm>
              <a:prstGeom prst="rect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00" name="Line 9"/>
              <p:cNvSpPr/>
              <p:nvPr/>
            </p:nvSpPr>
            <p:spPr>
              <a:xfrm>
                <a:off x="874" y="358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1" name="Line 10"/>
              <p:cNvSpPr/>
              <p:nvPr/>
            </p:nvSpPr>
            <p:spPr>
              <a:xfrm>
                <a:off x="1354" y="358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2" name="Line 11"/>
              <p:cNvSpPr/>
              <p:nvPr/>
            </p:nvSpPr>
            <p:spPr>
              <a:xfrm>
                <a:off x="1834" y="358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3" name="Line 12"/>
              <p:cNvSpPr/>
              <p:nvPr/>
            </p:nvSpPr>
            <p:spPr>
              <a:xfrm>
                <a:off x="394" y="646"/>
                <a:ext cx="192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4" name="Line 13"/>
              <p:cNvSpPr/>
              <p:nvPr/>
            </p:nvSpPr>
            <p:spPr>
              <a:xfrm flipH="1" flipV="1">
                <a:off x="202" y="166"/>
                <a:ext cx="192" cy="192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5" name="Text Box 14"/>
              <p:cNvSpPr txBox="1"/>
              <p:nvPr/>
            </p:nvSpPr>
            <p:spPr>
              <a:xfrm>
                <a:off x="0" y="0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Y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06" name="Text Box 15"/>
              <p:cNvSpPr txBox="1"/>
              <p:nvPr/>
            </p:nvSpPr>
            <p:spPr>
              <a:xfrm>
                <a:off x="43" y="192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A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07" name="Text Box 16"/>
              <p:cNvSpPr txBox="1"/>
              <p:nvPr/>
            </p:nvSpPr>
            <p:spPr>
              <a:xfrm>
                <a:off x="202" y="0"/>
                <a:ext cx="3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BC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08" name="Text Box 17"/>
              <p:cNvSpPr txBox="1"/>
              <p:nvPr/>
            </p:nvSpPr>
            <p:spPr>
              <a:xfrm>
                <a:off x="192" y="39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09" name="Text Box 18"/>
              <p:cNvSpPr txBox="1"/>
              <p:nvPr/>
            </p:nvSpPr>
            <p:spPr>
              <a:xfrm>
                <a:off x="182" y="69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10" name="Text Box 19"/>
              <p:cNvSpPr txBox="1"/>
              <p:nvPr/>
            </p:nvSpPr>
            <p:spPr>
              <a:xfrm>
                <a:off x="514" y="118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00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11" name="Text Box 20"/>
              <p:cNvSpPr txBox="1"/>
              <p:nvPr/>
            </p:nvSpPr>
            <p:spPr>
              <a:xfrm>
                <a:off x="960" y="118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01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12" name="Text Box 21"/>
              <p:cNvSpPr txBox="1"/>
              <p:nvPr/>
            </p:nvSpPr>
            <p:spPr>
              <a:xfrm>
                <a:off x="1450" y="118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11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113" name="Text Box 22"/>
              <p:cNvSpPr txBox="1"/>
              <p:nvPr/>
            </p:nvSpPr>
            <p:spPr>
              <a:xfrm>
                <a:off x="1896" y="118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10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6089" name="Text Box 23"/>
            <p:cNvSpPr txBox="1"/>
            <p:nvPr/>
          </p:nvSpPr>
          <p:spPr>
            <a:xfrm>
              <a:off x="518" y="6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0" name="Text Box 24"/>
            <p:cNvSpPr txBox="1"/>
            <p:nvPr/>
          </p:nvSpPr>
          <p:spPr>
            <a:xfrm>
              <a:off x="1968" y="6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1" name="Text Box 25"/>
            <p:cNvSpPr txBox="1"/>
            <p:nvPr/>
          </p:nvSpPr>
          <p:spPr>
            <a:xfrm>
              <a:off x="1008" y="35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2" name="Text Box 26"/>
            <p:cNvSpPr txBox="1"/>
            <p:nvPr/>
          </p:nvSpPr>
          <p:spPr>
            <a:xfrm>
              <a:off x="1482" y="36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3" name="Text Box 27"/>
            <p:cNvSpPr txBox="1"/>
            <p:nvPr/>
          </p:nvSpPr>
          <p:spPr>
            <a:xfrm>
              <a:off x="998" y="6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4" name="Text Box 28"/>
            <p:cNvSpPr txBox="1"/>
            <p:nvPr/>
          </p:nvSpPr>
          <p:spPr>
            <a:xfrm>
              <a:off x="1488" y="66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5" name="Text Box 29"/>
            <p:cNvSpPr txBox="1"/>
            <p:nvPr/>
          </p:nvSpPr>
          <p:spPr>
            <a:xfrm>
              <a:off x="518" y="35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6" name="Text Box 30"/>
            <p:cNvSpPr txBox="1"/>
            <p:nvPr/>
          </p:nvSpPr>
          <p:spPr>
            <a:xfrm>
              <a:off x="1968" y="660"/>
              <a:ext cx="4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     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7" name="Text Box 31"/>
            <p:cNvSpPr txBox="1"/>
            <p:nvPr/>
          </p:nvSpPr>
          <p:spPr>
            <a:xfrm>
              <a:off x="1968" y="358"/>
              <a:ext cx="5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       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98" name="Text Box 32"/>
            <p:cNvSpPr txBox="1"/>
            <p:nvPr/>
          </p:nvSpPr>
          <p:spPr>
            <a:xfrm>
              <a:off x="1008" y="364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    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7073" name="Text Box 33"/>
          <p:cNvSpPr txBox="1"/>
          <p:nvPr/>
        </p:nvSpPr>
        <p:spPr>
          <a:xfrm>
            <a:off x="914400" y="5715000"/>
            <a:ext cx="693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rgbClr val="993366"/>
                </a:solidFill>
                <a:latin typeface="Times New Roman" panose="02020603050405020304" pitchFamily="18" charset="0"/>
              </a:rPr>
              <a:t>上两式的内容不相同，但函数值一定相同。</a:t>
            </a:r>
            <a:endParaRPr lang="zh-CN" altLang="en-US" sz="2400" b="0" dirty="0">
              <a:solidFill>
                <a:srgbClr val="99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74" name="Oval 34"/>
          <p:cNvSpPr/>
          <p:nvPr/>
        </p:nvSpPr>
        <p:spPr>
          <a:xfrm>
            <a:off x="1263650" y="4702175"/>
            <a:ext cx="1371600" cy="381000"/>
          </a:xfrm>
          <a:prstGeom prst="ellipse">
            <a:avLst/>
          </a:prstGeom>
          <a:noFill/>
          <a:ln w="28575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7075" name="Oval 35"/>
          <p:cNvSpPr/>
          <p:nvPr/>
        </p:nvSpPr>
        <p:spPr>
          <a:xfrm>
            <a:off x="2025650" y="4244975"/>
            <a:ext cx="1371600" cy="381000"/>
          </a:xfrm>
          <a:prstGeom prst="ellipse">
            <a:avLst/>
          </a:prstGeom>
          <a:noFill/>
          <a:ln w="2857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7076" name="Oval 36"/>
          <p:cNvSpPr/>
          <p:nvPr/>
        </p:nvSpPr>
        <p:spPr>
          <a:xfrm>
            <a:off x="3657600" y="4235450"/>
            <a:ext cx="381000" cy="838200"/>
          </a:xfrm>
          <a:prstGeom prst="ellipse">
            <a:avLst/>
          </a:prstGeom>
          <a:noFill/>
          <a:ln w="2857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7077" name="Oval 37"/>
          <p:cNvSpPr/>
          <p:nvPr/>
        </p:nvSpPr>
        <p:spPr>
          <a:xfrm>
            <a:off x="6521450" y="4137025"/>
            <a:ext cx="381000" cy="838200"/>
          </a:xfrm>
          <a:prstGeom prst="ellipse">
            <a:avLst/>
          </a:prstGeom>
          <a:noFill/>
          <a:ln w="28575" cap="flat" cmpd="sng">
            <a:solidFill>
              <a:srgbClr val="3333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7078" name="Oval 38"/>
          <p:cNvSpPr/>
          <p:nvPr/>
        </p:nvSpPr>
        <p:spPr>
          <a:xfrm>
            <a:off x="7162800" y="4146550"/>
            <a:ext cx="1371600" cy="381000"/>
          </a:xfrm>
          <a:prstGeom prst="ellipse">
            <a:avLst/>
          </a:prstGeom>
          <a:noFill/>
          <a:ln w="28575" cap="flat" cmpd="sng">
            <a:solidFill>
              <a:srgbClr val="6600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7079" name="AutoShape 39"/>
          <p:cNvSpPr/>
          <p:nvPr/>
        </p:nvSpPr>
        <p:spPr>
          <a:xfrm>
            <a:off x="5597525" y="4625975"/>
            <a:ext cx="609600" cy="349250"/>
          </a:xfrm>
          <a:prstGeom prst="rightBracket">
            <a:avLst>
              <a:gd name="adj" fmla="val 8333"/>
            </a:avLst>
          </a:prstGeom>
          <a:noFill/>
          <a:ln w="28575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7080" name="AutoShape 40"/>
          <p:cNvSpPr/>
          <p:nvPr/>
        </p:nvSpPr>
        <p:spPr>
          <a:xfrm>
            <a:off x="7969250" y="4625975"/>
            <a:ext cx="609600" cy="327025"/>
          </a:xfrm>
          <a:prstGeom prst="leftBracket">
            <a:avLst>
              <a:gd name="adj" fmla="val 8333"/>
            </a:avLst>
          </a:prstGeom>
          <a:noFill/>
          <a:ln w="28575" cap="flat" cmpd="sng">
            <a:solidFill>
              <a:srgbClr val="FF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7081" name="Group 41"/>
          <p:cNvGrpSpPr/>
          <p:nvPr/>
        </p:nvGrpSpPr>
        <p:grpSpPr>
          <a:xfrm>
            <a:off x="4932363" y="3573463"/>
            <a:ext cx="3994150" cy="1558925"/>
            <a:chOff x="0" y="0"/>
            <a:chExt cx="2516" cy="982"/>
          </a:xfrm>
        </p:grpSpPr>
        <p:grpSp>
          <p:nvGrpSpPr>
            <p:cNvPr id="86062" name="Group 42"/>
            <p:cNvGrpSpPr/>
            <p:nvPr/>
          </p:nvGrpSpPr>
          <p:grpSpPr>
            <a:xfrm>
              <a:off x="0" y="0"/>
              <a:ext cx="2314" cy="982"/>
              <a:chOff x="0" y="0"/>
              <a:chExt cx="2314" cy="982"/>
            </a:xfrm>
          </p:grpSpPr>
          <p:sp>
            <p:nvSpPr>
              <p:cNvPr id="86073" name="Rectangle 43"/>
              <p:cNvSpPr/>
              <p:nvPr/>
            </p:nvSpPr>
            <p:spPr>
              <a:xfrm>
                <a:off x="394" y="358"/>
                <a:ext cx="1920" cy="576"/>
              </a:xfrm>
              <a:prstGeom prst="rect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74" name="Line 44"/>
              <p:cNvSpPr/>
              <p:nvPr/>
            </p:nvSpPr>
            <p:spPr>
              <a:xfrm>
                <a:off x="874" y="358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075" name="Line 45"/>
              <p:cNvSpPr/>
              <p:nvPr/>
            </p:nvSpPr>
            <p:spPr>
              <a:xfrm>
                <a:off x="1354" y="358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076" name="Line 46"/>
              <p:cNvSpPr/>
              <p:nvPr/>
            </p:nvSpPr>
            <p:spPr>
              <a:xfrm>
                <a:off x="1834" y="358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077" name="Line 47"/>
              <p:cNvSpPr/>
              <p:nvPr/>
            </p:nvSpPr>
            <p:spPr>
              <a:xfrm>
                <a:off x="394" y="646"/>
                <a:ext cx="192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078" name="Line 48"/>
              <p:cNvSpPr/>
              <p:nvPr/>
            </p:nvSpPr>
            <p:spPr>
              <a:xfrm flipH="1" flipV="1">
                <a:off x="202" y="166"/>
                <a:ext cx="192" cy="192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079" name="Text Box 49"/>
              <p:cNvSpPr txBox="1"/>
              <p:nvPr/>
            </p:nvSpPr>
            <p:spPr>
              <a:xfrm>
                <a:off x="0" y="0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Y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80" name="Text Box 50"/>
              <p:cNvSpPr txBox="1"/>
              <p:nvPr/>
            </p:nvSpPr>
            <p:spPr>
              <a:xfrm>
                <a:off x="43" y="192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A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81" name="Text Box 51"/>
              <p:cNvSpPr txBox="1"/>
              <p:nvPr/>
            </p:nvSpPr>
            <p:spPr>
              <a:xfrm>
                <a:off x="202" y="0"/>
                <a:ext cx="3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BC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82" name="Text Box 52"/>
              <p:cNvSpPr txBox="1"/>
              <p:nvPr/>
            </p:nvSpPr>
            <p:spPr>
              <a:xfrm>
                <a:off x="192" y="39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83" name="Text Box 53"/>
              <p:cNvSpPr txBox="1"/>
              <p:nvPr/>
            </p:nvSpPr>
            <p:spPr>
              <a:xfrm>
                <a:off x="182" y="69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84" name="Text Box 54"/>
              <p:cNvSpPr txBox="1"/>
              <p:nvPr/>
            </p:nvSpPr>
            <p:spPr>
              <a:xfrm>
                <a:off x="514" y="118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00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85" name="Text Box 55"/>
              <p:cNvSpPr txBox="1"/>
              <p:nvPr/>
            </p:nvSpPr>
            <p:spPr>
              <a:xfrm>
                <a:off x="960" y="118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01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86" name="Text Box 56"/>
              <p:cNvSpPr txBox="1"/>
              <p:nvPr/>
            </p:nvSpPr>
            <p:spPr>
              <a:xfrm>
                <a:off x="1450" y="118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11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87" name="Text Box 57"/>
              <p:cNvSpPr txBox="1"/>
              <p:nvPr/>
            </p:nvSpPr>
            <p:spPr>
              <a:xfrm>
                <a:off x="1896" y="118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10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6063" name="Text Box 58"/>
            <p:cNvSpPr txBox="1"/>
            <p:nvPr/>
          </p:nvSpPr>
          <p:spPr>
            <a:xfrm>
              <a:off x="518" y="6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64" name="Text Box 59"/>
            <p:cNvSpPr txBox="1"/>
            <p:nvPr/>
          </p:nvSpPr>
          <p:spPr>
            <a:xfrm>
              <a:off x="1968" y="6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65" name="Text Box 60"/>
            <p:cNvSpPr txBox="1"/>
            <p:nvPr/>
          </p:nvSpPr>
          <p:spPr>
            <a:xfrm>
              <a:off x="1008" y="35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66" name="Text Box 61"/>
            <p:cNvSpPr txBox="1"/>
            <p:nvPr/>
          </p:nvSpPr>
          <p:spPr>
            <a:xfrm>
              <a:off x="1482" y="36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67" name="Text Box 62"/>
            <p:cNvSpPr txBox="1"/>
            <p:nvPr/>
          </p:nvSpPr>
          <p:spPr>
            <a:xfrm>
              <a:off x="998" y="6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68" name="Text Box 63"/>
            <p:cNvSpPr txBox="1"/>
            <p:nvPr/>
          </p:nvSpPr>
          <p:spPr>
            <a:xfrm>
              <a:off x="1488" y="66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69" name="Text Box 64"/>
            <p:cNvSpPr txBox="1"/>
            <p:nvPr/>
          </p:nvSpPr>
          <p:spPr>
            <a:xfrm>
              <a:off x="518" y="35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0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70" name="Text Box 65"/>
            <p:cNvSpPr txBox="1"/>
            <p:nvPr/>
          </p:nvSpPr>
          <p:spPr>
            <a:xfrm>
              <a:off x="1968" y="660"/>
              <a:ext cx="4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     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71" name="Text Box 66"/>
            <p:cNvSpPr txBox="1"/>
            <p:nvPr/>
          </p:nvSpPr>
          <p:spPr>
            <a:xfrm>
              <a:off x="1968" y="358"/>
              <a:ext cx="5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       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86072" name="Text Box 67"/>
            <p:cNvSpPr txBox="1"/>
            <p:nvPr/>
          </p:nvSpPr>
          <p:spPr>
            <a:xfrm>
              <a:off x="1008" y="364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1    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7108" name="Text Box 68"/>
          <p:cNvSpPr txBox="1"/>
          <p:nvPr/>
        </p:nvSpPr>
        <p:spPr>
          <a:xfrm>
            <a:off x="1103313" y="5219700"/>
            <a:ext cx="72866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r>
              <a:rPr lang="en-US" altLang="zh-CN" sz="1600" b="0" dirty="0">
                <a:latin typeface="Times New Roman" panose="02020603050405020304" pitchFamily="18" charset="0"/>
              </a:rPr>
              <a:t>1 </a:t>
            </a:r>
            <a:r>
              <a:rPr lang="en-US" altLang="zh-CN" sz="2400" b="0" dirty="0">
                <a:latin typeface="Times New Roman" panose="02020603050405020304" pitchFamily="18" charset="0"/>
              </a:rPr>
              <a:t>=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87109" name="Text Box 69"/>
          <p:cNvSpPr txBox="1"/>
          <p:nvPr/>
        </p:nvSpPr>
        <p:spPr>
          <a:xfrm>
            <a:off x="3419475" y="5229225"/>
            <a:ext cx="8318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BC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endParaRPr lang="en-US" altLang="zh-CN" sz="2800" b="0" baseline="30000" dirty="0">
              <a:latin typeface="Verdana" panose="020B0604030504040204" pitchFamily="34" charset="0"/>
            </a:endParaRPr>
          </a:p>
        </p:txBody>
      </p:sp>
      <p:sp>
        <p:nvSpPr>
          <p:cNvPr id="87110" name="Text Box 70"/>
          <p:cNvSpPr txBox="1"/>
          <p:nvPr/>
        </p:nvSpPr>
        <p:spPr>
          <a:xfrm>
            <a:off x="3132138" y="5229225"/>
            <a:ext cx="3556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+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grpSp>
        <p:nvGrpSpPr>
          <p:cNvPr id="87111" name="Group 71"/>
          <p:cNvGrpSpPr/>
          <p:nvPr/>
        </p:nvGrpSpPr>
        <p:grpSpPr>
          <a:xfrm>
            <a:off x="1692275" y="5229225"/>
            <a:ext cx="844550" cy="457200"/>
            <a:chOff x="0" y="0"/>
            <a:chExt cx="532" cy="288"/>
          </a:xfrm>
        </p:grpSpPr>
        <p:sp>
          <p:nvSpPr>
            <p:cNvPr id="86060" name="Text Box 72"/>
            <p:cNvSpPr txBox="1"/>
            <p:nvPr/>
          </p:nvSpPr>
          <p:spPr>
            <a:xfrm>
              <a:off x="136" y="0"/>
              <a:ext cx="3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400" b="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800" b="0" baseline="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′</a:t>
              </a:r>
              <a:endParaRPr lang="en-US" altLang="zh-CN" sz="2800" b="0" baseline="30000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86061" name="Text Box 73"/>
            <p:cNvSpPr txBox="1"/>
            <p:nvPr/>
          </p:nvSpPr>
          <p:spPr>
            <a:xfrm>
              <a:off x="0" y="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400" b="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7114" name="Group 74"/>
          <p:cNvGrpSpPr/>
          <p:nvPr/>
        </p:nvGrpSpPr>
        <p:grpSpPr>
          <a:xfrm>
            <a:off x="2268538" y="5229225"/>
            <a:ext cx="962025" cy="457200"/>
            <a:chOff x="0" y="0"/>
            <a:chExt cx="606" cy="288"/>
          </a:xfrm>
        </p:grpSpPr>
        <p:sp>
          <p:nvSpPr>
            <p:cNvPr id="86056" name="Text Box 75"/>
            <p:cNvSpPr txBox="1"/>
            <p:nvPr/>
          </p:nvSpPr>
          <p:spPr>
            <a:xfrm>
              <a:off x="0" y="0"/>
              <a:ext cx="2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6057" name="Group 76"/>
            <p:cNvGrpSpPr/>
            <p:nvPr/>
          </p:nvGrpSpPr>
          <p:grpSpPr>
            <a:xfrm>
              <a:off x="136" y="0"/>
              <a:ext cx="470" cy="288"/>
              <a:chOff x="0" y="0"/>
              <a:chExt cx="470" cy="288"/>
            </a:xfrm>
          </p:grpSpPr>
          <p:sp>
            <p:nvSpPr>
              <p:cNvPr id="86058" name="Text Box 77"/>
              <p:cNvSpPr txBox="1"/>
              <p:nvPr/>
            </p:nvSpPr>
            <p:spPr>
              <a:xfrm>
                <a:off x="0" y="0"/>
                <a:ext cx="40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 eaLnBrk="1" hangingPunct="1"/>
                <a:r>
                  <a:rPr lang="en-US" altLang="zh-CN" sz="2400" b="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0" baseline="30000" dirty="0">
                    <a:solidFill>
                      <a:srgbClr val="0000FF"/>
                    </a:solidFill>
                    <a:latin typeface="Verdana" panose="020B0604030504040204" pitchFamily="34" charset="0"/>
                  </a:rPr>
                  <a:t>′</a:t>
                </a:r>
                <a:endParaRPr lang="en-US" altLang="zh-CN" sz="2800" b="0" baseline="30000" dirty="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86059" name="Text Box 78"/>
              <p:cNvSpPr txBox="1"/>
              <p:nvPr/>
            </p:nvSpPr>
            <p:spPr>
              <a:xfrm>
                <a:off x="226" y="0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 eaLnBrk="1" hangingPunct="1"/>
                <a:r>
                  <a:rPr lang="en-US" altLang="zh-CN" sz="2400" b="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C</a:t>
                </a:r>
                <a:endParaRPr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87119" name="Text Box 79"/>
          <p:cNvSpPr txBox="1"/>
          <p:nvPr/>
        </p:nvSpPr>
        <p:spPr>
          <a:xfrm>
            <a:off x="5486400" y="5235575"/>
            <a:ext cx="7286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r>
              <a:rPr lang="en-US" altLang="zh-CN" sz="1600" b="0" dirty="0">
                <a:latin typeface="Times New Roman" panose="02020603050405020304" pitchFamily="18" charset="0"/>
              </a:rPr>
              <a:t>1 </a:t>
            </a:r>
            <a:r>
              <a:rPr lang="en-US" altLang="zh-CN" sz="2400" b="0" dirty="0">
                <a:latin typeface="Times New Roman" panose="02020603050405020304" pitchFamily="18" charset="0"/>
              </a:rPr>
              <a:t>=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grpSp>
        <p:nvGrpSpPr>
          <p:cNvPr id="87120" name="Group 80"/>
          <p:cNvGrpSpPr/>
          <p:nvPr/>
        </p:nvGrpSpPr>
        <p:grpSpPr>
          <a:xfrm>
            <a:off x="6084888" y="5229225"/>
            <a:ext cx="865187" cy="457200"/>
            <a:chOff x="0" y="0"/>
            <a:chExt cx="545" cy="288"/>
          </a:xfrm>
        </p:grpSpPr>
        <p:sp>
          <p:nvSpPr>
            <p:cNvPr id="86054" name="Text Box 81"/>
            <p:cNvSpPr txBox="1"/>
            <p:nvPr/>
          </p:nvSpPr>
          <p:spPr>
            <a:xfrm>
              <a:off x="136" y="0"/>
              <a:ext cx="40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400" b="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800" b="0" baseline="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′</a:t>
              </a:r>
              <a:endParaRPr lang="en-US" altLang="zh-CN" sz="2800" b="0" baseline="30000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86055" name="Text Box 82"/>
            <p:cNvSpPr txBox="1"/>
            <p:nvPr/>
          </p:nvSpPr>
          <p:spPr>
            <a:xfrm>
              <a:off x="0" y="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400" b="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7123" name="Group 83"/>
          <p:cNvGrpSpPr/>
          <p:nvPr/>
        </p:nvGrpSpPr>
        <p:grpSpPr>
          <a:xfrm>
            <a:off x="6659563" y="5229225"/>
            <a:ext cx="963612" cy="457200"/>
            <a:chOff x="0" y="0"/>
            <a:chExt cx="607" cy="288"/>
          </a:xfrm>
        </p:grpSpPr>
        <p:sp>
          <p:nvSpPr>
            <p:cNvPr id="86050" name="Text Box 84"/>
            <p:cNvSpPr txBox="1"/>
            <p:nvPr/>
          </p:nvSpPr>
          <p:spPr>
            <a:xfrm>
              <a:off x="0" y="0"/>
              <a:ext cx="2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6051" name="Group 85"/>
            <p:cNvGrpSpPr/>
            <p:nvPr/>
          </p:nvGrpSpPr>
          <p:grpSpPr>
            <a:xfrm>
              <a:off x="182" y="0"/>
              <a:ext cx="425" cy="288"/>
              <a:chOff x="0" y="0"/>
              <a:chExt cx="425" cy="288"/>
            </a:xfrm>
          </p:grpSpPr>
          <p:sp>
            <p:nvSpPr>
              <p:cNvPr id="86052" name="Text Box 86"/>
              <p:cNvSpPr txBox="1"/>
              <p:nvPr/>
            </p:nvSpPr>
            <p:spPr>
              <a:xfrm>
                <a:off x="0" y="0"/>
                <a:ext cx="3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 eaLnBrk="1" hangingPunct="1"/>
                <a:r>
                  <a:rPr lang="en-US" altLang="zh-CN" sz="2400" b="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2800" b="0" baseline="30000" dirty="0">
                    <a:solidFill>
                      <a:srgbClr val="0000FF"/>
                    </a:solidFill>
                    <a:latin typeface="Verdana" panose="020B0604030504040204" pitchFamily="34" charset="0"/>
                  </a:rPr>
                  <a:t>′</a:t>
                </a:r>
                <a:endParaRPr lang="en-US" altLang="zh-CN" sz="2800" b="0" baseline="30000" dirty="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86053" name="Text Box 87"/>
              <p:cNvSpPr txBox="1"/>
              <p:nvPr/>
            </p:nvSpPr>
            <p:spPr>
              <a:xfrm>
                <a:off x="181" y="0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 eaLnBrk="1" hangingPunct="1"/>
                <a:r>
                  <a:rPr lang="en-US" altLang="zh-CN" sz="2400" b="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C</a:t>
                </a:r>
                <a:endParaRPr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7128" name="Group 88"/>
          <p:cNvGrpSpPr/>
          <p:nvPr/>
        </p:nvGrpSpPr>
        <p:grpSpPr>
          <a:xfrm>
            <a:off x="7524750" y="5214938"/>
            <a:ext cx="963613" cy="471487"/>
            <a:chOff x="0" y="0"/>
            <a:chExt cx="607" cy="297"/>
          </a:xfrm>
        </p:grpSpPr>
        <p:sp>
          <p:nvSpPr>
            <p:cNvPr id="86046" name="Text Box 89"/>
            <p:cNvSpPr txBox="1"/>
            <p:nvPr/>
          </p:nvSpPr>
          <p:spPr>
            <a:xfrm>
              <a:off x="172" y="0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800" b="0" baseline="30000" dirty="0">
                  <a:latin typeface="Verdana" panose="020B0604030504040204" pitchFamily="34" charset="0"/>
                </a:rPr>
                <a:t>′</a:t>
              </a:r>
              <a:endParaRPr lang="en-US" altLang="zh-CN" sz="2800" b="0" baseline="30000" dirty="0">
                <a:latin typeface="Verdana" panose="020B0604030504040204" pitchFamily="34" charset="0"/>
              </a:endParaRPr>
            </a:p>
          </p:txBody>
        </p:sp>
        <p:grpSp>
          <p:nvGrpSpPr>
            <p:cNvPr id="86047" name="Group 90"/>
            <p:cNvGrpSpPr/>
            <p:nvPr/>
          </p:nvGrpSpPr>
          <p:grpSpPr>
            <a:xfrm>
              <a:off x="0" y="9"/>
              <a:ext cx="607" cy="288"/>
              <a:chOff x="0" y="0"/>
              <a:chExt cx="607" cy="288"/>
            </a:xfrm>
          </p:grpSpPr>
          <p:sp>
            <p:nvSpPr>
              <p:cNvPr id="86048" name="Text Box 91"/>
              <p:cNvSpPr txBox="1"/>
              <p:nvPr/>
            </p:nvSpPr>
            <p:spPr>
              <a:xfrm>
                <a:off x="0" y="0"/>
                <a:ext cx="2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+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49" name="Text Box 92"/>
              <p:cNvSpPr txBox="1"/>
              <p:nvPr/>
            </p:nvSpPr>
            <p:spPr>
              <a:xfrm>
                <a:off x="363" y="0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 eaLnBrk="1" hangingPunct="1"/>
                <a:r>
                  <a:rPr lang="en-US" altLang="zh-CN" sz="2400" b="0" dirty="0">
                    <a:latin typeface="Times New Roman" panose="02020603050405020304" pitchFamily="18" charset="0"/>
                  </a:rPr>
                  <a:t>B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87133" name="Text Box 93"/>
          <p:cNvSpPr txBox="1"/>
          <p:nvPr/>
        </p:nvSpPr>
        <p:spPr>
          <a:xfrm>
            <a:off x="1331913" y="3141663"/>
            <a:ext cx="6967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rgbClr val="0066FF"/>
                </a:solidFill>
                <a:latin typeface="Times New Roman" panose="02020603050405020304" pitchFamily="18" charset="0"/>
              </a:rPr>
              <a:t>将</a:t>
            </a:r>
            <a:r>
              <a:rPr lang="en-US" altLang="zh-CN" sz="2400" b="0" dirty="0">
                <a:latin typeface="Times New Roman" panose="02020603050405020304" pitchFamily="18" charset="0"/>
              </a:rPr>
              <a:t>Y</a:t>
            </a:r>
            <a:r>
              <a:rPr lang="en-US" altLang="zh-CN" b="0" dirty="0">
                <a:latin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</a:rPr>
              <a:t>=AC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+A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C+BC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+B</a:t>
            </a:r>
            <a:r>
              <a:rPr lang="en-US" altLang="zh-CN" sz="2800" b="0" baseline="30000" dirty="0">
                <a:latin typeface="Verdana" panose="020B0604030504040204" pitchFamily="34" charset="0"/>
              </a:rPr>
              <a:t>′</a:t>
            </a:r>
            <a:r>
              <a:rPr lang="en-US" altLang="zh-CN" sz="2400" b="0" dirty="0">
                <a:latin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0066FF"/>
                </a:solidFill>
                <a:latin typeface="Times New Roman" panose="02020603050405020304" pitchFamily="18" charset="0"/>
              </a:rPr>
              <a:t>化简为最简与或式。</a:t>
            </a:r>
            <a:endParaRPr lang="zh-CN" altLang="en-US" sz="2400" b="0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134" name="Text Box 94"/>
          <p:cNvSpPr txBox="1"/>
          <p:nvPr/>
        </p:nvSpPr>
        <p:spPr>
          <a:xfrm>
            <a:off x="990600" y="6172200"/>
            <a:ext cx="6584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solidFill>
                  <a:srgbClr val="993366"/>
                </a:solidFill>
                <a:latin typeface="Times New Roman" panose="02020603050405020304" pitchFamily="18" charset="0"/>
              </a:rPr>
              <a:t>此例说明，一逻辑函数的化简结果可能不唯一。</a:t>
            </a:r>
            <a:endParaRPr lang="zh-CN" altLang="en-US" sz="2400" b="0" dirty="0">
              <a:solidFill>
                <a:srgbClr val="99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135" name="Text Box 95"/>
          <p:cNvSpPr txBox="1"/>
          <p:nvPr/>
        </p:nvSpPr>
        <p:spPr>
          <a:xfrm>
            <a:off x="611188" y="3103563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dirty="0">
                <a:solidFill>
                  <a:srgbClr val="CC0066"/>
                </a:solidFill>
                <a:latin typeface="Times New Roman" panose="02020603050405020304" pitchFamily="18" charset="0"/>
              </a:rPr>
              <a:t>例：</a:t>
            </a:r>
            <a:endParaRPr lang="zh-CN" altLang="en-US" sz="2400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136" name="Text Box 96"/>
          <p:cNvSpPr txBox="1"/>
          <p:nvPr/>
        </p:nvSpPr>
        <p:spPr>
          <a:xfrm>
            <a:off x="6400800" y="1371600"/>
            <a:ext cx="2317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2400" b="0" dirty="0">
                <a:solidFill>
                  <a:srgbClr val="0033CC"/>
                </a:solidFill>
                <a:latin typeface="Times New Roman" panose="02020603050405020304" pitchFamily="18" charset="0"/>
              </a:rPr>
              <a:t>（画矩形圈）。</a:t>
            </a:r>
            <a:endParaRPr lang="zh-CN" altLang="en-US" sz="2400" b="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45" name="Text Box 97"/>
          <p:cNvSpPr txBox="1"/>
          <p:nvPr/>
        </p:nvSpPr>
        <p:spPr>
          <a:xfrm>
            <a:off x="250825" y="404813"/>
            <a:ext cx="4752975" cy="579437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latin typeface="Verdana" panose="020B0604030504040204" pitchFamily="34" charset="0"/>
              </a:rPr>
              <a:t>用卡诺图化简逻辑函数</a:t>
            </a:r>
            <a:endParaRPr lang="zh-CN" altLang="en-US" sz="32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8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7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7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70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7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7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7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7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7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4" dur="500"/>
                                        <p:tgtEl>
                                          <p:spTgt spid="8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7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70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87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7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7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7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7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7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87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7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8" dur="500"/>
                                        <p:tgtEl>
                                          <p:spTgt spid="8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/>
      <p:bldP spid="87043" grpId="0"/>
      <p:bldP spid="87044" grpId="0"/>
      <p:bldP spid="87045" grpId="0"/>
      <p:bldP spid="87073" grpId="0"/>
      <p:bldP spid="87075" grpId="0" animBg="1"/>
      <p:bldP spid="87108" grpId="0"/>
      <p:bldP spid="87109" grpId="0"/>
      <p:bldP spid="87110" grpId="0"/>
      <p:bldP spid="87119" grpId="0"/>
      <p:bldP spid="87133" grpId="0"/>
      <p:bldP spid="87134" grpId="0"/>
      <p:bldP spid="87135" grpId="0"/>
      <p:bldP spid="8713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Text Box 2"/>
          <p:cNvSpPr txBox="1"/>
          <p:nvPr/>
        </p:nvSpPr>
        <p:spPr>
          <a:xfrm>
            <a:off x="250825" y="404813"/>
            <a:ext cx="4752975" cy="579437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latin typeface="Verdana" panose="020B0604030504040204" pitchFamily="34" charset="0"/>
              </a:rPr>
              <a:t>用卡诺图化简逻辑函数</a:t>
            </a:r>
            <a:endParaRPr lang="zh-CN" altLang="en-US" sz="3200" b="0" dirty="0">
              <a:latin typeface="Verdana" panose="020B0604030504040204" pitchFamily="34" charset="0"/>
            </a:endParaRPr>
          </a:p>
        </p:txBody>
      </p:sp>
      <p:sp>
        <p:nvSpPr>
          <p:cNvPr id="88067" name="AutoShape 3"/>
          <p:cNvSpPr/>
          <p:nvPr/>
        </p:nvSpPr>
        <p:spPr>
          <a:xfrm>
            <a:off x="468313" y="1412875"/>
            <a:ext cx="1008062" cy="3744913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合并最小项的原则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88068" name="Text Box 4"/>
          <p:cNvSpPr txBox="1"/>
          <p:nvPr/>
        </p:nvSpPr>
        <p:spPr>
          <a:xfrm>
            <a:off x="1692275" y="1052513"/>
            <a:ext cx="6265863" cy="82232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　（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）任何两个（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个）相邻最小项，可以合并为一项，并消去一个变量。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8069" name="Object 5"/>
          <p:cNvGraphicFramePr>
            <a:graphicFrameLocks noChangeAspect="1"/>
          </p:cNvGraphicFramePr>
          <p:nvPr/>
        </p:nvGraphicFramePr>
        <p:xfrm>
          <a:off x="1768475" y="1841500"/>
          <a:ext cx="5827713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1" imgW="2359660" imgH="1038860" progId="Word.Document.8">
                  <p:embed/>
                </p:oleObj>
              </mc:Choice>
              <mc:Fallback>
                <p:oleObj name="" r:id="rId1" imgW="2359660" imgH="1038860" progId="Word.Document.8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8475" y="1841500"/>
                        <a:ext cx="5827713" cy="2543175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70" name="Group 6"/>
          <p:cNvGrpSpPr/>
          <p:nvPr/>
        </p:nvGrpSpPr>
        <p:grpSpPr>
          <a:xfrm>
            <a:off x="3059113" y="2636838"/>
            <a:ext cx="4724400" cy="533400"/>
            <a:chOff x="0" y="0"/>
            <a:chExt cx="2976" cy="336"/>
          </a:xfrm>
        </p:grpSpPr>
        <p:sp>
          <p:nvSpPr>
            <p:cNvPr id="87057" name="未知"/>
            <p:cNvSpPr/>
            <p:nvPr/>
          </p:nvSpPr>
          <p:spPr>
            <a:xfrm>
              <a:off x="0" y="0"/>
              <a:ext cx="720" cy="3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20" y="0"/>
                </a:cxn>
                <a:cxn ang="0">
                  <a:pos x="720" y="336"/>
                </a:cxn>
                <a:cxn ang="0">
                  <a:pos x="0" y="336"/>
                </a:cxn>
              </a:cxnLst>
              <a:pathLst>
                <a:path w="720" h="336">
                  <a:moveTo>
                    <a:pt x="0" y="0"/>
                  </a:moveTo>
                  <a:lnTo>
                    <a:pt x="720" y="0"/>
                  </a:lnTo>
                  <a:lnTo>
                    <a:pt x="720" y="336"/>
                  </a:lnTo>
                  <a:lnTo>
                    <a:pt x="0" y="336"/>
                  </a:ln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58" name="未知"/>
            <p:cNvSpPr/>
            <p:nvPr/>
          </p:nvSpPr>
          <p:spPr>
            <a:xfrm flipH="1">
              <a:off x="2256" y="0"/>
              <a:ext cx="720" cy="3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20" y="0"/>
                </a:cxn>
                <a:cxn ang="0">
                  <a:pos x="720" y="336"/>
                </a:cxn>
                <a:cxn ang="0">
                  <a:pos x="0" y="336"/>
                </a:cxn>
              </a:cxnLst>
              <a:pathLst>
                <a:path w="720" h="336">
                  <a:moveTo>
                    <a:pt x="0" y="0"/>
                  </a:moveTo>
                  <a:lnTo>
                    <a:pt x="720" y="0"/>
                  </a:lnTo>
                  <a:lnTo>
                    <a:pt x="720" y="336"/>
                  </a:lnTo>
                  <a:lnTo>
                    <a:pt x="0" y="336"/>
                  </a:ln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7621588" y="2451100"/>
          <a:ext cx="10826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3" imgW="444500" imgH="177800" progId="Equation.3">
                  <p:embed/>
                </p:oleObj>
              </mc:Choice>
              <mc:Fallback>
                <p:oleObj name="" r:id="rId3" imgW="444500" imgH="1778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1588" y="2451100"/>
                        <a:ext cx="1082675" cy="433388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4" name="Oval 10"/>
          <p:cNvSpPr/>
          <p:nvPr/>
        </p:nvSpPr>
        <p:spPr>
          <a:xfrm>
            <a:off x="4500563" y="3213100"/>
            <a:ext cx="1752600" cy="533400"/>
          </a:xfrm>
          <a:prstGeom prst="ellipse">
            <a:avLst/>
          </a:prstGeom>
          <a:noFill/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8075" name="Object 11"/>
          <p:cNvGraphicFramePr>
            <a:graphicFrameLocks noChangeAspect="1"/>
          </p:cNvGraphicFramePr>
          <p:nvPr/>
        </p:nvGraphicFramePr>
        <p:xfrm>
          <a:off x="6499225" y="3357563"/>
          <a:ext cx="10826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5" imgW="381000" imgH="177800" progId="Equation.3">
                  <p:embed/>
                </p:oleObj>
              </mc:Choice>
              <mc:Fallback>
                <p:oleObj name="" r:id="rId5" imgW="381000" imgH="17780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9225" y="3357563"/>
                        <a:ext cx="1082675" cy="500062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12"/>
          <p:cNvGraphicFramePr>
            <a:graphicFrameLocks noChangeAspect="1"/>
          </p:cNvGraphicFramePr>
          <p:nvPr/>
        </p:nvGraphicFramePr>
        <p:xfrm>
          <a:off x="1763713" y="3830638"/>
          <a:ext cx="5832475" cy="283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7" imgW="2381885" imgH="1490345" progId="Word.Document.8">
                  <p:embed/>
                </p:oleObj>
              </mc:Choice>
              <mc:Fallback>
                <p:oleObj name="" r:id="rId7" imgW="2381885" imgH="1490345" progId="Word.Document.8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713" y="3830638"/>
                        <a:ext cx="5832475" cy="2836862"/>
                      </a:xfrm>
                      <a:prstGeom prst="rect">
                        <a:avLst/>
                      </a:prstGeom>
                      <a:solidFill>
                        <a:srgbClr val="D9FFE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7" name="Oval 13"/>
          <p:cNvSpPr/>
          <p:nvPr/>
        </p:nvSpPr>
        <p:spPr>
          <a:xfrm>
            <a:off x="6588125" y="4868863"/>
            <a:ext cx="762000" cy="990600"/>
          </a:xfrm>
          <a:prstGeom prst="ellipse">
            <a:avLst/>
          </a:prstGeom>
          <a:noFill/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8078" name="Object 14"/>
          <p:cNvGraphicFramePr>
            <a:graphicFrameLocks noChangeAspect="1"/>
          </p:cNvGraphicFramePr>
          <p:nvPr/>
        </p:nvGraphicFramePr>
        <p:xfrm>
          <a:off x="7437438" y="5243513"/>
          <a:ext cx="117316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9" imgW="508000" imgH="177800" progId="Equation.3">
                  <p:embed/>
                </p:oleObj>
              </mc:Choice>
              <mc:Fallback>
                <p:oleObj name="" r:id="rId9" imgW="508000" imgH="17780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37438" y="5243513"/>
                        <a:ext cx="1173162" cy="411162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79" name="Group 15"/>
          <p:cNvGrpSpPr/>
          <p:nvPr/>
        </p:nvGrpSpPr>
        <p:grpSpPr>
          <a:xfrm>
            <a:off x="4500563" y="4292600"/>
            <a:ext cx="609600" cy="2133600"/>
            <a:chOff x="0" y="0"/>
            <a:chExt cx="384" cy="1344"/>
          </a:xfrm>
        </p:grpSpPr>
        <p:sp>
          <p:nvSpPr>
            <p:cNvPr id="87055" name="未知"/>
            <p:cNvSpPr/>
            <p:nvPr/>
          </p:nvSpPr>
          <p:spPr>
            <a:xfrm>
              <a:off x="0" y="0"/>
              <a:ext cx="384" cy="3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84"/>
                </a:cxn>
                <a:cxn ang="0">
                  <a:pos x="384" y="384"/>
                </a:cxn>
                <a:cxn ang="0">
                  <a:pos x="384" y="0"/>
                </a:cxn>
              </a:cxnLst>
              <a:pathLst>
                <a:path w="384" h="384">
                  <a:moveTo>
                    <a:pt x="0" y="0"/>
                  </a:moveTo>
                  <a:lnTo>
                    <a:pt x="0" y="384"/>
                  </a:lnTo>
                  <a:lnTo>
                    <a:pt x="384" y="384"/>
                  </a:lnTo>
                  <a:lnTo>
                    <a:pt x="384" y="0"/>
                  </a:ln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056" name="未知"/>
            <p:cNvSpPr/>
            <p:nvPr/>
          </p:nvSpPr>
          <p:spPr>
            <a:xfrm flipV="1">
              <a:off x="0" y="960"/>
              <a:ext cx="384" cy="3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84"/>
                </a:cxn>
                <a:cxn ang="0">
                  <a:pos x="384" y="384"/>
                </a:cxn>
                <a:cxn ang="0">
                  <a:pos x="384" y="0"/>
                </a:cxn>
              </a:cxnLst>
              <a:pathLst>
                <a:path w="384" h="384">
                  <a:moveTo>
                    <a:pt x="0" y="0"/>
                  </a:moveTo>
                  <a:lnTo>
                    <a:pt x="0" y="384"/>
                  </a:lnTo>
                  <a:lnTo>
                    <a:pt x="384" y="384"/>
                  </a:lnTo>
                  <a:lnTo>
                    <a:pt x="384" y="0"/>
                  </a:ln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88082" name="Object 18"/>
          <p:cNvGraphicFramePr>
            <a:graphicFrameLocks noChangeAspect="1"/>
          </p:cNvGraphicFramePr>
          <p:nvPr/>
        </p:nvGraphicFramePr>
        <p:xfrm>
          <a:off x="5324475" y="6035675"/>
          <a:ext cx="114776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1" imgW="546100" imgH="177800" progId="Equation.3">
                  <p:embed/>
                </p:oleObj>
              </mc:Choice>
              <mc:Fallback>
                <p:oleObj name="" r:id="rId11" imgW="546100" imgH="1778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24475" y="6035675"/>
                        <a:ext cx="1147763" cy="373063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4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nimBg="1"/>
      <p:bldP spid="88068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1258888" y="3284538"/>
          <a:ext cx="5522912" cy="349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1" imgW="2336800" imgH="1490345" progId="Word.Document.8">
                  <p:embed/>
                </p:oleObj>
              </mc:Choice>
              <mc:Fallback>
                <p:oleObj name="" r:id="rId1" imgW="2336800" imgH="1490345" progId="Word.Document.8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8888" y="3284538"/>
                        <a:ext cx="5522912" cy="349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7" name="AutoShape 3"/>
          <p:cNvSpPr/>
          <p:nvPr/>
        </p:nvSpPr>
        <p:spPr>
          <a:xfrm>
            <a:off x="179388" y="404813"/>
            <a:ext cx="1008062" cy="3744912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合并最小项的原则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89092" name="Text Box 4"/>
          <p:cNvSpPr txBox="1"/>
          <p:nvPr/>
        </p:nvSpPr>
        <p:spPr>
          <a:xfrm>
            <a:off x="1763713" y="260350"/>
            <a:ext cx="6580187" cy="82232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　（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）任何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个（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个）相邻的最小项，可以合并为一项，并消去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个变量。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1331913" y="1052513"/>
          <a:ext cx="5765800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3" imgW="2404745" imgH="1038860" progId="Word.Document.8">
                  <p:embed/>
                </p:oleObj>
              </mc:Choice>
              <mc:Fallback>
                <p:oleObj name="" r:id="rId3" imgW="2404745" imgH="1038860" progId="Word.Document.8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913" y="1052513"/>
                        <a:ext cx="5765800" cy="247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4" name="Oval 6"/>
          <p:cNvSpPr/>
          <p:nvPr/>
        </p:nvSpPr>
        <p:spPr>
          <a:xfrm>
            <a:off x="2771775" y="1844675"/>
            <a:ext cx="4038600" cy="533400"/>
          </a:xfrm>
          <a:prstGeom prst="ellipse">
            <a:avLst/>
          </a:prstGeom>
          <a:noFill/>
          <a:ln w="38100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9095" name="Object 7"/>
          <p:cNvGraphicFramePr>
            <a:graphicFrameLocks noChangeAspect="1"/>
          </p:cNvGraphicFramePr>
          <p:nvPr/>
        </p:nvGraphicFramePr>
        <p:xfrm>
          <a:off x="6918325" y="1946275"/>
          <a:ext cx="7429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5" imgW="304800" imgH="165100" progId="Equation.3">
                  <p:embed/>
                </p:oleObj>
              </mc:Choice>
              <mc:Fallback>
                <p:oleObj name="" r:id="rId5" imgW="304800" imgH="1651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1946275"/>
                        <a:ext cx="742950" cy="40005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6" name="Oval 8"/>
          <p:cNvSpPr/>
          <p:nvPr/>
        </p:nvSpPr>
        <p:spPr>
          <a:xfrm>
            <a:off x="3851275" y="1916113"/>
            <a:ext cx="1897063" cy="1008062"/>
          </a:xfrm>
          <a:prstGeom prst="ellipse">
            <a:avLst/>
          </a:prstGeom>
          <a:noFill/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9097" name="Object 9"/>
          <p:cNvGraphicFramePr>
            <a:graphicFrameLocks noChangeAspect="1"/>
          </p:cNvGraphicFramePr>
          <p:nvPr/>
        </p:nvGraphicFramePr>
        <p:xfrm>
          <a:off x="5738813" y="2667000"/>
          <a:ext cx="6826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7" imgW="279400" imgH="177800" progId="Equation.3">
                  <p:embed/>
                </p:oleObj>
              </mc:Choice>
              <mc:Fallback>
                <p:oleObj name="" r:id="rId7" imgW="279400" imgH="1778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38813" y="2667000"/>
                        <a:ext cx="682625" cy="431800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8" name="Object 10"/>
          <p:cNvGraphicFramePr>
            <a:graphicFrameLocks noChangeAspect="1"/>
          </p:cNvGraphicFramePr>
          <p:nvPr/>
        </p:nvGraphicFramePr>
        <p:xfrm>
          <a:off x="5580063" y="4899025"/>
          <a:ext cx="9302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9" imgW="381635" imgH="165100" progId="Equation.3">
                  <p:embed/>
                </p:oleObj>
              </mc:Choice>
              <mc:Fallback>
                <p:oleObj name="" r:id="rId9" imgW="381635" imgH="16510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0063" y="4899025"/>
                        <a:ext cx="930275" cy="3984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9" name="Object 11"/>
          <p:cNvGraphicFramePr>
            <a:graphicFrameLocks noChangeAspect="1"/>
          </p:cNvGraphicFramePr>
          <p:nvPr/>
        </p:nvGraphicFramePr>
        <p:xfrm>
          <a:off x="5651500" y="6237288"/>
          <a:ext cx="10826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11" imgW="444500" imgH="165100" progId="Equation.3">
                  <p:embed/>
                </p:oleObj>
              </mc:Choice>
              <mc:Fallback>
                <p:oleObj name="" r:id="rId11" imgW="444500" imgH="1651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51500" y="6237288"/>
                        <a:ext cx="1082675" cy="398462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0" name="Rectangle 12"/>
          <p:cNvSpPr/>
          <p:nvPr/>
        </p:nvSpPr>
        <p:spPr>
          <a:xfrm>
            <a:off x="3851275" y="4652963"/>
            <a:ext cx="1584325" cy="1008062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9101" name="Group 13"/>
          <p:cNvGrpSpPr/>
          <p:nvPr/>
        </p:nvGrpSpPr>
        <p:grpSpPr>
          <a:xfrm>
            <a:off x="2484438" y="3933825"/>
            <a:ext cx="4357687" cy="2374900"/>
            <a:chOff x="0" y="0"/>
            <a:chExt cx="2745" cy="1496"/>
          </a:xfrm>
        </p:grpSpPr>
        <p:sp>
          <p:nvSpPr>
            <p:cNvPr id="88088" name="未知"/>
            <p:cNvSpPr/>
            <p:nvPr/>
          </p:nvSpPr>
          <p:spPr>
            <a:xfrm>
              <a:off x="90" y="1179"/>
              <a:ext cx="628" cy="317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545" y="45"/>
                </a:cxn>
                <a:cxn ang="0">
                  <a:pos x="499" y="317"/>
                </a:cxn>
              </a:cxnLst>
              <a:pathLst>
                <a:path w="628" h="317">
                  <a:moveTo>
                    <a:pt x="0" y="45"/>
                  </a:moveTo>
                  <a:cubicBezTo>
                    <a:pt x="231" y="22"/>
                    <a:pt x="462" y="0"/>
                    <a:pt x="545" y="45"/>
                  </a:cubicBezTo>
                  <a:cubicBezTo>
                    <a:pt x="628" y="90"/>
                    <a:pt x="507" y="272"/>
                    <a:pt x="499" y="317"/>
                  </a:cubicBezTo>
                </a:path>
              </a:pathLst>
            </a:custGeom>
            <a:noFill/>
            <a:ln w="38100" cap="flat" cmpd="sng">
              <a:solidFill>
                <a:srgbClr val="CC66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089" name="未知"/>
            <p:cNvSpPr/>
            <p:nvPr/>
          </p:nvSpPr>
          <p:spPr>
            <a:xfrm rot="10800000">
              <a:off x="2086" y="0"/>
              <a:ext cx="583" cy="407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506" y="58"/>
                </a:cxn>
                <a:cxn ang="0">
                  <a:pos x="463" y="407"/>
                </a:cxn>
              </a:cxnLst>
              <a:pathLst>
                <a:path w="628" h="317">
                  <a:moveTo>
                    <a:pt x="0" y="45"/>
                  </a:moveTo>
                  <a:cubicBezTo>
                    <a:pt x="231" y="22"/>
                    <a:pt x="462" y="0"/>
                    <a:pt x="545" y="45"/>
                  </a:cubicBezTo>
                  <a:cubicBezTo>
                    <a:pt x="628" y="90"/>
                    <a:pt x="507" y="272"/>
                    <a:pt x="499" y="317"/>
                  </a:cubicBezTo>
                </a:path>
              </a:pathLst>
            </a:custGeom>
            <a:noFill/>
            <a:ln w="38100" cap="flat" cmpd="sng">
              <a:solidFill>
                <a:srgbClr val="CC66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090" name="未知"/>
            <p:cNvSpPr/>
            <p:nvPr/>
          </p:nvSpPr>
          <p:spPr>
            <a:xfrm>
              <a:off x="2086" y="1179"/>
              <a:ext cx="659" cy="312"/>
            </a:xfrm>
            <a:custGeom>
              <a:avLst/>
              <a:gdLst/>
              <a:ahLst/>
              <a:cxnLst>
                <a:cxn ang="0">
                  <a:pos x="659" y="72"/>
                </a:cxn>
                <a:cxn ang="0">
                  <a:pos x="101" y="40"/>
                </a:cxn>
                <a:cxn ang="0">
                  <a:pos x="55" y="312"/>
                </a:cxn>
              </a:cxnLst>
              <a:pathLst>
                <a:path w="659" h="312">
                  <a:moveTo>
                    <a:pt x="659" y="72"/>
                  </a:moveTo>
                  <a:cubicBezTo>
                    <a:pt x="566" y="65"/>
                    <a:pt x="202" y="0"/>
                    <a:pt x="101" y="40"/>
                  </a:cubicBezTo>
                  <a:cubicBezTo>
                    <a:pt x="0" y="80"/>
                    <a:pt x="63" y="267"/>
                    <a:pt x="55" y="312"/>
                  </a:cubicBezTo>
                </a:path>
              </a:pathLst>
            </a:custGeom>
            <a:noFill/>
            <a:ln w="38100" cap="flat" cmpd="sng">
              <a:solidFill>
                <a:srgbClr val="CC66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091" name="未知"/>
            <p:cNvSpPr/>
            <p:nvPr/>
          </p:nvSpPr>
          <p:spPr>
            <a:xfrm rot="10800000">
              <a:off x="0" y="45"/>
              <a:ext cx="635" cy="402"/>
            </a:xfrm>
            <a:custGeom>
              <a:avLst/>
              <a:gdLst/>
              <a:ahLst/>
              <a:cxnLst>
                <a:cxn ang="0">
                  <a:pos x="635" y="93"/>
                </a:cxn>
                <a:cxn ang="0">
                  <a:pos x="97" y="52"/>
                </a:cxn>
                <a:cxn ang="0">
                  <a:pos x="53" y="402"/>
                </a:cxn>
              </a:cxnLst>
              <a:pathLst>
                <a:path w="659" h="312">
                  <a:moveTo>
                    <a:pt x="659" y="72"/>
                  </a:moveTo>
                  <a:cubicBezTo>
                    <a:pt x="566" y="65"/>
                    <a:pt x="202" y="0"/>
                    <a:pt x="101" y="40"/>
                  </a:cubicBezTo>
                  <a:cubicBezTo>
                    <a:pt x="0" y="80"/>
                    <a:pt x="63" y="267"/>
                    <a:pt x="55" y="312"/>
                  </a:cubicBezTo>
                </a:path>
              </a:pathLst>
            </a:custGeom>
            <a:noFill/>
            <a:ln w="38100" cap="flat" cmpd="sng">
              <a:solidFill>
                <a:srgbClr val="CC66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89106" name="Object 18"/>
          <p:cNvGraphicFramePr>
            <a:graphicFrameLocks noChangeAspect="1"/>
          </p:cNvGraphicFramePr>
          <p:nvPr/>
        </p:nvGraphicFramePr>
        <p:xfrm>
          <a:off x="1258888" y="3176588"/>
          <a:ext cx="5499100" cy="368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13" imgW="1498600" imgH="1205230" progId="Word.Document.8">
                  <p:embed/>
                </p:oleObj>
              </mc:Choice>
              <mc:Fallback>
                <p:oleObj name="" r:id="rId13" imgW="1498600" imgH="1205230" progId="Word.Document.8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8888" y="3176588"/>
                        <a:ext cx="5499100" cy="3681412"/>
                      </a:xfrm>
                      <a:prstGeom prst="rect">
                        <a:avLst/>
                      </a:prstGeom>
                      <a:solidFill>
                        <a:srgbClr val="ECFF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9107" name="Group 19"/>
          <p:cNvGrpSpPr/>
          <p:nvPr/>
        </p:nvGrpSpPr>
        <p:grpSpPr>
          <a:xfrm>
            <a:off x="2987675" y="4581525"/>
            <a:ext cx="4002088" cy="1290638"/>
            <a:chOff x="0" y="0"/>
            <a:chExt cx="2521" cy="813"/>
          </a:xfrm>
        </p:grpSpPr>
        <p:sp>
          <p:nvSpPr>
            <p:cNvPr id="88086" name="未知"/>
            <p:cNvSpPr/>
            <p:nvPr/>
          </p:nvSpPr>
          <p:spPr>
            <a:xfrm>
              <a:off x="0" y="45"/>
              <a:ext cx="616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8" y="96"/>
                </a:cxn>
                <a:cxn ang="0">
                  <a:pos x="528" y="576"/>
                </a:cxn>
                <a:cxn ang="0">
                  <a:pos x="0" y="768"/>
                </a:cxn>
              </a:cxnLst>
              <a:pathLst>
                <a:path w="616" h="768">
                  <a:moveTo>
                    <a:pt x="0" y="0"/>
                  </a:moveTo>
                  <a:cubicBezTo>
                    <a:pt x="220" y="0"/>
                    <a:pt x="440" y="0"/>
                    <a:pt x="528" y="96"/>
                  </a:cubicBezTo>
                  <a:cubicBezTo>
                    <a:pt x="616" y="192"/>
                    <a:pt x="616" y="464"/>
                    <a:pt x="528" y="576"/>
                  </a:cubicBezTo>
                  <a:cubicBezTo>
                    <a:pt x="440" y="688"/>
                    <a:pt x="220" y="728"/>
                    <a:pt x="0" y="768"/>
                  </a:cubicBez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087" name="未知"/>
            <p:cNvSpPr/>
            <p:nvPr/>
          </p:nvSpPr>
          <p:spPr>
            <a:xfrm flipH="1">
              <a:off x="1905" y="0"/>
              <a:ext cx="616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8" y="96"/>
                </a:cxn>
                <a:cxn ang="0">
                  <a:pos x="528" y="576"/>
                </a:cxn>
                <a:cxn ang="0">
                  <a:pos x="0" y="768"/>
                </a:cxn>
              </a:cxnLst>
              <a:pathLst>
                <a:path w="616" h="768">
                  <a:moveTo>
                    <a:pt x="0" y="0"/>
                  </a:moveTo>
                  <a:cubicBezTo>
                    <a:pt x="220" y="0"/>
                    <a:pt x="440" y="0"/>
                    <a:pt x="528" y="96"/>
                  </a:cubicBezTo>
                  <a:cubicBezTo>
                    <a:pt x="616" y="192"/>
                    <a:pt x="616" y="464"/>
                    <a:pt x="528" y="576"/>
                  </a:cubicBezTo>
                  <a:cubicBezTo>
                    <a:pt x="440" y="688"/>
                    <a:pt x="220" y="728"/>
                    <a:pt x="0" y="768"/>
                  </a:cubicBez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89110" name="Object 22"/>
          <p:cNvGraphicFramePr>
            <a:graphicFrameLocks noChangeAspect="1"/>
          </p:cNvGraphicFramePr>
          <p:nvPr/>
        </p:nvGraphicFramePr>
        <p:xfrm>
          <a:off x="6932613" y="5043488"/>
          <a:ext cx="99218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15" imgW="406400" imgH="165100" progId="Equation.3">
                  <p:embed/>
                </p:oleObj>
              </mc:Choice>
              <mc:Fallback>
                <p:oleObj name="" r:id="rId15" imgW="406400" imgH="16510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32613" y="5043488"/>
                        <a:ext cx="992187" cy="398462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9111" name="Group 23"/>
          <p:cNvGrpSpPr/>
          <p:nvPr/>
        </p:nvGrpSpPr>
        <p:grpSpPr>
          <a:xfrm>
            <a:off x="4067175" y="3933825"/>
            <a:ext cx="2006600" cy="2422525"/>
            <a:chOff x="0" y="0"/>
            <a:chExt cx="1264" cy="1526"/>
          </a:xfrm>
        </p:grpSpPr>
        <p:sp>
          <p:nvSpPr>
            <p:cNvPr id="88084" name="未知"/>
            <p:cNvSpPr/>
            <p:nvPr/>
          </p:nvSpPr>
          <p:spPr>
            <a:xfrm>
              <a:off x="0" y="0"/>
              <a:ext cx="1264" cy="392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176" y="336"/>
                </a:cxn>
                <a:cxn ang="0">
                  <a:pos x="1088" y="336"/>
                </a:cxn>
                <a:cxn ang="0">
                  <a:pos x="1232" y="0"/>
                </a:cxn>
              </a:cxnLst>
              <a:pathLst>
                <a:path w="1264" h="392">
                  <a:moveTo>
                    <a:pt x="32" y="0"/>
                  </a:moveTo>
                  <a:cubicBezTo>
                    <a:pt x="16" y="140"/>
                    <a:pt x="0" y="280"/>
                    <a:pt x="176" y="336"/>
                  </a:cubicBezTo>
                  <a:cubicBezTo>
                    <a:pt x="352" y="392"/>
                    <a:pt x="912" y="392"/>
                    <a:pt x="1088" y="336"/>
                  </a:cubicBezTo>
                  <a:cubicBezTo>
                    <a:pt x="1264" y="280"/>
                    <a:pt x="1248" y="140"/>
                    <a:pt x="1232" y="0"/>
                  </a:cubicBezTo>
                </a:path>
              </a:pathLst>
            </a:custGeom>
            <a:noFill/>
            <a:ln w="38100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085" name="未知"/>
            <p:cNvSpPr/>
            <p:nvPr/>
          </p:nvSpPr>
          <p:spPr>
            <a:xfrm flipV="1">
              <a:off x="0" y="1134"/>
              <a:ext cx="1264" cy="392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176" y="336"/>
                </a:cxn>
                <a:cxn ang="0">
                  <a:pos x="1088" y="336"/>
                </a:cxn>
                <a:cxn ang="0">
                  <a:pos x="1232" y="0"/>
                </a:cxn>
              </a:cxnLst>
              <a:pathLst>
                <a:path w="1264" h="392">
                  <a:moveTo>
                    <a:pt x="32" y="0"/>
                  </a:moveTo>
                  <a:cubicBezTo>
                    <a:pt x="16" y="140"/>
                    <a:pt x="0" y="280"/>
                    <a:pt x="176" y="336"/>
                  </a:cubicBezTo>
                  <a:cubicBezTo>
                    <a:pt x="352" y="392"/>
                    <a:pt x="912" y="392"/>
                    <a:pt x="1088" y="336"/>
                  </a:cubicBezTo>
                  <a:cubicBezTo>
                    <a:pt x="1264" y="280"/>
                    <a:pt x="1248" y="140"/>
                    <a:pt x="1232" y="0"/>
                  </a:cubicBezTo>
                </a:path>
              </a:pathLst>
            </a:custGeom>
            <a:noFill/>
            <a:ln w="38100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89114" name="Object 26"/>
          <p:cNvGraphicFramePr>
            <a:graphicFrameLocks noChangeAspect="1"/>
          </p:cNvGraphicFramePr>
          <p:nvPr/>
        </p:nvGraphicFramePr>
        <p:xfrm>
          <a:off x="4989513" y="6338888"/>
          <a:ext cx="9906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17" imgW="406400" imgH="165100" progId="Equation.3">
                  <p:embed/>
                </p:oleObj>
              </mc:Choice>
              <mc:Fallback>
                <p:oleObj name="" r:id="rId17" imgW="406400" imgH="165100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89513" y="6338888"/>
                        <a:ext cx="990600" cy="398462"/>
                      </a:xfrm>
                      <a:prstGeom prst="rect">
                        <a:avLst/>
                      </a:prstGeom>
                      <a:solidFill>
                        <a:srgbClr val="FF00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15" name="AutoShape 27"/>
          <p:cNvSpPr/>
          <p:nvPr/>
        </p:nvSpPr>
        <p:spPr>
          <a:xfrm>
            <a:off x="4356100" y="3860800"/>
            <a:ext cx="3671888" cy="1584325"/>
          </a:xfrm>
          <a:prstGeom prst="wedgeRoundRectCallout">
            <a:avLst>
              <a:gd name="adj1" fmla="val -33227"/>
              <a:gd name="adj2" fmla="val -102907"/>
              <a:gd name="adj3" fmla="val 16667"/>
            </a:avLst>
          </a:prstGeom>
          <a:solidFill>
            <a:srgbClr val="99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此例说明，为了使化简结果最简，可以重复利用最小项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89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9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8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8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dvAuto="1000" build="p"/>
      <p:bldP spid="89115" grpId="0" animBg="1"/>
      <p:bldP spid="89115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AutoShape 2"/>
          <p:cNvSpPr/>
          <p:nvPr/>
        </p:nvSpPr>
        <p:spPr>
          <a:xfrm>
            <a:off x="179388" y="404813"/>
            <a:ext cx="1008062" cy="3744912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合并最小项的原则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90115" name="Text Box 3"/>
          <p:cNvSpPr txBox="1"/>
          <p:nvPr/>
        </p:nvSpPr>
        <p:spPr>
          <a:xfrm>
            <a:off x="1187450" y="260350"/>
            <a:ext cx="7288213" cy="82232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　（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）任何</a:t>
            </a:r>
            <a:r>
              <a:rPr lang="en-US" altLang="zh-CN" sz="2400" dirty="0">
                <a:latin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</a:rPr>
              <a:t>个（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个）相邻最小项，可以合并为一项，并消去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个变量。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1619250" y="1052513"/>
          <a:ext cx="5218113" cy="337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" imgW="2291715" imgH="1490345" progId="Word.Document.8">
                  <p:embed/>
                </p:oleObj>
              </mc:Choice>
              <mc:Fallback>
                <p:oleObj name="" r:id="rId1" imgW="2291715" imgH="1490345" progId="Word.Document.8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1052513"/>
                        <a:ext cx="5218113" cy="3376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AutoShape 5"/>
          <p:cNvSpPr/>
          <p:nvPr/>
        </p:nvSpPr>
        <p:spPr>
          <a:xfrm>
            <a:off x="2771775" y="2420938"/>
            <a:ext cx="3810000" cy="838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  <p:txBody>
          <a:bodyPr wrap="none" lIns="0" rIns="0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6746875" y="2595563"/>
          <a:ext cx="6508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3" imgW="266700" imgH="165100" progId="Equation.3">
                  <p:embed/>
                </p:oleObj>
              </mc:Choice>
              <mc:Fallback>
                <p:oleObj name="" r:id="rId3" imgW="266700" imgH="16510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46875" y="2595563"/>
                        <a:ext cx="650875" cy="40005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1258888" y="3933825"/>
          <a:ext cx="6048375" cy="315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5" imgW="2426970" imgH="1490345" progId="Word.Document.8">
                  <p:embed/>
                </p:oleObj>
              </mc:Choice>
              <mc:Fallback>
                <p:oleObj name="" r:id="rId5" imgW="2426970" imgH="1490345" progId="Word.Document.8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3933825"/>
                        <a:ext cx="6048375" cy="315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120" name="Group 8"/>
          <p:cNvGrpSpPr/>
          <p:nvPr/>
        </p:nvGrpSpPr>
        <p:grpSpPr>
          <a:xfrm>
            <a:off x="2887663" y="4614863"/>
            <a:ext cx="4143375" cy="1905000"/>
            <a:chOff x="0" y="0"/>
            <a:chExt cx="2610" cy="1200"/>
          </a:xfrm>
        </p:grpSpPr>
        <p:sp>
          <p:nvSpPr>
            <p:cNvPr id="89098" name="未知"/>
            <p:cNvSpPr/>
            <p:nvPr/>
          </p:nvSpPr>
          <p:spPr>
            <a:xfrm>
              <a:off x="0" y="0"/>
              <a:ext cx="506" cy="1176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503" y="28"/>
                </a:cxn>
                <a:cxn ang="0">
                  <a:pos x="485" y="1134"/>
                </a:cxn>
                <a:cxn ang="0">
                  <a:pos x="458" y="1143"/>
                </a:cxn>
                <a:cxn ang="0">
                  <a:pos x="366" y="1171"/>
                </a:cxn>
                <a:cxn ang="0">
                  <a:pos x="0" y="1171"/>
                </a:cxn>
              </a:cxnLst>
              <a:pathLst>
                <a:path w="506" h="1176">
                  <a:moveTo>
                    <a:pt x="37" y="0"/>
                  </a:moveTo>
                  <a:cubicBezTo>
                    <a:pt x="448" y="20"/>
                    <a:pt x="294" y="5"/>
                    <a:pt x="503" y="28"/>
                  </a:cubicBezTo>
                  <a:cubicBezTo>
                    <a:pt x="496" y="397"/>
                    <a:pt x="506" y="766"/>
                    <a:pt x="485" y="1134"/>
                  </a:cubicBezTo>
                  <a:cubicBezTo>
                    <a:pt x="484" y="1143"/>
                    <a:pt x="467" y="1140"/>
                    <a:pt x="458" y="1143"/>
                  </a:cubicBezTo>
                  <a:cubicBezTo>
                    <a:pt x="425" y="1176"/>
                    <a:pt x="439" y="1169"/>
                    <a:pt x="366" y="1171"/>
                  </a:cubicBezTo>
                  <a:cubicBezTo>
                    <a:pt x="244" y="1174"/>
                    <a:pt x="122" y="1171"/>
                    <a:pt x="0" y="1171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9099" name="未知"/>
            <p:cNvSpPr/>
            <p:nvPr/>
          </p:nvSpPr>
          <p:spPr>
            <a:xfrm rot="10800000">
              <a:off x="2104" y="24"/>
              <a:ext cx="506" cy="1176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503" y="28"/>
                </a:cxn>
                <a:cxn ang="0">
                  <a:pos x="485" y="1134"/>
                </a:cxn>
                <a:cxn ang="0">
                  <a:pos x="458" y="1143"/>
                </a:cxn>
                <a:cxn ang="0">
                  <a:pos x="366" y="1171"/>
                </a:cxn>
                <a:cxn ang="0">
                  <a:pos x="0" y="1171"/>
                </a:cxn>
              </a:cxnLst>
              <a:pathLst>
                <a:path w="506" h="1176">
                  <a:moveTo>
                    <a:pt x="37" y="0"/>
                  </a:moveTo>
                  <a:cubicBezTo>
                    <a:pt x="448" y="20"/>
                    <a:pt x="294" y="5"/>
                    <a:pt x="503" y="28"/>
                  </a:cubicBezTo>
                  <a:cubicBezTo>
                    <a:pt x="496" y="397"/>
                    <a:pt x="506" y="766"/>
                    <a:pt x="485" y="1134"/>
                  </a:cubicBezTo>
                  <a:cubicBezTo>
                    <a:pt x="484" y="1143"/>
                    <a:pt x="467" y="1140"/>
                    <a:pt x="458" y="1143"/>
                  </a:cubicBezTo>
                  <a:cubicBezTo>
                    <a:pt x="425" y="1176"/>
                    <a:pt x="439" y="1169"/>
                    <a:pt x="366" y="1171"/>
                  </a:cubicBezTo>
                  <a:cubicBezTo>
                    <a:pt x="244" y="1174"/>
                    <a:pt x="122" y="1171"/>
                    <a:pt x="0" y="1171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90123" name="Object 11"/>
          <p:cNvGraphicFramePr>
            <a:graphicFrameLocks noChangeAspect="1"/>
          </p:cNvGraphicFramePr>
          <p:nvPr/>
        </p:nvGraphicFramePr>
        <p:xfrm>
          <a:off x="7175500" y="5445125"/>
          <a:ext cx="774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7" imgW="317500" imgH="165100" progId="Equation.3">
                  <p:embed/>
                </p:oleObj>
              </mc:Choice>
              <mc:Fallback>
                <p:oleObj name="" r:id="rId7" imgW="317500" imgH="16510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75500" y="5445125"/>
                        <a:ext cx="774700" cy="400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dvAuto="100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AutoShape 2"/>
          <p:cNvSpPr/>
          <p:nvPr/>
        </p:nvSpPr>
        <p:spPr>
          <a:xfrm>
            <a:off x="179388" y="908050"/>
            <a:ext cx="1008062" cy="3744913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合并最小项的原则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91139" name="Text Box 3"/>
          <p:cNvSpPr txBox="1"/>
          <p:nvPr/>
        </p:nvSpPr>
        <p:spPr>
          <a:xfrm>
            <a:off x="1476375" y="981075"/>
            <a:ext cx="6985000" cy="4367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利用 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AB+AB′=A</a:t>
            </a:r>
            <a:endParaRPr lang="en-US" altLang="zh-CN" sz="2800" b="0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2</a:t>
            </a:r>
            <a:r>
              <a:rPr lang="zh-CN" altLang="en-US" sz="2800" b="0" dirty="0">
                <a:latin typeface="Times New Roman" panose="02020603050405020304" pitchFamily="18" charset="0"/>
              </a:rPr>
              <a:t>个最小项合并，消去</a:t>
            </a:r>
            <a:r>
              <a:rPr lang="en-US" altLang="zh-CN" sz="2800" b="0" dirty="0">
                <a:latin typeface="Times New Roman" panose="02020603050405020304" pitchFamily="18" charset="0"/>
              </a:rPr>
              <a:t>1</a:t>
            </a:r>
            <a:r>
              <a:rPr lang="zh-CN" altLang="en-US" sz="2800" b="0" dirty="0">
                <a:latin typeface="Times New Roman" panose="02020603050405020304" pitchFamily="18" charset="0"/>
              </a:rPr>
              <a:t>个变量；</a:t>
            </a:r>
            <a:endParaRPr lang="zh-CN" altLang="en-US" sz="2800" b="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4</a:t>
            </a:r>
            <a:r>
              <a:rPr lang="zh-CN" altLang="en-US" sz="2800" b="0" dirty="0">
                <a:latin typeface="Verdana" panose="020B0604030504040204" pitchFamily="34" charset="0"/>
              </a:rPr>
              <a:t>个最小项合并，消去</a:t>
            </a:r>
            <a:r>
              <a:rPr lang="en-US" altLang="zh-CN" sz="2800" b="0" dirty="0">
                <a:latin typeface="Times New Roman" panose="02020603050405020304" pitchFamily="18" charset="0"/>
              </a:rPr>
              <a:t>2</a:t>
            </a:r>
            <a:r>
              <a:rPr lang="zh-CN" altLang="en-US" sz="2800" b="0" dirty="0">
                <a:latin typeface="Verdana" panose="020B0604030504040204" pitchFamily="34" charset="0"/>
              </a:rPr>
              <a:t>个变量；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8</a:t>
            </a:r>
            <a:r>
              <a:rPr lang="zh-CN" altLang="en-US" sz="2800" b="0" dirty="0">
                <a:latin typeface="Verdana" panose="020B0604030504040204" pitchFamily="34" charset="0"/>
              </a:rPr>
              <a:t>个最小项合并，消去</a:t>
            </a:r>
            <a:r>
              <a:rPr lang="en-US" altLang="zh-CN" sz="2800" b="0" dirty="0">
                <a:latin typeface="Times New Roman" panose="02020603050405020304" pitchFamily="18" charset="0"/>
              </a:rPr>
              <a:t>3</a:t>
            </a:r>
            <a:r>
              <a:rPr lang="zh-CN" altLang="en-US" sz="2800" b="0" dirty="0">
                <a:latin typeface="Verdana" panose="020B0604030504040204" pitchFamily="34" charset="0"/>
              </a:rPr>
              <a:t>个变量；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     </a:t>
            </a:r>
            <a:r>
              <a:rPr lang="en-US" altLang="zh-CN" sz="2800" b="0" dirty="0">
                <a:latin typeface="Arial" panose="020B0604020202020204" pitchFamily="34" charset="0"/>
              </a:rPr>
              <a:t>…</a:t>
            </a:r>
            <a:r>
              <a:rPr lang="en-US" altLang="zh-CN" sz="2800" b="0" dirty="0">
                <a:latin typeface="Verdana" panose="020B0604030504040204" pitchFamily="34" charset="0"/>
              </a:rPr>
              <a:t>                </a:t>
            </a:r>
            <a:r>
              <a:rPr lang="en-US" altLang="zh-CN" sz="2800" b="0" dirty="0">
                <a:latin typeface="Arial" panose="020B0604020202020204" pitchFamily="34" charset="0"/>
              </a:rPr>
              <a:t>…</a:t>
            </a:r>
            <a:endParaRPr lang="en-US" altLang="zh-CN" sz="28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2</a:t>
            </a:r>
            <a:r>
              <a:rPr lang="en-US" altLang="zh-CN" sz="2800" b="0" i="1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Verdana" panose="020B0604030504040204" pitchFamily="34" charset="0"/>
              </a:rPr>
              <a:t>个最小项合并，消去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Verdana" panose="020B0604030504040204" pitchFamily="34" charset="0"/>
              </a:rPr>
              <a:t>个变量；</a:t>
            </a:r>
            <a:endParaRPr lang="zh-CN" altLang="en-US" sz="2800" b="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8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 animBg="1"/>
      <p:bldP spid="9113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AutoShape 2"/>
          <p:cNvSpPr/>
          <p:nvPr/>
        </p:nvSpPr>
        <p:spPr>
          <a:xfrm>
            <a:off x="395288" y="0"/>
            <a:ext cx="4105275" cy="963613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卡诺图化简法的步骤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91139" name="Text Box 3"/>
          <p:cNvSpPr txBox="1"/>
          <p:nvPr/>
        </p:nvSpPr>
        <p:spPr>
          <a:xfrm>
            <a:off x="539750" y="1773238"/>
            <a:ext cx="79930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endParaRPr lang="zh-CN" altLang="zh-CN" sz="2800" b="0" dirty="0">
              <a:latin typeface="Verdana" panose="020B0604030504040204" pitchFamily="34" charset="0"/>
            </a:endParaRPr>
          </a:p>
        </p:txBody>
      </p:sp>
      <p:sp>
        <p:nvSpPr>
          <p:cNvPr id="92164" name="Text Box 4"/>
          <p:cNvSpPr txBox="1"/>
          <p:nvPr/>
        </p:nvSpPr>
        <p:spPr>
          <a:xfrm>
            <a:off x="468313" y="1052513"/>
            <a:ext cx="7777162" cy="2443162"/>
          </a:xfrm>
          <a:prstGeom prst="rect">
            <a:avLst/>
          </a:prstGeom>
          <a:solidFill>
            <a:srgbClr val="CCFF99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rgbClr val="FF3300"/>
                </a:solidFill>
                <a:latin typeface="Verdana" panose="020B0604030504040204" pitchFamily="34" charset="0"/>
              </a:rPr>
              <a:t>★</a:t>
            </a:r>
            <a:r>
              <a:rPr lang="en-US" altLang="zh-CN" sz="2800" b="0" dirty="0">
                <a:solidFill>
                  <a:schemeClr val="tx2"/>
                </a:solidFill>
                <a:latin typeface="Verdana" panose="020B0604030504040204" pitchFamily="34" charset="0"/>
              </a:rPr>
              <a:t> </a:t>
            </a:r>
            <a:r>
              <a:rPr lang="zh-CN" altLang="en-US" sz="2800" b="0" dirty="0">
                <a:solidFill>
                  <a:schemeClr val="tx2"/>
                </a:solidFill>
                <a:latin typeface="Verdana" panose="020B0604030504040204" pitchFamily="34" charset="0"/>
              </a:rPr>
              <a:t>画出变量的卡诺图</a:t>
            </a:r>
            <a:r>
              <a:rPr lang="en-US" altLang="zh-CN" sz="28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;</a:t>
            </a:r>
            <a:endParaRPr lang="en-US" altLang="zh-CN" sz="28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rgbClr val="FF3300"/>
                </a:solidFill>
                <a:latin typeface="Verdana" panose="020B0604030504040204" pitchFamily="34" charset="0"/>
              </a:rPr>
              <a:t>★</a:t>
            </a:r>
            <a:r>
              <a:rPr lang="en-US" altLang="zh-CN" sz="2800" b="0" dirty="0">
                <a:solidFill>
                  <a:schemeClr val="tx2"/>
                </a:solidFill>
                <a:latin typeface="Verdana" panose="020B0604030504040204" pitchFamily="34" charset="0"/>
              </a:rPr>
              <a:t> </a:t>
            </a:r>
            <a:r>
              <a:rPr lang="zh-CN" altLang="en-US" sz="2800" b="0" dirty="0">
                <a:solidFill>
                  <a:schemeClr val="tx2"/>
                </a:solidFill>
                <a:latin typeface="Verdana" panose="020B0604030504040204" pitchFamily="34" charset="0"/>
              </a:rPr>
              <a:t>作出函数的卡诺图</a:t>
            </a:r>
            <a:r>
              <a:rPr lang="en-US" altLang="zh-CN" sz="28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;</a:t>
            </a:r>
            <a:endParaRPr lang="en-US" altLang="zh-CN" sz="28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rgbClr val="FF3300"/>
                </a:solidFill>
                <a:latin typeface="Verdana" panose="020B0604030504040204" pitchFamily="34" charset="0"/>
              </a:rPr>
              <a:t>★ </a:t>
            </a:r>
            <a:r>
              <a:rPr lang="zh-CN" altLang="en-US" sz="2800" b="0" dirty="0">
                <a:solidFill>
                  <a:schemeClr val="tx2"/>
                </a:solidFill>
                <a:latin typeface="Verdana" panose="020B0604030504040204" pitchFamily="34" charset="0"/>
              </a:rPr>
              <a:t>画圈</a:t>
            </a:r>
            <a:r>
              <a:rPr lang="en-US" altLang="zh-CN" sz="28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;</a:t>
            </a:r>
            <a:endParaRPr lang="en-US" altLang="zh-CN" sz="2800" b="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★ </a:t>
            </a:r>
            <a:r>
              <a:rPr lang="zh-CN" altLang="en-US" sz="28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写出最简与或表达式。</a:t>
            </a:r>
            <a:endParaRPr lang="zh-CN" altLang="en-US" sz="2800" b="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5" name="AutoShape 5"/>
          <p:cNvSpPr/>
          <p:nvPr/>
        </p:nvSpPr>
        <p:spPr>
          <a:xfrm>
            <a:off x="395288" y="3716338"/>
            <a:ext cx="1008062" cy="2808287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画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圈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的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原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algn="ctr" eaLnBrk="1" hangingPunct="1"/>
            <a:r>
              <a:rPr lang="zh-CN" altLang="en-US" sz="2800" b="0" dirty="0">
                <a:latin typeface="Verdana" panose="020B0604030504040204" pitchFamily="34" charset="0"/>
              </a:rPr>
              <a:t>则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algn="ctr" eaLnBrk="1" hangingPunct="1"/>
            <a:endParaRPr lang="en-US" altLang="zh-CN" sz="1800" b="0" dirty="0">
              <a:latin typeface="Verdana" panose="020B0604030504040204" pitchFamily="34" charset="0"/>
            </a:endParaRPr>
          </a:p>
        </p:txBody>
      </p:sp>
      <p:sp>
        <p:nvSpPr>
          <p:cNvPr id="92166" name="Text Box 6"/>
          <p:cNvSpPr txBox="1"/>
          <p:nvPr/>
        </p:nvSpPr>
        <p:spPr>
          <a:xfrm>
            <a:off x="1619250" y="3644900"/>
            <a:ext cx="7127875" cy="287020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◆</a:t>
            </a:r>
            <a:r>
              <a:rPr lang="en-US" altLang="zh-CN" sz="2800" b="0" dirty="0">
                <a:latin typeface="Verdana" panose="020B0604030504040204" pitchFamily="34" charset="0"/>
              </a:rPr>
              <a:t> </a:t>
            </a:r>
            <a:r>
              <a:rPr lang="zh-CN" altLang="en-US" sz="2800" b="0" dirty="0">
                <a:latin typeface="Verdana" panose="020B0604030504040204" pitchFamily="34" charset="0"/>
              </a:rPr>
              <a:t>合并个数为</a:t>
            </a:r>
            <a:r>
              <a:rPr lang="en-US" altLang="zh-CN" sz="2800" b="0" dirty="0">
                <a:latin typeface="Times New Roman" panose="02020603050405020304" pitchFamily="18" charset="0"/>
              </a:rPr>
              <a:t>2</a:t>
            </a:r>
            <a:r>
              <a:rPr lang="en-US" altLang="zh-CN" sz="2800" b="0" i="1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sz="2800" b="0" dirty="0">
                <a:latin typeface="Times New Roman" panose="02020603050405020304" pitchFamily="18" charset="0"/>
              </a:rPr>
              <a:t>；</a:t>
            </a:r>
            <a:endParaRPr lang="zh-CN" altLang="en-US" sz="2800" b="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◆ </a:t>
            </a:r>
            <a:r>
              <a:rPr lang="zh-CN" altLang="en-US" sz="2800" b="0" dirty="0">
                <a:latin typeface="Verdana" panose="020B0604030504040204" pitchFamily="34" charset="0"/>
              </a:rPr>
              <a:t>圈尽可能大</a:t>
            </a:r>
            <a:r>
              <a:rPr lang="en-US" altLang="zh-CN" sz="1800" dirty="0">
                <a:latin typeface="Verdana" panose="020B0604030504040204" pitchFamily="34" charset="0"/>
              </a:rPr>
              <a:t>---</a:t>
            </a:r>
            <a:r>
              <a:rPr lang="zh-CN" altLang="en-US" sz="2800" b="0" dirty="0">
                <a:latin typeface="Verdana" panose="020B0604030504040204" pitchFamily="34" charset="0"/>
              </a:rPr>
              <a:t>乘积项中含因子数最少；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◆ </a:t>
            </a:r>
            <a:r>
              <a:rPr lang="zh-CN" altLang="en-US" sz="2800" b="0" dirty="0">
                <a:latin typeface="Verdana" panose="020B0604030504040204" pitchFamily="34" charset="0"/>
              </a:rPr>
              <a:t>圈尽可能少</a:t>
            </a:r>
            <a:r>
              <a:rPr lang="en-US" altLang="zh-CN" sz="2800" b="0" dirty="0">
                <a:latin typeface="Times New Roman" panose="02020603050405020304" pitchFamily="18" charset="0"/>
              </a:rPr>
              <a:t>---</a:t>
            </a:r>
            <a:r>
              <a:rPr lang="zh-CN" altLang="en-US" sz="2800" b="0" dirty="0">
                <a:latin typeface="Verdana" panose="020B0604030504040204" pitchFamily="34" charset="0"/>
              </a:rPr>
              <a:t>乘积项个数最少；</a:t>
            </a:r>
            <a:endParaRPr lang="zh-CN" altLang="en-US" sz="2800" b="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◆ </a:t>
            </a:r>
            <a:r>
              <a:rPr lang="zh-CN" altLang="en-US" sz="2800" b="0" dirty="0">
                <a:latin typeface="Verdana" panose="020B0604030504040204" pitchFamily="34" charset="0"/>
              </a:rPr>
              <a:t>每个圈中至少有一个最小项仅被圈过一次，以免出现多余项。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6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164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charRg st="24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164">
                                            <p:txEl>
                                              <p:charRg st="24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charRg st="3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2164">
                                            <p:txEl>
                                              <p:charRg st="3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nimBg="1"/>
      <p:bldP spid="92164" grpId="0" animBg="1" build="p"/>
      <p:bldP spid="92165" grpId="0" animBg="1"/>
      <p:bldP spid="9216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Text Box 2"/>
          <p:cNvSpPr txBox="1"/>
          <p:nvPr/>
        </p:nvSpPr>
        <p:spPr>
          <a:xfrm>
            <a:off x="395288" y="333375"/>
            <a:ext cx="828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2.6.10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用卡诺图将下式化简为最简与－或函数式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757363" y="1077913"/>
          <a:ext cx="34686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1" imgW="1689100" imgH="177800" progId="Equation.3">
                  <p:embed/>
                </p:oleObj>
              </mc:Choice>
              <mc:Fallback>
                <p:oleObj name="" r:id="rId1" imgW="1689100" imgH="177800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7363" y="1077913"/>
                        <a:ext cx="3468687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88" name="Group 4"/>
          <p:cNvGrpSpPr/>
          <p:nvPr/>
        </p:nvGrpSpPr>
        <p:grpSpPr>
          <a:xfrm>
            <a:off x="2195513" y="2492375"/>
            <a:ext cx="3600450" cy="1081088"/>
            <a:chOff x="0" y="0"/>
            <a:chExt cx="2268" cy="681"/>
          </a:xfrm>
        </p:grpSpPr>
        <p:sp>
          <p:nvSpPr>
            <p:cNvPr id="92186" name="Oval 5"/>
            <p:cNvSpPr/>
            <p:nvPr/>
          </p:nvSpPr>
          <p:spPr>
            <a:xfrm>
              <a:off x="590" y="0"/>
              <a:ext cx="1134" cy="318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187" name="Oval 6"/>
            <p:cNvSpPr/>
            <p:nvPr/>
          </p:nvSpPr>
          <p:spPr>
            <a:xfrm>
              <a:off x="0" y="363"/>
              <a:ext cx="1089" cy="318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188" name="Oval 7"/>
            <p:cNvSpPr/>
            <p:nvPr/>
          </p:nvSpPr>
          <p:spPr>
            <a:xfrm>
              <a:off x="1996" y="0"/>
              <a:ext cx="272" cy="681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3192" name="Object 8"/>
          <p:cNvGraphicFramePr>
            <a:graphicFrameLocks noChangeAspect="1"/>
          </p:cNvGraphicFramePr>
          <p:nvPr/>
        </p:nvGraphicFramePr>
        <p:xfrm>
          <a:off x="6162675" y="2662238"/>
          <a:ext cx="26606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3" imgW="951865" imgH="130810" progId="Equation.3">
                  <p:embed/>
                </p:oleObj>
              </mc:Choice>
              <mc:Fallback>
                <p:oleObj name="" r:id="rId3" imgW="951865" imgH="13081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62675" y="2662238"/>
                        <a:ext cx="266065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93" name="Group 9"/>
          <p:cNvGrpSpPr/>
          <p:nvPr/>
        </p:nvGrpSpPr>
        <p:grpSpPr>
          <a:xfrm>
            <a:off x="1692275" y="4724400"/>
            <a:ext cx="4379913" cy="1152525"/>
            <a:chOff x="0" y="0"/>
            <a:chExt cx="2759" cy="726"/>
          </a:xfrm>
        </p:grpSpPr>
        <p:sp>
          <p:nvSpPr>
            <p:cNvPr id="92182" name="Oval 10"/>
            <p:cNvSpPr/>
            <p:nvPr/>
          </p:nvSpPr>
          <p:spPr>
            <a:xfrm>
              <a:off x="907" y="0"/>
              <a:ext cx="317" cy="726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183" name="Oval 11"/>
            <p:cNvSpPr/>
            <p:nvPr/>
          </p:nvSpPr>
          <p:spPr>
            <a:xfrm>
              <a:off x="1496" y="46"/>
              <a:ext cx="1044" cy="317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184" name="未知"/>
            <p:cNvSpPr/>
            <p:nvPr/>
          </p:nvSpPr>
          <p:spPr>
            <a:xfrm>
              <a:off x="0" y="364"/>
              <a:ext cx="582" cy="362"/>
            </a:xfrm>
            <a:custGeom>
              <a:avLst/>
              <a:gdLst/>
              <a:ahLst/>
              <a:cxnLst>
                <a:cxn ang="0">
                  <a:pos x="45" y="45"/>
                </a:cxn>
                <a:cxn ang="0">
                  <a:pos x="499" y="45"/>
                </a:cxn>
                <a:cxn ang="0">
                  <a:pos x="499" y="317"/>
                </a:cxn>
                <a:cxn ang="0">
                  <a:pos x="0" y="317"/>
                </a:cxn>
              </a:cxnLst>
              <a:pathLst>
                <a:path w="582" h="362">
                  <a:moveTo>
                    <a:pt x="45" y="45"/>
                  </a:moveTo>
                  <a:cubicBezTo>
                    <a:pt x="234" y="22"/>
                    <a:pt x="423" y="0"/>
                    <a:pt x="499" y="45"/>
                  </a:cubicBezTo>
                  <a:cubicBezTo>
                    <a:pt x="575" y="90"/>
                    <a:pt x="582" y="272"/>
                    <a:pt x="499" y="317"/>
                  </a:cubicBezTo>
                  <a:cubicBezTo>
                    <a:pt x="416" y="362"/>
                    <a:pt x="83" y="317"/>
                    <a:pt x="0" y="317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185" name="未知"/>
            <p:cNvSpPr/>
            <p:nvPr/>
          </p:nvSpPr>
          <p:spPr>
            <a:xfrm rot="10800000">
              <a:off x="2177" y="363"/>
              <a:ext cx="582" cy="362"/>
            </a:xfrm>
            <a:custGeom>
              <a:avLst/>
              <a:gdLst/>
              <a:ahLst/>
              <a:cxnLst>
                <a:cxn ang="0">
                  <a:pos x="45" y="45"/>
                </a:cxn>
                <a:cxn ang="0">
                  <a:pos x="499" y="45"/>
                </a:cxn>
                <a:cxn ang="0">
                  <a:pos x="499" y="317"/>
                </a:cxn>
                <a:cxn ang="0">
                  <a:pos x="0" y="317"/>
                </a:cxn>
              </a:cxnLst>
              <a:pathLst>
                <a:path w="582" h="362">
                  <a:moveTo>
                    <a:pt x="45" y="45"/>
                  </a:moveTo>
                  <a:cubicBezTo>
                    <a:pt x="234" y="22"/>
                    <a:pt x="423" y="0"/>
                    <a:pt x="499" y="45"/>
                  </a:cubicBezTo>
                  <a:cubicBezTo>
                    <a:pt x="575" y="90"/>
                    <a:pt x="582" y="272"/>
                    <a:pt x="499" y="317"/>
                  </a:cubicBezTo>
                  <a:cubicBezTo>
                    <a:pt x="416" y="362"/>
                    <a:pt x="83" y="317"/>
                    <a:pt x="0" y="317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93198" name="Object 14"/>
          <p:cNvGraphicFramePr>
            <a:graphicFrameLocks noChangeAspect="1"/>
          </p:cNvGraphicFramePr>
          <p:nvPr/>
        </p:nvGraphicFramePr>
        <p:xfrm>
          <a:off x="6091238" y="5254625"/>
          <a:ext cx="26606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5" imgW="951865" imgH="130810" progId="Equation.3">
                  <p:embed/>
                </p:oleObj>
              </mc:Choice>
              <mc:Fallback>
                <p:oleObj name="" r:id="rId5" imgW="951865" imgH="13081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1238" y="5254625"/>
                        <a:ext cx="266065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99" name="Group 15"/>
          <p:cNvGrpSpPr/>
          <p:nvPr/>
        </p:nvGrpSpPr>
        <p:grpSpPr>
          <a:xfrm>
            <a:off x="2195513" y="3068638"/>
            <a:ext cx="3673475" cy="457200"/>
            <a:chOff x="0" y="0"/>
            <a:chExt cx="2314" cy="288"/>
          </a:xfrm>
        </p:grpSpPr>
        <p:sp>
          <p:nvSpPr>
            <p:cNvPr id="92180" name="Text Box 16"/>
            <p:cNvSpPr txBox="1"/>
            <p:nvPr/>
          </p:nvSpPr>
          <p:spPr>
            <a:xfrm>
              <a:off x="0" y="0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  <p:sp>
          <p:nvSpPr>
            <p:cNvPr id="92181" name="Text Box 17"/>
            <p:cNvSpPr txBox="1"/>
            <p:nvPr/>
          </p:nvSpPr>
          <p:spPr>
            <a:xfrm>
              <a:off x="1951" y="0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93202" name="Group 18"/>
          <p:cNvGrpSpPr/>
          <p:nvPr/>
        </p:nvGrpSpPr>
        <p:grpSpPr>
          <a:xfrm>
            <a:off x="3203575" y="2492375"/>
            <a:ext cx="1584325" cy="457200"/>
            <a:chOff x="0" y="0"/>
            <a:chExt cx="998" cy="288"/>
          </a:xfrm>
        </p:grpSpPr>
        <p:sp>
          <p:nvSpPr>
            <p:cNvPr id="92178" name="Text Box 19"/>
            <p:cNvSpPr txBox="1"/>
            <p:nvPr/>
          </p:nvSpPr>
          <p:spPr>
            <a:xfrm>
              <a:off x="0" y="0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  <p:sp>
          <p:nvSpPr>
            <p:cNvPr id="92179" name="Text Box 20"/>
            <p:cNvSpPr txBox="1"/>
            <p:nvPr/>
          </p:nvSpPr>
          <p:spPr>
            <a:xfrm>
              <a:off x="635" y="0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latin typeface="Verdana" panose="020B0604030504040204" pitchFamily="34" charset="0"/>
                </a:rPr>
                <a:t>1</a:t>
              </a:r>
              <a:endParaRPr lang="en-US" altLang="zh-CN" sz="2400" b="0" dirty="0">
                <a:latin typeface="Verdana" panose="020B0604030504040204" pitchFamily="34" charset="0"/>
              </a:endParaRPr>
            </a:p>
          </p:txBody>
        </p:sp>
      </p:grpSp>
      <p:sp>
        <p:nvSpPr>
          <p:cNvPr id="93205" name="Text Box 21"/>
          <p:cNvSpPr txBox="1"/>
          <p:nvPr/>
        </p:nvSpPr>
        <p:spPr>
          <a:xfrm>
            <a:off x="5292725" y="2492375"/>
            <a:ext cx="5762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b="0" dirty="0">
                <a:latin typeface="Verdana" panose="020B0604030504040204" pitchFamily="34" charset="0"/>
              </a:rPr>
              <a:t>1</a:t>
            </a:r>
            <a:endParaRPr lang="en-US" altLang="zh-CN" sz="2400" b="0" dirty="0">
              <a:latin typeface="Verdana" panose="020B0604030504040204" pitchFamily="34" charset="0"/>
            </a:endParaRPr>
          </a:p>
        </p:txBody>
      </p:sp>
      <p:sp>
        <p:nvSpPr>
          <p:cNvPr id="93206" name="Text Box 22"/>
          <p:cNvSpPr txBox="1"/>
          <p:nvPr/>
        </p:nvSpPr>
        <p:spPr>
          <a:xfrm>
            <a:off x="3203575" y="3068638"/>
            <a:ext cx="5762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400" b="0" dirty="0">
                <a:latin typeface="Verdana" panose="020B0604030504040204" pitchFamily="34" charset="0"/>
              </a:rPr>
              <a:t>1</a:t>
            </a:r>
            <a:endParaRPr lang="en-US" altLang="zh-CN" sz="2400" b="0" dirty="0">
              <a:latin typeface="Verdana" panose="020B0604030504040204" pitchFamily="34" charset="0"/>
            </a:endParaRPr>
          </a:p>
        </p:txBody>
      </p:sp>
      <p:grpSp>
        <p:nvGrpSpPr>
          <p:cNvPr id="93207" name="Group 23"/>
          <p:cNvGrpSpPr/>
          <p:nvPr/>
        </p:nvGrpSpPr>
        <p:grpSpPr>
          <a:xfrm>
            <a:off x="395288" y="1196975"/>
            <a:ext cx="5910262" cy="2973388"/>
            <a:chOff x="0" y="0"/>
            <a:chExt cx="3723" cy="1873"/>
          </a:xfrm>
        </p:grpSpPr>
        <p:graphicFrame>
          <p:nvGraphicFramePr>
            <p:cNvPr id="92176" name="Object 24"/>
            <p:cNvGraphicFramePr>
              <a:graphicFrameLocks noChangeAspect="1"/>
            </p:cNvGraphicFramePr>
            <p:nvPr/>
          </p:nvGraphicFramePr>
          <p:xfrm>
            <a:off x="91" y="317"/>
            <a:ext cx="3632" cy="1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2" name="" r:id="rId7" imgW="2404745" imgH="1038860" progId="Word.Document.8">
                    <p:embed/>
                  </p:oleObj>
                </mc:Choice>
                <mc:Fallback>
                  <p:oleObj name="" r:id="rId7" imgW="2404745" imgH="1038860" progId="Word.Document.8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1" y="317"/>
                          <a:ext cx="3632" cy="15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77" name="Oval 25"/>
            <p:cNvSpPr/>
            <p:nvPr/>
          </p:nvSpPr>
          <p:spPr>
            <a:xfrm>
              <a:off x="0" y="0"/>
              <a:ext cx="317" cy="31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Y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3210" name="Group 26"/>
          <p:cNvGrpSpPr/>
          <p:nvPr/>
        </p:nvGrpSpPr>
        <p:grpSpPr>
          <a:xfrm>
            <a:off x="323850" y="3500438"/>
            <a:ext cx="5837238" cy="2974975"/>
            <a:chOff x="0" y="0"/>
            <a:chExt cx="3677" cy="1874"/>
          </a:xfrm>
        </p:grpSpPr>
        <p:graphicFrame>
          <p:nvGraphicFramePr>
            <p:cNvPr id="92174" name="Object 27"/>
            <p:cNvGraphicFramePr>
              <a:graphicFrameLocks noChangeAspect="1"/>
            </p:cNvGraphicFramePr>
            <p:nvPr/>
          </p:nvGraphicFramePr>
          <p:xfrm>
            <a:off x="45" y="318"/>
            <a:ext cx="3632" cy="1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" name="" r:id="rId9" imgW="2404745" imgH="1038860" progId="Word.Document.8">
                    <p:embed/>
                  </p:oleObj>
                </mc:Choice>
                <mc:Fallback>
                  <p:oleObj name="" r:id="rId9" imgW="2404745" imgH="1038860" progId="Word.Document.8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" y="318"/>
                          <a:ext cx="3632" cy="15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75" name="Oval 28"/>
            <p:cNvSpPr/>
            <p:nvPr/>
          </p:nvSpPr>
          <p:spPr>
            <a:xfrm>
              <a:off x="0" y="0"/>
              <a:ext cx="317" cy="31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Y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05" grpId="0"/>
      <p:bldP spid="9320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Text Box 2"/>
          <p:cNvSpPr txBox="1"/>
          <p:nvPr/>
        </p:nvSpPr>
        <p:spPr>
          <a:xfrm>
            <a:off x="395288" y="333375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2.6.11</a:t>
            </a:r>
            <a:r>
              <a:rPr lang="en-US" altLang="zh-CN" sz="2800" b="0" dirty="0">
                <a:latin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</a:rPr>
              <a:t>用卡诺图将下式化简为最简与－或函数式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3187" name="Object 3"/>
          <p:cNvGraphicFramePr>
            <a:graphicFrameLocks noChangeAspect="1"/>
          </p:cNvGraphicFramePr>
          <p:nvPr/>
        </p:nvGraphicFramePr>
        <p:xfrm>
          <a:off x="1214438" y="1077913"/>
          <a:ext cx="60785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1" imgW="2959100" imgH="177800" progId="Equation.3">
                  <p:embed/>
                </p:oleObj>
              </mc:Choice>
              <mc:Fallback>
                <p:oleObj name="" r:id="rId1" imgW="2959100" imgH="17780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4438" y="1077913"/>
                        <a:ext cx="6078537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2" name="Rectangle 4"/>
          <p:cNvSpPr/>
          <p:nvPr/>
        </p:nvSpPr>
        <p:spPr>
          <a:xfrm>
            <a:off x="2339975" y="3716338"/>
            <a:ext cx="3600450" cy="865187"/>
          </a:xfrm>
          <a:prstGeom prst="rect">
            <a:avLst/>
          </a:prstGeom>
          <a:noFill/>
          <a:ln w="2857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4213" name="Group 5"/>
          <p:cNvGrpSpPr/>
          <p:nvPr/>
        </p:nvGrpSpPr>
        <p:grpSpPr>
          <a:xfrm>
            <a:off x="2124075" y="2312988"/>
            <a:ext cx="4044950" cy="2616200"/>
            <a:chOff x="0" y="0"/>
            <a:chExt cx="2548" cy="1648"/>
          </a:xfrm>
        </p:grpSpPr>
        <p:sp>
          <p:nvSpPr>
            <p:cNvPr id="93194" name="未知"/>
            <p:cNvSpPr/>
            <p:nvPr/>
          </p:nvSpPr>
          <p:spPr>
            <a:xfrm>
              <a:off x="0" y="0"/>
              <a:ext cx="552" cy="1625"/>
            </a:xfrm>
            <a:custGeom>
              <a:avLst/>
              <a:gdLst/>
              <a:ahLst/>
              <a:cxnLst>
                <a:cxn ang="0">
                  <a:pos x="136" y="204"/>
                </a:cxn>
                <a:cxn ang="0">
                  <a:pos x="499" y="204"/>
                </a:cxn>
                <a:cxn ang="0">
                  <a:pos x="453" y="1429"/>
                </a:cxn>
                <a:cxn ang="0">
                  <a:pos x="0" y="1383"/>
                </a:cxn>
              </a:cxnLst>
              <a:pathLst>
                <a:path w="552" h="1625">
                  <a:moveTo>
                    <a:pt x="136" y="204"/>
                  </a:moveTo>
                  <a:cubicBezTo>
                    <a:pt x="291" y="102"/>
                    <a:pt x="446" y="0"/>
                    <a:pt x="499" y="204"/>
                  </a:cubicBezTo>
                  <a:cubicBezTo>
                    <a:pt x="552" y="408"/>
                    <a:pt x="536" y="1233"/>
                    <a:pt x="453" y="1429"/>
                  </a:cubicBezTo>
                  <a:cubicBezTo>
                    <a:pt x="370" y="1625"/>
                    <a:pt x="75" y="1391"/>
                    <a:pt x="0" y="1383"/>
                  </a:cubicBezTo>
                </a:path>
              </a:pathLst>
            </a:custGeom>
            <a:noFill/>
            <a:ln w="28575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195" name="未知"/>
            <p:cNvSpPr/>
            <p:nvPr/>
          </p:nvSpPr>
          <p:spPr>
            <a:xfrm rot="10609445">
              <a:off x="1996" y="23"/>
              <a:ext cx="552" cy="1625"/>
            </a:xfrm>
            <a:custGeom>
              <a:avLst/>
              <a:gdLst/>
              <a:ahLst/>
              <a:cxnLst>
                <a:cxn ang="0">
                  <a:pos x="136" y="204"/>
                </a:cxn>
                <a:cxn ang="0">
                  <a:pos x="499" y="204"/>
                </a:cxn>
                <a:cxn ang="0">
                  <a:pos x="453" y="1429"/>
                </a:cxn>
                <a:cxn ang="0">
                  <a:pos x="0" y="1383"/>
                </a:cxn>
              </a:cxnLst>
              <a:pathLst>
                <a:path w="552" h="1625">
                  <a:moveTo>
                    <a:pt x="136" y="204"/>
                  </a:moveTo>
                  <a:cubicBezTo>
                    <a:pt x="291" y="102"/>
                    <a:pt x="446" y="0"/>
                    <a:pt x="499" y="204"/>
                  </a:cubicBezTo>
                  <a:cubicBezTo>
                    <a:pt x="552" y="408"/>
                    <a:pt x="536" y="1233"/>
                    <a:pt x="453" y="1429"/>
                  </a:cubicBezTo>
                  <a:cubicBezTo>
                    <a:pt x="370" y="1625"/>
                    <a:pt x="75" y="1391"/>
                    <a:pt x="0" y="1383"/>
                  </a:cubicBezTo>
                </a:path>
              </a:pathLst>
            </a:custGeom>
            <a:noFill/>
            <a:ln w="28575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94216" name="Object 8"/>
          <p:cNvGraphicFramePr>
            <a:graphicFrameLocks noChangeAspect="1"/>
          </p:cNvGraphicFramePr>
          <p:nvPr/>
        </p:nvGraphicFramePr>
        <p:xfrm>
          <a:off x="2152650" y="5343525"/>
          <a:ext cx="23050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3" imgW="685800" imgH="165100" progId="Equation.3">
                  <p:embed/>
                </p:oleObj>
              </mc:Choice>
              <mc:Fallback>
                <p:oleObj name="" r:id="rId3" imgW="685800" imgH="1651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52650" y="5343525"/>
                        <a:ext cx="2305050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217" name="Group 9"/>
          <p:cNvGrpSpPr/>
          <p:nvPr/>
        </p:nvGrpSpPr>
        <p:grpSpPr>
          <a:xfrm>
            <a:off x="755650" y="1484313"/>
            <a:ext cx="5559425" cy="3721100"/>
            <a:chOff x="0" y="0"/>
            <a:chExt cx="3502" cy="2344"/>
          </a:xfrm>
        </p:grpSpPr>
        <p:graphicFrame>
          <p:nvGraphicFramePr>
            <p:cNvPr id="93192" name="Object 10"/>
            <p:cNvGraphicFramePr>
              <a:graphicFrameLocks noChangeAspect="1"/>
            </p:cNvGraphicFramePr>
            <p:nvPr/>
          </p:nvGraphicFramePr>
          <p:xfrm>
            <a:off x="231" y="225"/>
            <a:ext cx="3271" cy="2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" name="" r:id="rId5" imgW="2291715" imgH="1490345" progId="Word.Document.8">
                    <p:embed/>
                  </p:oleObj>
                </mc:Choice>
                <mc:Fallback>
                  <p:oleObj name="" r:id="rId5" imgW="2291715" imgH="1490345" progId="Word.Document.8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" y="225"/>
                          <a:ext cx="3271" cy="21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3" name="Oval 11"/>
            <p:cNvSpPr/>
            <p:nvPr/>
          </p:nvSpPr>
          <p:spPr>
            <a:xfrm>
              <a:off x="0" y="0"/>
              <a:ext cx="317" cy="31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Y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2"/>
          <p:cNvSpPr/>
          <p:nvPr/>
        </p:nvSpPr>
        <p:spPr>
          <a:xfrm>
            <a:off x="3419475" y="1628775"/>
            <a:ext cx="1439863" cy="936625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1624013" y="4254500"/>
          <a:ext cx="15763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1" imgW="584200" imgH="165100" progId="Equation.3">
                  <p:embed/>
                </p:oleObj>
              </mc:Choice>
              <mc:Fallback>
                <p:oleObj name="" r:id="rId1" imgW="584200" imgH="165100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24013" y="4254500"/>
                        <a:ext cx="1576387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1619250" y="5013325"/>
          <a:ext cx="44592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3" imgW="1651635" imgH="203200" progId="Equation.3">
                  <p:embed/>
                </p:oleObj>
              </mc:Choice>
              <mc:Fallback>
                <p:oleObj name="" r:id="rId3" imgW="1651635" imgH="20320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5013325"/>
                        <a:ext cx="4459288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213" name="Group 5"/>
          <p:cNvGrpSpPr/>
          <p:nvPr/>
        </p:nvGrpSpPr>
        <p:grpSpPr>
          <a:xfrm>
            <a:off x="684213" y="476250"/>
            <a:ext cx="5624512" cy="3724275"/>
            <a:chOff x="0" y="0"/>
            <a:chExt cx="3543" cy="2346"/>
          </a:xfrm>
        </p:grpSpPr>
        <p:graphicFrame>
          <p:nvGraphicFramePr>
            <p:cNvPr id="94214" name="Object 6"/>
            <p:cNvGraphicFramePr>
              <a:graphicFrameLocks noChangeAspect="1"/>
            </p:cNvGraphicFramePr>
            <p:nvPr/>
          </p:nvGraphicFramePr>
          <p:xfrm>
            <a:off x="272" y="227"/>
            <a:ext cx="3271" cy="2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5" imgW="2291715" imgH="1490345" progId="Word.Document.8">
                    <p:embed/>
                  </p:oleObj>
                </mc:Choice>
                <mc:Fallback>
                  <p:oleObj name="" r:id="rId5" imgW="2291715" imgH="1490345" progId="Word.Document.8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2" y="227"/>
                          <a:ext cx="3271" cy="21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15" name="Oval 7"/>
            <p:cNvSpPr/>
            <p:nvPr/>
          </p:nvSpPr>
          <p:spPr>
            <a:xfrm>
              <a:off x="0" y="0"/>
              <a:ext cx="317" cy="31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0" dirty="0">
                  <a:latin typeface="Times New Roman" panose="02020603050405020304" pitchFamily="18" charset="0"/>
                </a:rPr>
                <a:t>Y</a:t>
              </a:r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Text Box 2"/>
          <p:cNvSpPr txBox="1"/>
          <p:nvPr/>
        </p:nvSpPr>
        <p:spPr>
          <a:xfrm>
            <a:off x="250825" y="404813"/>
            <a:ext cx="7705725" cy="64135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b="0" dirty="0">
                <a:latin typeface="Verdana" panose="020B0604030504040204" pitchFamily="34" charset="0"/>
              </a:rPr>
              <a:t>§2.7   </a:t>
            </a:r>
            <a:r>
              <a:rPr lang="zh-CN" altLang="en-US" sz="3600" b="0" dirty="0">
                <a:latin typeface="Verdana" panose="020B0604030504040204" pitchFamily="34" charset="0"/>
              </a:rPr>
              <a:t>具有无关项的逻辑函数化简</a:t>
            </a:r>
            <a:endParaRPr lang="zh-CN" altLang="en-US" sz="3600" b="0" dirty="0">
              <a:latin typeface="Verdana" panose="020B0604030504040204" pitchFamily="34" charset="0"/>
            </a:endParaRPr>
          </a:p>
        </p:txBody>
      </p:sp>
      <p:sp>
        <p:nvSpPr>
          <p:cNvPr id="96259" name="Text Box 3"/>
          <p:cNvSpPr txBox="1"/>
          <p:nvPr/>
        </p:nvSpPr>
        <p:spPr>
          <a:xfrm>
            <a:off x="323850" y="1268413"/>
            <a:ext cx="7561263" cy="519112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约束项、任意项和逻辑函数式中的无关项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96260" name="Text Box 4"/>
          <p:cNvSpPr txBox="1"/>
          <p:nvPr/>
        </p:nvSpPr>
        <p:spPr>
          <a:xfrm>
            <a:off x="323850" y="2420938"/>
            <a:ext cx="611188" cy="15843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vert="eaVert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无 关 项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96261" name="AutoShape 5"/>
          <p:cNvSpPr/>
          <p:nvPr/>
        </p:nvSpPr>
        <p:spPr>
          <a:xfrm>
            <a:off x="1042988" y="2349500"/>
            <a:ext cx="360362" cy="1943100"/>
          </a:xfrm>
          <a:prstGeom prst="leftBrace">
            <a:avLst>
              <a:gd name="adj1" fmla="val 44933"/>
              <a:gd name="adj2" fmla="val 50000"/>
            </a:avLst>
          </a:prstGeom>
          <a:noFill/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6262" name="Text Box 6"/>
          <p:cNvSpPr txBox="1"/>
          <p:nvPr/>
        </p:nvSpPr>
        <p:spPr>
          <a:xfrm>
            <a:off x="1403350" y="1989138"/>
            <a:ext cx="7199313" cy="120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约束项</a:t>
            </a:r>
            <a:r>
              <a:rPr lang="en-US" altLang="zh-CN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:</a:t>
            </a:r>
            <a:r>
              <a:rPr lang="zh-CN" altLang="en-US" sz="2800" b="0" dirty="0">
                <a:latin typeface="Verdana" panose="020B0604030504040204" pitchFamily="34" charset="0"/>
              </a:rPr>
              <a:t>当限制某些输入变量的取值不能出现时，用它们对应的最小项恒等于</a:t>
            </a:r>
            <a:r>
              <a:rPr lang="en-US" altLang="zh-CN" sz="2800" b="0" dirty="0">
                <a:latin typeface="Verdana" panose="020B0604030504040204" pitchFamily="34" charset="0"/>
              </a:rPr>
              <a:t>0</a:t>
            </a:r>
            <a:r>
              <a:rPr lang="zh-CN" altLang="en-US" sz="2800" b="0" dirty="0">
                <a:latin typeface="Verdana" panose="020B0604030504040204" pitchFamily="34" charset="0"/>
              </a:rPr>
              <a:t>来表示。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96263" name="Text Box 7"/>
          <p:cNvSpPr txBox="1"/>
          <p:nvPr/>
        </p:nvSpPr>
        <p:spPr>
          <a:xfrm>
            <a:off x="1476375" y="3284538"/>
            <a:ext cx="6913563" cy="231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任意项</a:t>
            </a:r>
            <a:r>
              <a:rPr lang="en-US" altLang="zh-CN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:</a:t>
            </a:r>
            <a:r>
              <a:rPr lang="zh-CN" altLang="en-US" sz="2800" b="0" dirty="0">
                <a:latin typeface="Verdana" panose="020B0604030504040204" pitchFamily="34" charset="0"/>
              </a:rPr>
              <a:t>在输入变量的某些取值下函数值是</a:t>
            </a:r>
            <a:r>
              <a:rPr lang="en-US" altLang="zh-CN" sz="2800" b="0" dirty="0">
                <a:latin typeface="Verdana" panose="020B0604030504040204" pitchFamily="34" charset="0"/>
              </a:rPr>
              <a:t>1</a:t>
            </a:r>
            <a:r>
              <a:rPr lang="zh-CN" altLang="en-US" sz="2800" b="0" dirty="0">
                <a:latin typeface="Verdana" panose="020B0604030504040204" pitchFamily="34" charset="0"/>
              </a:rPr>
              <a:t>还是</a:t>
            </a:r>
            <a:r>
              <a:rPr lang="en-US" altLang="zh-CN" sz="2800" b="0" dirty="0">
                <a:latin typeface="Verdana" panose="020B0604030504040204" pitchFamily="34" charset="0"/>
              </a:rPr>
              <a:t>0</a:t>
            </a:r>
            <a:r>
              <a:rPr lang="zh-CN" altLang="en-US" sz="2800" b="0" dirty="0">
                <a:latin typeface="Verdana" panose="020B0604030504040204" pitchFamily="34" charset="0"/>
              </a:rPr>
              <a:t>皆可，并不影响电路的功能。在这些变量的取值下，其值等于</a:t>
            </a:r>
            <a:r>
              <a:rPr lang="en-US" altLang="zh-CN" sz="2800" b="0" dirty="0">
                <a:latin typeface="Verdana" panose="020B0604030504040204" pitchFamily="34" charset="0"/>
              </a:rPr>
              <a:t>1</a:t>
            </a:r>
            <a:r>
              <a:rPr lang="zh-CN" altLang="en-US" sz="2800" b="0" dirty="0">
                <a:latin typeface="Verdana" panose="020B0604030504040204" pitchFamily="34" charset="0"/>
              </a:rPr>
              <a:t>的那些最小项称为任意项。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96264" name="AutoShape 8"/>
          <p:cNvSpPr/>
          <p:nvPr/>
        </p:nvSpPr>
        <p:spPr>
          <a:xfrm>
            <a:off x="539750" y="5734050"/>
            <a:ext cx="7561263" cy="8636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63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      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在卡诺图中用符号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φ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×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表示无关项。</a:t>
            </a:r>
            <a:endParaRPr lang="zh-CN" altLang="en-US" sz="24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在化简函数时即可以认为它是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，也可以认为它是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。</a:t>
            </a:r>
            <a:endParaRPr lang="zh-CN" altLang="en-US" sz="2400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nimBg="1"/>
      <p:bldP spid="96260" grpId="0" animBg="1"/>
      <p:bldP spid="96262" grpId="0"/>
      <p:bldP spid="96263" grpId="0"/>
      <p:bldP spid="9626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Text Box 2"/>
          <p:cNvSpPr txBox="1"/>
          <p:nvPr/>
        </p:nvSpPr>
        <p:spPr>
          <a:xfrm>
            <a:off x="395288" y="333375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2.7.1</a:t>
            </a:r>
            <a:r>
              <a:rPr lang="en-US" altLang="zh-CN" sz="2800" b="0" dirty="0">
                <a:latin typeface="Times New Roman" panose="02020603050405020304" pitchFamily="18" charset="0"/>
              </a:rPr>
              <a:t>  </a:t>
            </a:r>
            <a:r>
              <a:rPr lang="zh-CN" altLang="en-US" sz="2800" b="0" dirty="0">
                <a:latin typeface="Times New Roman" panose="02020603050405020304" pitchFamily="18" charset="0"/>
              </a:rPr>
              <a:t>化简逻辑函数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3800475" y="365125"/>
          <a:ext cx="50720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" imgW="2044700" imgH="177800" progId="Equation.3">
                  <p:embed/>
                </p:oleObj>
              </mc:Choice>
              <mc:Fallback>
                <p:oleObj name="" r:id="rId1" imgW="2044700" imgH="1778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00475" y="365125"/>
                        <a:ext cx="5072063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Text Box 4"/>
          <p:cNvSpPr txBox="1"/>
          <p:nvPr/>
        </p:nvSpPr>
        <p:spPr>
          <a:xfrm>
            <a:off x="684213" y="908050"/>
            <a:ext cx="64817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latin typeface="Verdana" panose="020B0604030504040204" pitchFamily="34" charset="0"/>
              </a:rPr>
              <a:t>已知约束条件为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179388" y="1557338"/>
          <a:ext cx="87137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3" imgW="4356100" imgH="177800" progId="Equation.3">
                  <p:embed/>
                </p:oleObj>
              </mc:Choice>
              <mc:Fallback>
                <p:oleObj name="" r:id="rId3" imgW="4356100" imgH="177800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388" y="1557338"/>
                        <a:ext cx="8713787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831850" y="2203450"/>
          <a:ext cx="6503988" cy="415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5" imgW="3000375" imgH="1929130" progId="Word.Document.8">
                  <p:embed/>
                </p:oleObj>
              </mc:Choice>
              <mc:Fallback>
                <p:oleObj name="" r:id="rId5" imgW="3000375" imgH="1929130" progId="Word.Document.8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1850" y="2203450"/>
                        <a:ext cx="6503988" cy="415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7" name="AutoShape 7"/>
          <p:cNvSpPr/>
          <p:nvPr/>
        </p:nvSpPr>
        <p:spPr>
          <a:xfrm>
            <a:off x="3779838" y="3213100"/>
            <a:ext cx="1944687" cy="1079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7288" name="Group 8"/>
          <p:cNvGrpSpPr/>
          <p:nvPr/>
        </p:nvGrpSpPr>
        <p:grpSpPr>
          <a:xfrm>
            <a:off x="2484438" y="4340225"/>
            <a:ext cx="4667250" cy="1381125"/>
            <a:chOff x="0" y="0"/>
            <a:chExt cx="2940" cy="870"/>
          </a:xfrm>
        </p:grpSpPr>
        <p:sp>
          <p:nvSpPr>
            <p:cNvPr id="96266" name="未知"/>
            <p:cNvSpPr/>
            <p:nvPr/>
          </p:nvSpPr>
          <p:spPr>
            <a:xfrm>
              <a:off x="0" y="0"/>
              <a:ext cx="582" cy="854"/>
            </a:xfrm>
            <a:custGeom>
              <a:avLst/>
              <a:gdLst/>
              <a:ahLst/>
              <a:cxnLst>
                <a:cxn ang="0">
                  <a:pos x="0" y="106"/>
                </a:cxn>
                <a:cxn ang="0">
                  <a:pos x="499" y="106"/>
                </a:cxn>
                <a:cxn ang="0">
                  <a:pos x="499" y="741"/>
                </a:cxn>
                <a:cxn ang="0">
                  <a:pos x="0" y="787"/>
                </a:cxn>
              </a:cxnLst>
              <a:pathLst>
                <a:path w="582" h="854">
                  <a:moveTo>
                    <a:pt x="0" y="106"/>
                  </a:moveTo>
                  <a:cubicBezTo>
                    <a:pt x="208" y="53"/>
                    <a:pt x="416" y="0"/>
                    <a:pt x="499" y="106"/>
                  </a:cubicBezTo>
                  <a:cubicBezTo>
                    <a:pt x="582" y="212"/>
                    <a:pt x="582" y="628"/>
                    <a:pt x="499" y="741"/>
                  </a:cubicBezTo>
                  <a:cubicBezTo>
                    <a:pt x="416" y="854"/>
                    <a:pt x="83" y="779"/>
                    <a:pt x="0" y="787"/>
                  </a:cubicBezTo>
                </a:path>
              </a:pathLst>
            </a:custGeom>
            <a:noFill/>
            <a:ln w="38100" cap="flat" cmpd="sng">
              <a:solidFill>
                <a:schemeClr val="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267" name="未知"/>
            <p:cNvSpPr/>
            <p:nvPr/>
          </p:nvSpPr>
          <p:spPr>
            <a:xfrm flipH="1">
              <a:off x="2358" y="16"/>
              <a:ext cx="582" cy="854"/>
            </a:xfrm>
            <a:custGeom>
              <a:avLst/>
              <a:gdLst/>
              <a:ahLst/>
              <a:cxnLst>
                <a:cxn ang="0">
                  <a:pos x="0" y="106"/>
                </a:cxn>
                <a:cxn ang="0">
                  <a:pos x="499" y="106"/>
                </a:cxn>
                <a:cxn ang="0">
                  <a:pos x="499" y="741"/>
                </a:cxn>
                <a:cxn ang="0">
                  <a:pos x="0" y="787"/>
                </a:cxn>
              </a:cxnLst>
              <a:pathLst>
                <a:path w="582" h="854">
                  <a:moveTo>
                    <a:pt x="0" y="106"/>
                  </a:moveTo>
                  <a:cubicBezTo>
                    <a:pt x="208" y="53"/>
                    <a:pt x="416" y="0"/>
                    <a:pt x="499" y="106"/>
                  </a:cubicBezTo>
                  <a:cubicBezTo>
                    <a:pt x="582" y="212"/>
                    <a:pt x="582" y="628"/>
                    <a:pt x="499" y="741"/>
                  </a:cubicBezTo>
                  <a:cubicBezTo>
                    <a:pt x="416" y="854"/>
                    <a:pt x="83" y="779"/>
                    <a:pt x="0" y="787"/>
                  </a:cubicBezTo>
                </a:path>
              </a:pathLst>
            </a:custGeom>
            <a:noFill/>
            <a:ln w="38100" cap="flat" cmpd="sng">
              <a:solidFill>
                <a:schemeClr val="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97291" name="Object 11"/>
          <p:cNvGraphicFramePr>
            <a:graphicFrameLocks noChangeAspect="1"/>
          </p:cNvGraphicFramePr>
          <p:nvPr/>
        </p:nvGraphicFramePr>
        <p:xfrm>
          <a:off x="2817813" y="6140450"/>
          <a:ext cx="23304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7" imgW="690245" imgH="121285" progId="Equation.3">
                  <p:embed/>
                </p:oleObj>
              </mc:Choice>
              <mc:Fallback>
                <p:oleObj name="" r:id="rId7" imgW="690245" imgH="121285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7813" y="6140450"/>
                        <a:ext cx="233045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/>
          <p:nvPr/>
        </p:nvSpPr>
        <p:spPr>
          <a:xfrm>
            <a:off x="323850" y="188913"/>
            <a:ext cx="7632700" cy="519112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2    </a:t>
            </a:r>
            <a:r>
              <a:rPr lang="zh-CN" altLang="en-US" sz="2800" dirty="0">
                <a:latin typeface="Times New Roman" panose="02020603050405020304" pitchFamily="18" charset="0"/>
              </a:rPr>
              <a:t>判断一位十进制数是否为偶数。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98307" name="Group 3"/>
          <p:cNvGrpSpPr/>
          <p:nvPr/>
        </p:nvGrpSpPr>
        <p:grpSpPr>
          <a:xfrm>
            <a:off x="179388" y="908050"/>
            <a:ext cx="8785225" cy="5761038"/>
            <a:chOff x="0" y="0"/>
            <a:chExt cx="5160" cy="3440"/>
          </a:xfrm>
        </p:grpSpPr>
        <p:sp>
          <p:nvSpPr>
            <p:cNvPr id="98308" name="Rectangle 4"/>
            <p:cNvSpPr>
              <a:spLocks noChangeArrowheads="1"/>
            </p:cNvSpPr>
            <p:nvPr/>
          </p:nvSpPr>
          <p:spPr bwMode="auto">
            <a:xfrm>
              <a:off x="4128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不会出现</a:t>
              </a: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09" name="Rectangle 5"/>
            <p:cNvSpPr>
              <a:spLocks noChangeArrowheads="1"/>
            </p:cNvSpPr>
            <p:nvPr/>
          </p:nvSpPr>
          <p:spPr bwMode="auto">
            <a:xfrm>
              <a:off x="4128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不会出现</a:t>
              </a: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0" name="Rectangle 6"/>
            <p:cNvSpPr>
              <a:spLocks noChangeArrowheads="1"/>
            </p:cNvSpPr>
            <p:nvPr/>
          </p:nvSpPr>
          <p:spPr bwMode="auto">
            <a:xfrm>
              <a:off x="4128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不会出现</a:t>
              </a: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1" name="Rectangle 7"/>
            <p:cNvSpPr>
              <a:spLocks noChangeArrowheads="1"/>
            </p:cNvSpPr>
            <p:nvPr/>
          </p:nvSpPr>
          <p:spPr bwMode="auto">
            <a:xfrm>
              <a:off x="4128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不会出现</a:t>
              </a: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2" name="Rectangle 8"/>
            <p:cNvSpPr>
              <a:spLocks noChangeArrowheads="1"/>
            </p:cNvSpPr>
            <p:nvPr/>
          </p:nvSpPr>
          <p:spPr bwMode="auto">
            <a:xfrm>
              <a:off x="4128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不会出现</a:t>
              </a: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3" name="Rectangle 9"/>
            <p:cNvSpPr>
              <a:spLocks noChangeArrowheads="1"/>
            </p:cNvSpPr>
            <p:nvPr/>
          </p:nvSpPr>
          <p:spPr bwMode="auto">
            <a:xfrm>
              <a:off x="4128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不会出现</a:t>
              </a: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4" name="Rectangle 10"/>
            <p:cNvSpPr>
              <a:spLocks noChangeArrowheads="1"/>
            </p:cNvSpPr>
            <p:nvPr/>
          </p:nvSpPr>
          <p:spPr bwMode="auto">
            <a:xfrm>
              <a:off x="4128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5" name="Rectangle 11"/>
            <p:cNvSpPr>
              <a:spLocks noChangeArrowheads="1"/>
            </p:cNvSpPr>
            <p:nvPr/>
          </p:nvSpPr>
          <p:spPr bwMode="auto">
            <a:xfrm>
              <a:off x="4128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6" name="Rectangle 12"/>
            <p:cNvSpPr>
              <a:spLocks noChangeArrowheads="1"/>
            </p:cNvSpPr>
            <p:nvPr/>
          </p:nvSpPr>
          <p:spPr bwMode="auto">
            <a:xfrm>
              <a:off x="4128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   </a:t>
              </a: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说  明</a:t>
              </a: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7" name="Rectangle 13"/>
            <p:cNvSpPr>
              <a:spLocks noChangeArrowheads="1"/>
            </p:cNvSpPr>
            <p:nvPr/>
          </p:nvSpPr>
          <p:spPr bwMode="auto">
            <a:xfrm>
              <a:off x="3096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8" name="Rectangle 14"/>
            <p:cNvSpPr>
              <a:spLocks noChangeArrowheads="1"/>
            </p:cNvSpPr>
            <p:nvPr/>
          </p:nvSpPr>
          <p:spPr bwMode="auto">
            <a:xfrm>
              <a:off x="2064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1 1 1 1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9" name="Rectangle 15"/>
            <p:cNvSpPr>
              <a:spLocks noChangeArrowheads="1"/>
            </p:cNvSpPr>
            <p:nvPr/>
          </p:nvSpPr>
          <p:spPr bwMode="auto">
            <a:xfrm>
              <a:off x="1032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0" name="Rectangle 16"/>
            <p:cNvSpPr>
              <a:spLocks noChangeArrowheads="1"/>
            </p:cNvSpPr>
            <p:nvPr/>
          </p:nvSpPr>
          <p:spPr bwMode="auto">
            <a:xfrm>
              <a:off x="0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0 1 1 1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1" name="Rectangle 17"/>
            <p:cNvSpPr>
              <a:spLocks noChangeArrowheads="1"/>
            </p:cNvSpPr>
            <p:nvPr/>
          </p:nvSpPr>
          <p:spPr bwMode="auto">
            <a:xfrm>
              <a:off x="3096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2" name="Rectangle 18"/>
            <p:cNvSpPr>
              <a:spLocks noChangeArrowheads="1"/>
            </p:cNvSpPr>
            <p:nvPr/>
          </p:nvSpPr>
          <p:spPr bwMode="auto">
            <a:xfrm>
              <a:off x="2064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1 1 1 0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3" name="Rectangle 19"/>
            <p:cNvSpPr>
              <a:spLocks noChangeArrowheads="1"/>
            </p:cNvSpPr>
            <p:nvPr/>
          </p:nvSpPr>
          <p:spPr bwMode="auto">
            <a:xfrm>
              <a:off x="1032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4" name="Rectangle 20"/>
            <p:cNvSpPr>
              <a:spLocks noChangeArrowheads="1"/>
            </p:cNvSpPr>
            <p:nvPr/>
          </p:nvSpPr>
          <p:spPr bwMode="auto">
            <a:xfrm>
              <a:off x="0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0 1 1 0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5" name="Rectangle 21"/>
            <p:cNvSpPr>
              <a:spLocks noChangeArrowheads="1"/>
            </p:cNvSpPr>
            <p:nvPr/>
          </p:nvSpPr>
          <p:spPr bwMode="auto">
            <a:xfrm>
              <a:off x="3096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6" name="Rectangle 22"/>
            <p:cNvSpPr>
              <a:spLocks noChangeArrowheads="1"/>
            </p:cNvSpPr>
            <p:nvPr/>
          </p:nvSpPr>
          <p:spPr bwMode="auto">
            <a:xfrm>
              <a:off x="2064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1 1 0 1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7" name="Rectangle 23"/>
            <p:cNvSpPr>
              <a:spLocks noChangeArrowheads="1"/>
            </p:cNvSpPr>
            <p:nvPr/>
          </p:nvSpPr>
          <p:spPr bwMode="auto">
            <a:xfrm>
              <a:off x="1032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8" name="Rectangle 24"/>
            <p:cNvSpPr>
              <a:spLocks noChangeArrowheads="1"/>
            </p:cNvSpPr>
            <p:nvPr/>
          </p:nvSpPr>
          <p:spPr bwMode="auto">
            <a:xfrm>
              <a:off x="0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0 1 0 1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29" name="Rectangle 25"/>
            <p:cNvSpPr>
              <a:spLocks noChangeArrowheads="1"/>
            </p:cNvSpPr>
            <p:nvPr/>
          </p:nvSpPr>
          <p:spPr bwMode="auto">
            <a:xfrm>
              <a:off x="3096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0" name="Rectangle 26"/>
            <p:cNvSpPr>
              <a:spLocks noChangeArrowheads="1"/>
            </p:cNvSpPr>
            <p:nvPr/>
          </p:nvSpPr>
          <p:spPr bwMode="auto">
            <a:xfrm>
              <a:off x="2064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1 1 0 0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1" name="Rectangle 27"/>
            <p:cNvSpPr>
              <a:spLocks noChangeArrowheads="1"/>
            </p:cNvSpPr>
            <p:nvPr/>
          </p:nvSpPr>
          <p:spPr bwMode="auto">
            <a:xfrm>
              <a:off x="1032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2" name="Rectangle 28"/>
            <p:cNvSpPr>
              <a:spLocks noChangeArrowheads="1"/>
            </p:cNvSpPr>
            <p:nvPr/>
          </p:nvSpPr>
          <p:spPr bwMode="auto">
            <a:xfrm>
              <a:off x="0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0 1 0 0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3" name="Rectangle 29"/>
            <p:cNvSpPr>
              <a:spLocks noChangeArrowheads="1"/>
            </p:cNvSpPr>
            <p:nvPr/>
          </p:nvSpPr>
          <p:spPr bwMode="auto">
            <a:xfrm>
              <a:off x="3096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4" name="Rectangle 30"/>
            <p:cNvSpPr>
              <a:spLocks noChangeArrowheads="1"/>
            </p:cNvSpPr>
            <p:nvPr/>
          </p:nvSpPr>
          <p:spPr bwMode="auto">
            <a:xfrm>
              <a:off x="2064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1 0 1 1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5" name="Rectangle 31"/>
            <p:cNvSpPr>
              <a:spLocks noChangeArrowheads="1"/>
            </p:cNvSpPr>
            <p:nvPr/>
          </p:nvSpPr>
          <p:spPr bwMode="auto">
            <a:xfrm>
              <a:off x="1032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6" name="Rectangle 32"/>
            <p:cNvSpPr>
              <a:spLocks noChangeArrowheads="1"/>
            </p:cNvSpPr>
            <p:nvPr/>
          </p:nvSpPr>
          <p:spPr bwMode="auto">
            <a:xfrm>
              <a:off x="0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0 0 1 1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7" name="Rectangle 33"/>
            <p:cNvSpPr>
              <a:spLocks noChangeArrowheads="1"/>
            </p:cNvSpPr>
            <p:nvPr/>
          </p:nvSpPr>
          <p:spPr bwMode="auto">
            <a:xfrm>
              <a:off x="3096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8" name="Rectangle 34"/>
            <p:cNvSpPr>
              <a:spLocks noChangeArrowheads="1"/>
            </p:cNvSpPr>
            <p:nvPr/>
          </p:nvSpPr>
          <p:spPr bwMode="auto">
            <a:xfrm>
              <a:off x="2064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1 0 1 0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39" name="Rectangle 35"/>
            <p:cNvSpPr>
              <a:spLocks noChangeArrowheads="1"/>
            </p:cNvSpPr>
            <p:nvPr/>
          </p:nvSpPr>
          <p:spPr bwMode="auto">
            <a:xfrm>
              <a:off x="1032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0" name="Rectangle 36"/>
            <p:cNvSpPr>
              <a:spLocks noChangeArrowheads="1"/>
            </p:cNvSpPr>
            <p:nvPr/>
          </p:nvSpPr>
          <p:spPr bwMode="auto">
            <a:xfrm>
              <a:off x="0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0 0 1 0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1" name="Rectangle 37"/>
            <p:cNvSpPr>
              <a:spLocks noChangeArrowheads="1"/>
            </p:cNvSpPr>
            <p:nvPr/>
          </p:nvSpPr>
          <p:spPr bwMode="auto">
            <a:xfrm>
              <a:off x="3096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2" name="Rectangle 38"/>
            <p:cNvSpPr>
              <a:spLocks noChangeArrowheads="1"/>
            </p:cNvSpPr>
            <p:nvPr/>
          </p:nvSpPr>
          <p:spPr bwMode="auto">
            <a:xfrm>
              <a:off x="2064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1 0 0 1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3" name="Rectangle 39"/>
            <p:cNvSpPr>
              <a:spLocks noChangeArrowheads="1"/>
            </p:cNvSpPr>
            <p:nvPr/>
          </p:nvSpPr>
          <p:spPr bwMode="auto">
            <a:xfrm>
              <a:off x="1032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4" name="Rectangle 40"/>
            <p:cNvSpPr>
              <a:spLocks noChangeArrowheads="1"/>
            </p:cNvSpPr>
            <p:nvPr/>
          </p:nvSpPr>
          <p:spPr bwMode="auto">
            <a:xfrm>
              <a:off x="0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0 0 0 1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5" name="Rectangle 41"/>
            <p:cNvSpPr>
              <a:spLocks noChangeArrowheads="1"/>
            </p:cNvSpPr>
            <p:nvPr/>
          </p:nvSpPr>
          <p:spPr bwMode="auto">
            <a:xfrm>
              <a:off x="3096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6" name="Rectangle 42"/>
            <p:cNvSpPr>
              <a:spLocks noChangeArrowheads="1"/>
            </p:cNvSpPr>
            <p:nvPr/>
          </p:nvSpPr>
          <p:spPr bwMode="auto">
            <a:xfrm>
              <a:off x="2064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1 0 0 0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7" name="Rectangle 43"/>
            <p:cNvSpPr>
              <a:spLocks noChangeArrowheads="1"/>
            </p:cNvSpPr>
            <p:nvPr/>
          </p:nvSpPr>
          <p:spPr bwMode="auto">
            <a:xfrm>
              <a:off x="1032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8" name="Rectangle 44"/>
            <p:cNvSpPr>
              <a:spLocks noChangeArrowheads="1"/>
            </p:cNvSpPr>
            <p:nvPr/>
          </p:nvSpPr>
          <p:spPr bwMode="auto">
            <a:xfrm>
              <a:off x="0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0 0 0 0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49" name="Rectangle 45"/>
            <p:cNvSpPr>
              <a:spLocks noChangeArrowheads="1"/>
            </p:cNvSpPr>
            <p:nvPr/>
          </p:nvSpPr>
          <p:spPr bwMode="auto">
            <a:xfrm>
              <a:off x="3096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Y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50" name="Rectangle 46"/>
            <p:cNvSpPr>
              <a:spLocks noChangeArrowheads="1"/>
            </p:cNvSpPr>
            <p:nvPr/>
          </p:nvSpPr>
          <p:spPr bwMode="auto">
            <a:xfrm>
              <a:off x="2064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 A B C D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51" name="Rectangle 47"/>
            <p:cNvSpPr>
              <a:spLocks noChangeArrowheads="1"/>
            </p:cNvSpPr>
            <p:nvPr/>
          </p:nvSpPr>
          <p:spPr bwMode="auto">
            <a:xfrm>
              <a:off x="1032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Y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52" name="Rectangle 48"/>
            <p:cNvSpPr>
              <a:spLocks noChangeArrowheads="1"/>
            </p:cNvSpPr>
            <p:nvPr/>
          </p:nvSpPr>
          <p:spPr bwMode="auto">
            <a:xfrm>
              <a:off x="0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 A B C D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329" name="Line 49"/>
            <p:cNvSpPr/>
            <p:nvPr/>
          </p:nvSpPr>
          <p:spPr>
            <a:xfrm>
              <a:off x="0" y="0"/>
              <a:ext cx="51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0" name="Line 50"/>
            <p:cNvSpPr/>
            <p:nvPr/>
          </p:nvSpPr>
          <p:spPr>
            <a:xfrm>
              <a:off x="0" y="382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1" name="Line 51"/>
            <p:cNvSpPr/>
            <p:nvPr/>
          </p:nvSpPr>
          <p:spPr>
            <a:xfrm>
              <a:off x="0" y="764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2" name="Line 52"/>
            <p:cNvSpPr/>
            <p:nvPr/>
          </p:nvSpPr>
          <p:spPr>
            <a:xfrm>
              <a:off x="0" y="1147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3" name="Line 53"/>
            <p:cNvSpPr/>
            <p:nvPr/>
          </p:nvSpPr>
          <p:spPr>
            <a:xfrm>
              <a:off x="0" y="1529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4" name="Line 54"/>
            <p:cNvSpPr/>
            <p:nvPr/>
          </p:nvSpPr>
          <p:spPr>
            <a:xfrm>
              <a:off x="0" y="1911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5" name="Line 55"/>
            <p:cNvSpPr/>
            <p:nvPr/>
          </p:nvSpPr>
          <p:spPr>
            <a:xfrm>
              <a:off x="0" y="2293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6" name="Line 56"/>
            <p:cNvSpPr/>
            <p:nvPr/>
          </p:nvSpPr>
          <p:spPr>
            <a:xfrm>
              <a:off x="0" y="2676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7" name="Line 57"/>
            <p:cNvSpPr/>
            <p:nvPr/>
          </p:nvSpPr>
          <p:spPr>
            <a:xfrm>
              <a:off x="0" y="3058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8" name="Line 58"/>
            <p:cNvSpPr/>
            <p:nvPr/>
          </p:nvSpPr>
          <p:spPr>
            <a:xfrm>
              <a:off x="0" y="3440"/>
              <a:ext cx="51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39" name="Line 59"/>
            <p:cNvSpPr/>
            <p:nvPr/>
          </p:nvSpPr>
          <p:spPr>
            <a:xfrm>
              <a:off x="0" y="0"/>
              <a:ext cx="0" cy="34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40" name="Line 60"/>
            <p:cNvSpPr/>
            <p:nvPr/>
          </p:nvSpPr>
          <p:spPr>
            <a:xfrm>
              <a:off x="1032" y="0"/>
              <a:ext cx="0" cy="34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41" name="Line 61"/>
            <p:cNvSpPr/>
            <p:nvPr/>
          </p:nvSpPr>
          <p:spPr>
            <a:xfrm>
              <a:off x="2064" y="0"/>
              <a:ext cx="0" cy="34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42" name="Line 62"/>
            <p:cNvSpPr/>
            <p:nvPr/>
          </p:nvSpPr>
          <p:spPr>
            <a:xfrm>
              <a:off x="3096" y="0"/>
              <a:ext cx="0" cy="34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43" name="Line 63"/>
            <p:cNvSpPr/>
            <p:nvPr/>
          </p:nvSpPr>
          <p:spPr>
            <a:xfrm>
              <a:off x="5160" y="0"/>
              <a:ext cx="0" cy="34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44" name="Line 64"/>
            <p:cNvSpPr/>
            <p:nvPr/>
          </p:nvSpPr>
          <p:spPr>
            <a:xfrm>
              <a:off x="4128" y="0"/>
              <a:ext cx="0" cy="34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974725" y="182563"/>
          <a:ext cx="6548438" cy="419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1" imgW="2370455" imgH="1524000" progId="Word.Document.8">
                  <p:embed/>
                </p:oleObj>
              </mc:Choice>
              <mc:Fallback>
                <p:oleObj name="" r:id="rId1" imgW="2370455" imgH="1524000" progId="Word.Document.8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4725" y="182563"/>
                        <a:ext cx="6548438" cy="419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1" name="Rectangle 3"/>
          <p:cNvSpPr/>
          <p:nvPr/>
        </p:nvSpPr>
        <p:spPr>
          <a:xfrm>
            <a:off x="468313" y="3933825"/>
            <a:ext cx="8135937" cy="1373188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    </a:t>
            </a:r>
            <a:r>
              <a:rPr lang="zh-CN" altLang="en-US" sz="2800" dirty="0">
                <a:latin typeface="Times New Roman" panose="02020603050405020304" pitchFamily="18" charset="0"/>
              </a:rPr>
              <a:t>输入变量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</a:rPr>
              <a:t>取值为</a:t>
            </a:r>
            <a:r>
              <a:rPr lang="en-US" altLang="zh-CN" sz="2800" dirty="0">
                <a:latin typeface="Times New Roman" panose="02020603050405020304" pitchFamily="18" charset="0"/>
              </a:rPr>
              <a:t>0000</a:t>
            </a:r>
            <a:r>
              <a:rPr lang="zh-CN" altLang="en-US" sz="2800" dirty="0">
                <a:latin typeface="Times New Roman" panose="02020603050405020304" pitchFamily="18" charset="0"/>
              </a:rPr>
              <a:t>～</a:t>
            </a:r>
            <a:r>
              <a:rPr lang="en-US" altLang="zh-CN" sz="2800" dirty="0">
                <a:latin typeface="Times New Roman" panose="02020603050405020304" pitchFamily="18" charset="0"/>
              </a:rPr>
              <a:t>1001</a:t>
            </a:r>
            <a:r>
              <a:rPr lang="zh-CN" altLang="en-US" sz="2800" dirty="0">
                <a:latin typeface="Times New Roman" panose="02020603050405020304" pitchFamily="18" charset="0"/>
              </a:rPr>
              <a:t>时，逻辑函数</a:t>
            </a:r>
            <a:r>
              <a:rPr lang="en-US" altLang="zh-CN" sz="2800" dirty="0">
                <a:latin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</a:rPr>
              <a:t>有确定的值，根据题意，偶数时为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，奇数时为</a:t>
            </a:r>
            <a:r>
              <a:rPr lang="en-US" altLang="zh-CN" sz="2800" dirty="0"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9332" name="Object 4"/>
          <p:cNvGraphicFramePr>
            <a:graphicFrameLocks noChangeAspect="1"/>
          </p:cNvGraphicFramePr>
          <p:nvPr/>
        </p:nvGraphicFramePr>
        <p:xfrm>
          <a:off x="684213" y="5300663"/>
          <a:ext cx="50387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3" imgW="1816735" imgH="203200" progId="Equation.3">
                  <p:embed/>
                </p:oleObj>
              </mc:Choice>
              <mc:Fallback>
                <p:oleObj name="" r:id="rId3" imgW="1816735" imgH="2032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5300663"/>
                        <a:ext cx="5038725" cy="5492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33" name="Group 5"/>
          <p:cNvGrpSpPr/>
          <p:nvPr/>
        </p:nvGrpSpPr>
        <p:grpSpPr>
          <a:xfrm>
            <a:off x="468313" y="6021388"/>
            <a:ext cx="6550025" cy="609600"/>
            <a:chOff x="0" y="0"/>
            <a:chExt cx="4126" cy="384"/>
          </a:xfrm>
        </p:grpSpPr>
        <p:graphicFrame>
          <p:nvGraphicFramePr>
            <p:cNvPr id="98310" name="Object 6"/>
            <p:cNvGraphicFramePr>
              <a:graphicFrameLocks noChangeAspect="1"/>
            </p:cNvGraphicFramePr>
            <p:nvPr/>
          </p:nvGraphicFramePr>
          <p:xfrm>
            <a:off x="1224" y="45"/>
            <a:ext cx="2902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5" imgW="1562735" imgH="203200" progId="Equation.3">
                    <p:embed/>
                  </p:oleObj>
                </mc:Choice>
                <mc:Fallback>
                  <p:oleObj name="" r:id="rId5" imgW="1562735" imgH="203200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24" y="45"/>
                          <a:ext cx="2902" cy="33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11" name="Text Box 7"/>
            <p:cNvSpPr txBox="1"/>
            <p:nvPr/>
          </p:nvSpPr>
          <p:spPr>
            <a:xfrm>
              <a:off x="0" y="0"/>
              <a:ext cx="1043" cy="327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无关项：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1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971550" y="620713"/>
          <a:ext cx="6548438" cy="419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1" imgW="2370455" imgH="1524000" progId="Word.Document.8">
                  <p:embed/>
                </p:oleObj>
              </mc:Choice>
              <mc:Fallback>
                <p:oleObj name="" r:id="rId1" imgW="2370455" imgH="1524000" progId="Word.Document.8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620713"/>
                        <a:ext cx="6548438" cy="419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323850" y="4581525"/>
          <a:ext cx="835183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3" imgW="3238500" imgH="203200" progId="Equation.3">
                  <p:embed/>
                </p:oleObj>
              </mc:Choice>
              <mc:Fallback>
                <p:oleObj name="" r:id="rId3" imgW="3238500" imgH="2032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" y="4581525"/>
                        <a:ext cx="8351838" cy="5794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1378" name="Object 2"/>
          <p:cNvGraphicFramePr>
            <a:graphicFrameLocks noChangeAspect="1"/>
          </p:cNvGraphicFramePr>
          <p:nvPr/>
        </p:nvGraphicFramePr>
        <p:xfrm>
          <a:off x="974725" y="182563"/>
          <a:ext cx="6548438" cy="419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1" imgW="2370455" imgH="1524000" progId="Word.Document.8">
                  <p:embed/>
                </p:oleObj>
              </mc:Choice>
              <mc:Fallback>
                <p:oleObj name="" r:id="rId1" imgW="2370455" imgH="1524000" progId="Word.Document.8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4725" y="182563"/>
                        <a:ext cx="6548438" cy="419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379" name="Group 3"/>
          <p:cNvGrpSpPr/>
          <p:nvPr/>
        </p:nvGrpSpPr>
        <p:grpSpPr>
          <a:xfrm>
            <a:off x="2555875" y="765175"/>
            <a:ext cx="4837113" cy="3216275"/>
            <a:chOff x="0" y="0"/>
            <a:chExt cx="3047" cy="2026"/>
          </a:xfrm>
        </p:grpSpPr>
        <p:sp>
          <p:nvSpPr>
            <p:cNvPr id="100366" name="未知"/>
            <p:cNvSpPr/>
            <p:nvPr/>
          </p:nvSpPr>
          <p:spPr>
            <a:xfrm>
              <a:off x="0" y="15"/>
              <a:ext cx="688" cy="2011"/>
            </a:xfrm>
            <a:custGeom>
              <a:avLst/>
              <a:gdLst/>
              <a:ahLst/>
              <a:cxnLst>
                <a:cxn ang="0">
                  <a:pos x="91" y="212"/>
                </a:cxn>
                <a:cxn ang="0">
                  <a:pos x="590" y="257"/>
                </a:cxn>
                <a:cxn ang="0">
                  <a:pos x="590" y="1754"/>
                </a:cxn>
                <a:cxn ang="0">
                  <a:pos x="0" y="1799"/>
                </a:cxn>
              </a:cxnLst>
              <a:pathLst>
                <a:path w="688" h="2011">
                  <a:moveTo>
                    <a:pt x="91" y="212"/>
                  </a:moveTo>
                  <a:cubicBezTo>
                    <a:pt x="299" y="106"/>
                    <a:pt x="507" y="0"/>
                    <a:pt x="590" y="257"/>
                  </a:cubicBezTo>
                  <a:cubicBezTo>
                    <a:pt x="673" y="514"/>
                    <a:pt x="688" y="1497"/>
                    <a:pt x="590" y="1754"/>
                  </a:cubicBezTo>
                  <a:cubicBezTo>
                    <a:pt x="492" y="2011"/>
                    <a:pt x="98" y="1792"/>
                    <a:pt x="0" y="1799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0367" name="未知"/>
            <p:cNvSpPr/>
            <p:nvPr/>
          </p:nvSpPr>
          <p:spPr>
            <a:xfrm rot="-10608452">
              <a:off x="2359" y="0"/>
              <a:ext cx="688" cy="2011"/>
            </a:xfrm>
            <a:custGeom>
              <a:avLst/>
              <a:gdLst/>
              <a:ahLst/>
              <a:cxnLst>
                <a:cxn ang="0">
                  <a:pos x="91" y="212"/>
                </a:cxn>
                <a:cxn ang="0">
                  <a:pos x="590" y="257"/>
                </a:cxn>
                <a:cxn ang="0">
                  <a:pos x="590" y="1754"/>
                </a:cxn>
                <a:cxn ang="0">
                  <a:pos x="0" y="1799"/>
                </a:cxn>
              </a:cxnLst>
              <a:pathLst>
                <a:path w="688" h="2011">
                  <a:moveTo>
                    <a:pt x="91" y="212"/>
                  </a:moveTo>
                  <a:cubicBezTo>
                    <a:pt x="299" y="106"/>
                    <a:pt x="507" y="0"/>
                    <a:pt x="590" y="257"/>
                  </a:cubicBezTo>
                  <a:cubicBezTo>
                    <a:pt x="673" y="514"/>
                    <a:pt x="688" y="1497"/>
                    <a:pt x="590" y="1754"/>
                  </a:cubicBezTo>
                  <a:cubicBezTo>
                    <a:pt x="492" y="2011"/>
                    <a:pt x="98" y="1792"/>
                    <a:pt x="0" y="1799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1382" name="Group 6"/>
          <p:cNvGrpSpPr/>
          <p:nvPr/>
        </p:nvGrpSpPr>
        <p:grpSpPr>
          <a:xfrm>
            <a:off x="2484438" y="981075"/>
            <a:ext cx="4895850" cy="1535113"/>
            <a:chOff x="0" y="0"/>
            <a:chExt cx="3084" cy="967"/>
          </a:xfrm>
        </p:grpSpPr>
        <p:sp>
          <p:nvSpPr>
            <p:cNvPr id="100364" name="未知"/>
            <p:cNvSpPr/>
            <p:nvPr/>
          </p:nvSpPr>
          <p:spPr>
            <a:xfrm>
              <a:off x="0" y="0"/>
              <a:ext cx="590" cy="967"/>
            </a:xfrm>
            <a:custGeom>
              <a:avLst/>
              <a:gdLst/>
              <a:ahLst/>
              <a:cxnLst>
                <a:cxn ang="0">
                  <a:pos x="106" y="121"/>
                </a:cxn>
                <a:cxn ang="0">
                  <a:pos x="514" y="121"/>
                </a:cxn>
                <a:cxn ang="0">
                  <a:pos x="514" y="846"/>
                </a:cxn>
                <a:cxn ang="0">
                  <a:pos x="60" y="846"/>
                </a:cxn>
                <a:cxn ang="0">
                  <a:pos x="151" y="846"/>
                </a:cxn>
              </a:cxnLst>
              <a:pathLst>
                <a:path w="590" h="967">
                  <a:moveTo>
                    <a:pt x="106" y="121"/>
                  </a:moveTo>
                  <a:cubicBezTo>
                    <a:pt x="276" y="60"/>
                    <a:pt x="446" y="0"/>
                    <a:pt x="514" y="121"/>
                  </a:cubicBezTo>
                  <a:cubicBezTo>
                    <a:pt x="582" y="242"/>
                    <a:pt x="590" y="725"/>
                    <a:pt x="514" y="846"/>
                  </a:cubicBezTo>
                  <a:cubicBezTo>
                    <a:pt x="438" y="967"/>
                    <a:pt x="120" y="846"/>
                    <a:pt x="60" y="846"/>
                  </a:cubicBezTo>
                  <a:cubicBezTo>
                    <a:pt x="0" y="846"/>
                    <a:pt x="75" y="846"/>
                    <a:pt x="151" y="846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0365" name="未知"/>
            <p:cNvSpPr/>
            <p:nvPr/>
          </p:nvSpPr>
          <p:spPr>
            <a:xfrm rot="10800000">
              <a:off x="2494" y="0"/>
              <a:ext cx="590" cy="967"/>
            </a:xfrm>
            <a:custGeom>
              <a:avLst/>
              <a:gdLst/>
              <a:ahLst/>
              <a:cxnLst>
                <a:cxn ang="0">
                  <a:pos x="106" y="121"/>
                </a:cxn>
                <a:cxn ang="0">
                  <a:pos x="514" y="121"/>
                </a:cxn>
                <a:cxn ang="0">
                  <a:pos x="514" y="846"/>
                </a:cxn>
                <a:cxn ang="0">
                  <a:pos x="60" y="846"/>
                </a:cxn>
                <a:cxn ang="0">
                  <a:pos x="151" y="846"/>
                </a:cxn>
              </a:cxnLst>
              <a:pathLst>
                <a:path w="590" h="967">
                  <a:moveTo>
                    <a:pt x="106" y="121"/>
                  </a:moveTo>
                  <a:cubicBezTo>
                    <a:pt x="276" y="60"/>
                    <a:pt x="446" y="0"/>
                    <a:pt x="514" y="121"/>
                  </a:cubicBezTo>
                  <a:cubicBezTo>
                    <a:pt x="582" y="242"/>
                    <a:pt x="590" y="725"/>
                    <a:pt x="514" y="846"/>
                  </a:cubicBezTo>
                  <a:cubicBezTo>
                    <a:pt x="438" y="967"/>
                    <a:pt x="120" y="846"/>
                    <a:pt x="60" y="846"/>
                  </a:cubicBezTo>
                  <a:cubicBezTo>
                    <a:pt x="0" y="846"/>
                    <a:pt x="75" y="846"/>
                    <a:pt x="151" y="846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1385" name="Group 9"/>
          <p:cNvGrpSpPr/>
          <p:nvPr/>
        </p:nvGrpSpPr>
        <p:grpSpPr>
          <a:xfrm>
            <a:off x="2771775" y="1125538"/>
            <a:ext cx="792163" cy="2519362"/>
            <a:chOff x="0" y="0"/>
            <a:chExt cx="499" cy="1587"/>
          </a:xfrm>
        </p:grpSpPr>
        <p:sp>
          <p:nvSpPr>
            <p:cNvPr id="100362" name="未知"/>
            <p:cNvSpPr/>
            <p:nvPr/>
          </p:nvSpPr>
          <p:spPr>
            <a:xfrm>
              <a:off x="45" y="1270"/>
              <a:ext cx="454" cy="317"/>
            </a:xfrm>
            <a:custGeom>
              <a:avLst/>
              <a:gdLst/>
              <a:ahLst/>
              <a:cxnLst>
                <a:cxn ang="0">
                  <a:pos x="0" y="317"/>
                </a:cxn>
                <a:cxn ang="0">
                  <a:pos x="182" y="0"/>
                </a:cxn>
                <a:cxn ang="0">
                  <a:pos x="454" y="317"/>
                </a:cxn>
              </a:cxnLst>
              <a:pathLst>
                <a:path w="454" h="317">
                  <a:moveTo>
                    <a:pt x="0" y="317"/>
                  </a:moveTo>
                  <a:cubicBezTo>
                    <a:pt x="53" y="158"/>
                    <a:pt x="106" y="0"/>
                    <a:pt x="182" y="0"/>
                  </a:cubicBezTo>
                  <a:cubicBezTo>
                    <a:pt x="258" y="0"/>
                    <a:pt x="409" y="264"/>
                    <a:pt x="454" y="317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0363" name="未知"/>
            <p:cNvSpPr/>
            <p:nvPr/>
          </p:nvSpPr>
          <p:spPr>
            <a:xfrm rot="10800000">
              <a:off x="0" y="0"/>
              <a:ext cx="454" cy="317"/>
            </a:xfrm>
            <a:custGeom>
              <a:avLst/>
              <a:gdLst/>
              <a:ahLst/>
              <a:cxnLst>
                <a:cxn ang="0">
                  <a:pos x="0" y="317"/>
                </a:cxn>
                <a:cxn ang="0">
                  <a:pos x="182" y="0"/>
                </a:cxn>
                <a:cxn ang="0">
                  <a:pos x="454" y="317"/>
                </a:cxn>
              </a:cxnLst>
              <a:pathLst>
                <a:path w="454" h="317">
                  <a:moveTo>
                    <a:pt x="0" y="317"/>
                  </a:moveTo>
                  <a:cubicBezTo>
                    <a:pt x="53" y="158"/>
                    <a:pt x="106" y="0"/>
                    <a:pt x="182" y="0"/>
                  </a:cubicBezTo>
                  <a:cubicBezTo>
                    <a:pt x="258" y="0"/>
                    <a:pt x="409" y="264"/>
                    <a:pt x="454" y="317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1388" name="Text Box 12"/>
          <p:cNvSpPr txBox="1"/>
          <p:nvPr/>
        </p:nvSpPr>
        <p:spPr>
          <a:xfrm>
            <a:off x="468313" y="4292600"/>
            <a:ext cx="2519362" cy="9461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不利用无关项的化简结果为：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1389" name="Object 13"/>
          <p:cNvGraphicFramePr>
            <a:graphicFrameLocks noChangeAspect="1"/>
          </p:cNvGraphicFramePr>
          <p:nvPr/>
        </p:nvGraphicFramePr>
        <p:xfrm>
          <a:off x="3308350" y="4570413"/>
          <a:ext cx="32877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3" imgW="830580" imgH="130810" progId="Equation.3">
                  <p:embed/>
                </p:oleObj>
              </mc:Choice>
              <mc:Fallback>
                <p:oleObj name="" r:id="rId3" imgW="830580" imgH="130810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08350" y="4570413"/>
                        <a:ext cx="3287713" cy="58737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0" name="Text Box 14"/>
          <p:cNvSpPr txBox="1"/>
          <p:nvPr/>
        </p:nvSpPr>
        <p:spPr>
          <a:xfrm>
            <a:off x="468313" y="5516563"/>
            <a:ext cx="2286000" cy="94615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利用无关项的化简结果为：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1391" name="Object 15"/>
          <p:cNvGraphicFramePr>
            <a:graphicFrameLocks noChangeAspect="1"/>
          </p:cNvGraphicFramePr>
          <p:nvPr/>
        </p:nvGraphicFramePr>
        <p:xfrm>
          <a:off x="3235325" y="5702300"/>
          <a:ext cx="14509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5" imgW="326390" imgH="121285" progId="Equation.3">
                  <p:embed/>
                </p:oleObj>
              </mc:Choice>
              <mc:Fallback>
                <p:oleObj name="" r:id="rId5" imgW="326390" imgH="121285" progId="Equation.3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5325" y="5702300"/>
                        <a:ext cx="1450975" cy="53657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8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139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8" grpId="0" build="p"/>
      <p:bldP spid="101390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Text Box 2"/>
          <p:cNvSpPr txBox="1"/>
          <p:nvPr/>
        </p:nvSpPr>
        <p:spPr>
          <a:xfrm>
            <a:off x="304800" y="609600"/>
            <a:ext cx="8382000" cy="457200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1" hangingPunct="1">
              <a:spcBef>
                <a:spcPct val="50000"/>
              </a:spcBef>
            </a:pPr>
            <a:endParaRPr lang="zh-CN" altLang="zh-CN" sz="2400" b="0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3" name="Text Box 3"/>
          <p:cNvSpPr txBox="1"/>
          <p:nvPr/>
        </p:nvSpPr>
        <p:spPr>
          <a:xfrm>
            <a:off x="2555875" y="260350"/>
            <a:ext cx="3816350" cy="579438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lIns="0" rIns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逻辑函数化简小结</a:t>
            </a:r>
            <a:endParaRPr lang="zh-CN" altLang="en-US" sz="3200" b="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4" name="Text Box 4"/>
          <p:cNvSpPr txBox="1"/>
          <p:nvPr/>
        </p:nvSpPr>
        <p:spPr>
          <a:xfrm>
            <a:off x="1066800" y="914400"/>
            <a:ext cx="6858000" cy="5453063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algn="just" eaLnBrk="1" hangingPunct="1"/>
            <a:r>
              <a:rPr lang="zh-CN" altLang="en-US" sz="2400" b="0" dirty="0">
                <a:latin typeface="Times New Roman" panose="02020603050405020304" pitchFamily="18" charset="0"/>
              </a:rPr>
              <a:t>　　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逻辑函数的化简有公式法和图形法等。公式法是利用逻辑代数的公式、定理和规则来对逻辑函数化简，这种方法适用于各种复杂的逻辑函数，但需要熟练地运用公式和定理，且具有一定的运算技巧。图形法就是利用函数的卡诺图来对逻辑函数化简，这种方法简单直观，容易掌握，但变量太多时卡诺图太复杂，图形法已不适用。在对逻辑函数化简时，充分利用无关项可以得到十分简单的结果。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ndAc>
      <p:endSnd/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charRg st="0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2404">
                                            <p:txEl>
                                              <p:charRg st="0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0"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animBg="1"/>
      <p:bldP spid="102404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1600200"/>
            <a:ext cx="8229600" cy="4525963"/>
          </a:xfrm>
          <a:noFill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把输入、输出变量所有相互对应的逻辑值（状态）列在一个表格内，这种表格称为</a:t>
            </a:r>
            <a:r>
              <a:rPr kumimoji="0" lang="zh-CN" altLang="en-US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逻辑函数真值表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，简称</a:t>
            </a:r>
            <a:r>
              <a:rPr kumimoji="0" lang="zh-CN" altLang="en-US" sz="3600" b="1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真值表。</a:t>
            </a:r>
            <a:endParaRPr kumimoji="0" lang="zh-CN" altLang="en-US" sz="3600" b="1" i="0" u="sng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403" name="Text Box 3"/>
          <p:cNvSpPr txBox="1"/>
          <p:nvPr/>
        </p:nvSpPr>
        <p:spPr>
          <a:xfrm>
            <a:off x="7164388" y="5876925"/>
            <a:ext cx="1152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hlinkClick r:id="rId1" action="ppaction://hlinksldjump"/>
              </a:rPr>
              <a:t>返回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4450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468313" y="2708275"/>
          <a:ext cx="3671887" cy="331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1" imgW="2291715" imgH="1490345" progId="Word.Document.8">
                  <p:embed/>
                </p:oleObj>
              </mc:Choice>
              <mc:Fallback>
                <p:oleObj name="" r:id="rId1" imgW="2291715" imgH="1490345" progId="Word.Document.8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2708275"/>
                        <a:ext cx="3671887" cy="331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1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56100" y="2708275"/>
          <a:ext cx="3671888" cy="331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3" imgW="2291715" imgH="1490345" progId="Word.Document.8">
                  <p:embed/>
                </p:oleObj>
              </mc:Choice>
              <mc:Fallback>
                <p:oleObj name="" r:id="rId3" imgW="2291715" imgH="1490345" progId="Word.Document.8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56100" y="2708275"/>
                        <a:ext cx="3671888" cy="331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2" name="Text Box 4"/>
          <p:cNvSpPr txBox="1"/>
          <p:nvPr/>
        </p:nvSpPr>
        <p:spPr>
          <a:xfrm>
            <a:off x="827088" y="476250"/>
            <a:ext cx="75612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just" eaLnBrk="1" hangingPunct="1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800" b="0" dirty="0">
                <a:latin typeface="Verdana" panose="020B0604030504040204" pitchFamily="34" charset="0"/>
              </a:rPr>
              <a:t>P58</a:t>
            </a:r>
            <a:r>
              <a:rPr lang="zh-CN" altLang="en-US" sz="2800" b="0" dirty="0">
                <a:latin typeface="Verdana" panose="020B0604030504040204" pitchFamily="34" charset="0"/>
              </a:rPr>
              <a:t>题</a:t>
            </a:r>
            <a:r>
              <a:rPr lang="en-US" altLang="zh-CN" sz="2800" b="0" dirty="0">
                <a:latin typeface="Verdana" panose="020B0604030504040204" pitchFamily="34" charset="0"/>
              </a:rPr>
              <a:t>2.2</a:t>
            </a:r>
            <a:r>
              <a:rPr lang="zh-CN" altLang="en-US" sz="2800" b="0" dirty="0">
                <a:latin typeface="Verdana" panose="020B0604030504040204" pitchFamily="34" charset="0"/>
              </a:rPr>
              <a:t>（</a:t>
            </a:r>
            <a:r>
              <a:rPr lang="en-US" altLang="zh-CN" sz="2800" b="0" dirty="0">
                <a:latin typeface="Verdana" panose="020B0604030504040204" pitchFamily="34" charset="0"/>
              </a:rPr>
              <a:t>4</a:t>
            </a:r>
            <a:r>
              <a:rPr lang="zh-CN" altLang="en-US" sz="2800" b="0" dirty="0">
                <a:latin typeface="Verdana" panose="020B0604030504040204" pitchFamily="34" charset="0"/>
              </a:rPr>
              <a:t>）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graphicFrame>
        <p:nvGraphicFramePr>
          <p:cNvPr id="10445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3850" y="1052513"/>
          <a:ext cx="85328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4" imgW="2868930" imgH="190500" progId="Equation.3">
                  <p:embed/>
                </p:oleObj>
              </mc:Choice>
              <mc:Fallback>
                <p:oleObj name="" r:id="rId4" imgW="2868930" imgH="1905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850" y="1052513"/>
                        <a:ext cx="8532813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4454" name="Group 6"/>
          <p:cNvGrpSpPr/>
          <p:nvPr/>
        </p:nvGrpSpPr>
        <p:grpSpPr>
          <a:xfrm>
            <a:off x="1403350" y="3357563"/>
            <a:ext cx="1152525" cy="519112"/>
            <a:chOff x="0" y="0"/>
            <a:chExt cx="726" cy="327"/>
          </a:xfrm>
        </p:grpSpPr>
        <p:sp>
          <p:nvSpPr>
            <p:cNvPr id="103451" name="Text Box 7"/>
            <p:cNvSpPr txBox="1"/>
            <p:nvPr/>
          </p:nvSpPr>
          <p:spPr>
            <a:xfrm>
              <a:off x="0" y="0"/>
              <a:ext cx="2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52" name="Text Box 8"/>
            <p:cNvSpPr txBox="1"/>
            <p:nvPr/>
          </p:nvSpPr>
          <p:spPr>
            <a:xfrm>
              <a:off x="454" y="0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4457" name="Group 9"/>
          <p:cNvGrpSpPr/>
          <p:nvPr/>
        </p:nvGrpSpPr>
        <p:grpSpPr>
          <a:xfrm>
            <a:off x="1403350" y="4437063"/>
            <a:ext cx="2376488" cy="519112"/>
            <a:chOff x="0" y="0"/>
            <a:chExt cx="1497" cy="327"/>
          </a:xfrm>
        </p:grpSpPr>
        <p:sp>
          <p:nvSpPr>
            <p:cNvPr id="103447" name="Text Box 10"/>
            <p:cNvSpPr txBox="1"/>
            <p:nvPr/>
          </p:nvSpPr>
          <p:spPr>
            <a:xfrm>
              <a:off x="0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48" name="Text Box 11"/>
            <p:cNvSpPr txBox="1"/>
            <p:nvPr/>
          </p:nvSpPr>
          <p:spPr>
            <a:xfrm>
              <a:off x="408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49" name="Text Box 12"/>
            <p:cNvSpPr txBox="1"/>
            <p:nvPr/>
          </p:nvSpPr>
          <p:spPr>
            <a:xfrm>
              <a:off x="862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50" name="Text Box 13"/>
            <p:cNvSpPr txBox="1"/>
            <p:nvPr/>
          </p:nvSpPr>
          <p:spPr>
            <a:xfrm>
              <a:off x="1270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4462" name="Group 14"/>
          <p:cNvGrpSpPr/>
          <p:nvPr/>
        </p:nvGrpSpPr>
        <p:grpSpPr>
          <a:xfrm>
            <a:off x="2771775" y="4941888"/>
            <a:ext cx="1008063" cy="519112"/>
            <a:chOff x="0" y="0"/>
            <a:chExt cx="635" cy="327"/>
          </a:xfrm>
        </p:grpSpPr>
        <p:sp>
          <p:nvSpPr>
            <p:cNvPr id="103445" name="Text Box 15"/>
            <p:cNvSpPr txBox="1"/>
            <p:nvPr/>
          </p:nvSpPr>
          <p:spPr>
            <a:xfrm>
              <a:off x="408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46" name="Text Box 16"/>
            <p:cNvSpPr txBox="1"/>
            <p:nvPr/>
          </p:nvSpPr>
          <p:spPr>
            <a:xfrm>
              <a:off x="0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4465" name="Group 17"/>
          <p:cNvGrpSpPr/>
          <p:nvPr/>
        </p:nvGrpSpPr>
        <p:grpSpPr>
          <a:xfrm>
            <a:off x="2771775" y="3860800"/>
            <a:ext cx="1081088" cy="519113"/>
            <a:chOff x="0" y="0"/>
            <a:chExt cx="681" cy="327"/>
          </a:xfrm>
        </p:grpSpPr>
        <p:sp>
          <p:nvSpPr>
            <p:cNvPr id="103443" name="Text Box 18"/>
            <p:cNvSpPr txBox="1"/>
            <p:nvPr/>
          </p:nvSpPr>
          <p:spPr>
            <a:xfrm>
              <a:off x="0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44" name="Text Box 19"/>
            <p:cNvSpPr txBox="1"/>
            <p:nvPr/>
          </p:nvSpPr>
          <p:spPr>
            <a:xfrm>
              <a:off x="454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4468" name="Group 20"/>
          <p:cNvGrpSpPr/>
          <p:nvPr/>
        </p:nvGrpSpPr>
        <p:grpSpPr>
          <a:xfrm>
            <a:off x="5292725" y="3860800"/>
            <a:ext cx="1008063" cy="519113"/>
            <a:chOff x="0" y="0"/>
            <a:chExt cx="635" cy="327"/>
          </a:xfrm>
        </p:grpSpPr>
        <p:sp>
          <p:nvSpPr>
            <p:cNvPr id="103441" name="Text Box 21"/>
            <p:cNvSpPr txBox="1"/>
            <p:nvPr/>
          </p:nvSpPr>
          <p:spPr>
            <a:xfrm>
              <a:off x="0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42" name="Text Box 22"/>
            <p:cNvSpPr txBox="1"/>
            <p:nvPr/>
          </p:nvSpPr>
          <p:spPr>
            <a:xfrm>
              <a:off x="408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4471" name="Group 23"/>
          <p:cNvGrpSpPr/>
          <p:nvPr/>
        </p:nvGrpSpPr>
        <p:grpSpPr>
          <a:xfrm>
            <a:off x="5292725" y="4941888"/>
            <a:ext cx="1008063" cy="519112"/>
            <a:chOff x="0" y="0"/>
            <a:chExt cx="635" cy="327"/>
          </a:xfrm>
        </p:grpSpPr>
        <p:sp>
          <p:nvSpPr>
            <p:cNvPr id="103439" name="Text Box 24"/>
            <p:cNvSpPr txBox="1"/>
            <p:nvPr/>
          </p:nvSpPr>
          <p:spPr>
            <a:xfrm>
              <a:off x="0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40" name="Text Box 25"/>
            <p:cNvSpPr txBox="1"/>
            <p:nvPr/>
          </p:nvSpPr>
          <p:spPr>
            <a:xfrm>
              <a:off x="408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4474" name="Group 26"/>
          <p:cNvGrpSpPr/>
          <p:nvPr/>
        </p:nvGrpSpPr>
        <p:grpSpPr>
          <a:xfrm>
            <a:off x="6659563" y="3357563"/>
            <a:ext cx="1081087" cy="519112"/>
            <a:chOff x="0" y="0"/>
            <a:chExt cx="681" cy="327"/>
          </a:xfrm>
        </p:grpSpPr>
        <p:sp>
          <p:nvSpPr>
            <p:cNvPr id="103437" name="Text Box 27"/>
            <p:cNvSpPr txBox="1"/>
            <p:nvPr/>
          </p:nvSpPr>
          <p:spPr>
            <a:xfrm>
              <a:off x="454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  <p:sp>
          <p:nvSpPr>
            <p:cNvPr id="103438" name="Text Box 28"/>
            <p:cNvSpPr txBox="1"/>
            <p:nvPr/>
          </p:nvSpPr>
          <p:spPr>
            <a:xfrm>
              <a:off x="0" y="0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algn="just" eaLnBrk="1" hangingPunct="1">
                <a:spcBef>
                  <a:spcPct val="50000"/>
                </a:spcBef>
                <a:buClr>
                  <a:schemeClr val="hlink"/>
                </a:buClr>
                <a:buFont typeface="Wingdings" panose="05000000000000000000" pitchFamily="2" charset="2"/>
              </a:pPr>
              <a:r>
                <a:rPr lang="en-US" altLang="zh-CN" sz="2800" b="0" dirty="0">
                  <a:latin typeface="Verdana" panose="020B0604030504040204" pitchFamily="34" charset="0"/>
                </a:rPr>
                <a:t>1</a:t>
              </a:r>
              <a:endParaRPr lang="en-US" altLang="zh-CN" sz="2800" b="0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5474" name="Group 2"/>
          <p:cNvGrpSpPr/>
          <p:nvPr/>
        </p:nvGrpSpPr>
        <p:grpSpPr>
          <a:xfrm>
            <a:off x="179388" y="908050"/>
            <a:ext cx="8785225" cy="5761038"/>
            <a:chOff x="0" y="0"/>
            <a:chExt cx="5160" cy="3440"/>
          </a:xfrm>
        </p:grpSpPr>
        <p:sp>
          <p:nvSpPr>
            <p:cNvPr id="105475" name="Rectangle 3"/>
            <p:cNvSpPr>
              <a:spLocks noChangeArrowheads="1"/>
            </p:cNvSpPr>
            <p:nvPr/>
          </p:nvSpPr>
          <p:spPr bwMode="auto">
            <a:xfrm>
              <a:off x="4128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76" name="Rectangle 4"/>
            <p:cNvSpPr>
              <a:spLocks noChangeArrowheads="1"/>
            </p:cNvSpPr>
            <p:nvPr/>
          </p:nvSpPr>
          <p:spPr bwMode="auto">
            <a:xfrm>
              <a:off x="4128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77" name="Rectangle 5"/>
            <p:cNvSpPr>
              <a:spLocks noChangeArrowheads="1"/>
            </p:cNvSpPr>
            <p:nvPr/>
          </p:nvSpPr>
          <p:spPr bwMode="auto">
            <a:xfrm>
              <a:off x="4128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78" name="Rectangle 6"/>
            <p:cNvSpPr>
              <a:spLocks noChangeArrowheads="1"/>
            </p:cNvSpPr>
            <p:nvPr/>
          </p:nvSpPr>
          <p:spPr bwMode="auto">
            <a:xfrm>
              <a:off x="4128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79" name="Rectangle 7"/>
            <p:cNvSpPr>
              <a:spLocks noChangeArrowheads="1"/>
            </p:cNvSpPr>
            <p:nvPr/>
          </p:nvSpPr>
          <p:spPr bwMode="auto">
            <a:xfrm>
              <a:off x="4128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0" name="Rectangle 8"/>
            <p:cNvSpPr>
              <a:spLocks noChangeArrowheads="1"/>
            </p:cNvSpPr>
            <p:nvPr/>
          </p:nvSpPr>
          <p:spPr bwMode="auto">
            <a:xfrm>
              <a:off x="4128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1" name="Rectangle 9"/>
            <p:cNvSpPr>
              <a:spLocks noChangeArrowheads="1"/>
            </p:cNvSpPr>
            <p:nvPr/>
          </p:nvSpPr>
          <p:spPr bwMode="auto">
            <a:xfrm>
              <a:off x="4128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2" name="Rectangle 10"/>
            <p:cNvSpPr>
              <a:spLocks noChangeArrowheads="1"/>
            </p:cNvSpPr>
            <p:nvPr/>
          </p:nvSpPr>
          <p:spPr bwMode="auto">
            <a:xfrm>
              <a:off x="4128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3" name="Rectangle 11"/>
            <p:cNvSpPr>
              <a:spLocks noChangeArrowheads="1"/>
            </p:cNvSpPr>
            <p:nvPr/>
          </p:nvSpPr>
          <p:spPr bwMode="auto">
            <a:xfrm>
              <a:off x="4128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   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4" name="Rectangle 12"/>
            <p:cNvSpPr>
              <a:spLocks noChangeArrowheads="1"/>
            </p:cNvSpPr>
            <p:nvPr/>
          </p:nvSpPr>
          <p:spPr bwMode="auto">
            <a:xfrm>
              <a:off x="3096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5" name="Rectangle 13"/>
            <p:cNvSpPr>
              <a:spLocks noChangeArrowheads="1"/>
            </p:cNvSpPr>
            <p:nvPr/>
          </p:nvSpPr>
          <p:spPr bwMode="auto">
            <a:xfrm>
              <a:off x="2064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1 1 1 1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6" name="Rectangle 14"/>
            <p:cNvSpPr>
              <a:spLocks noChangeArrowheads="1"/>
            </p:cNvSpPr>
            <p:nvPr/>
          </p:nvSpPr>
          <p:spPr bwMode="auto">
            <a:xfrm>
              <a:off x="1032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7" name="Rectangle 15"/>
            <p:cNvSpPr>
              <a:spLocks noChangeArrowheads="1"/>
            </p:cNvSpPr>
            <p:nvPr/>
          </p:nvSpPr>
          <p:spPr bwMode="auto">
            <a:xfrm>
              <a:off x="0" y="3058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0 1 1 1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8" name="Rectangle 16"/>
            <p:cNvSpPr>
              <a:spLocks noChangeArrowheads="1"/>
            </p:cNvSpPr>
            <p:nvPr/>
          </p:nvSpPr>
          <p:spPr bwMode="auto">
            <a:xfrm>
              <a:off x="3096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89" name="Rectangle 17"/>
            <p:cNvSpPr>
              <a:spLocks noChangeArrowheads="1"/>
            </p:cNvSpPr>
            <p:nvPr/>
          </p:nvSpPr>
          <p:spPr bwMode="auto">
            <a:xfrm>
              <a:off x="2064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1 1 1 0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0" name="Rectangle 18"/>
            <p:cNvSpPr>
              <a:spLocks noChangeArrowheads="1"/>
            </p:cNvSpPr>
            <p:nvPr/>
          </p:nvSpPr>
          <p:spPr bwMode="auto">
            <a:xfrm>
              <a:off x="1032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1" name="Rectangle 19"/>
            <p:cNvSpPr>
              <a:spLocks noChangeArrowheads="1"/>
            </p:cNvSpPr>
            <p:nvPr/>
          </p:nvSpPr>
          <p:spPr bwMode="auto">
            <a:xfrm>
              <a:off x="0" y="2676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0 1 1 0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2" name="Rectangle 20"/>
            <p:cNvSpPr>
              <a:spLocks noChangeArrowheads="1"/>
            </p:cNvSpPr>
            <p:nvPr/>
          </p:nvSpPr>
          <p:spPr bwMode="auto">
            <a:xfrm>
              <a:off x="3096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3" name="Rectangle 21"/>
            <p:cNvSpPr>
              <a:spLocks noChangeArrowheads="1"/>
            </p:cNvSpPr>
            <p:nvPr/>
          </p:nvSpPr>
          <p:spPr bwMode="auto">
            <a:xfrm>
              <a:off x="2064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1 1 0 1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4" name="Rectangle 22"/>
            <p:cNvSpPr>
              <a:spLocks noChangeArrowheads="1"/>
            </p:cNvSpPr>
            <p:nvPr/>
          </p:nvSpPr>
          <p:spPr bwMode="auto">
            <a:xfrm>
              <a:off x="1032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5" name="Rectangle 23"/>
            <p:cNvSpPr>
              <a:spLocks noChangeArrowheads="1"/>
            </p:cNvSpPr>
            <p:nvPr/>
          </p:nvSpPr>
          <p:spPr bwMode="auto">
            <a:xfrm>
              <a:off x="0" y="2293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0 1 0 1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6" name="Rectangle 24"/>
            <p:cNvSpPr>
              <a:spLocks noChangeArrowheads="1"/>
            </p:cNvSpPr>
            <p:nvPr/>
          </p:nvSpPr>
          <p:spPr bwMode="auto">
            <a:xfrm>
              <a:off x="3096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7" name="Rectangle 25"/>
            <p:cNvSpPr>
              <a:spLocks noChangeArrowheads="1"/>
            </p:cNvSpPr>
            <p:nvPr/>
          </p:nvSpPr>
          <p:spPr bwMode="auto">
            <a:xfrm>
              <a:off x="2064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1 1 0 0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8" name="Rectangle 26"/>
            <p:cNvSpPr>
              <a:spLocks noChangeArrowheads="1"/>
            </p:cNvSpPr>
            <p:nvPr/>
          </p:nvSpPr>
          <p:spPr bwMode="auto">
            <a:xfrm>
              <a:off x="1032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99" name="Rectangle 27"/>
            <p:cNvSpPr>
              <a:spLocks noChangeArrowheads="1"/>
            </p:cNvSpPr>
            <p:nvPr/>
          </p:nvSpPr>
          <p:spPr bwMode="auto">
            <a:xfrm>
              <a:off x="0" y="1911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0 1 0 0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0" name="Rectangle 28"/>
            <p:cNvSpPr>
              <a:spLocks noChangeArrowheads="1"/>
            </p:cNvSpPr>
            <p:nvPr/>
          </p:nvSpPr>
          <p:spPr bwMode="auto">
            <a:xfrm>
              <a:off x="3096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1" name="Rectangle 29"/>
            <p:cNvSpPr>
              <a:spLocks noChangeArrowheads="1"/>
            </p:cNvSpPr>
            <p:nvPr/>
          </p:nvSpPr>
          <p:spPr bwMode="auto">
            <a:xfrm>
              <a:off x="2064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1 0 1 1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2" name="Rectangle 30"/>
            <p:cNvSpPr>
              <a:spLocks noChangeArrowheads="1"/>
            </p:cNvSpPr>
            <p:nvPr/>
          </p:nvSpPr>
          <p:spPr bwMode="auto">
            <a:xfrm>
              <a:off x="1032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3" name="Rectangle 31"/>
            <p:cNvSpPr>
              <a:spLocks noChangeArrowheads="1"/>
            </p:cNvSpPr>
            <p:nvPr/>
          </p:nvSpPr>
          <p:spPr bwMode="auto">
            <a:xfrm>
              <a:off x="0" y="1529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0 0 1 1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4" name="Rectangle 32"/>
            <p:cNvSpPr>
              <a:spLocks noChangeArrowheads="1"/>
            </p:cNvSpPr>
            <p:nvPr/>
          </p:nvSpPr>
          <p:spPr bwMode="auto">
            <a:xfrm>
              <a:off x="3096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5" name="Rectangle 33"/>
            <p:cNvSpPr>
              <a:spLocks noChangeArrowheads="1"/>
            </p:cNvSpPr>
            <p:nvPr/>
          </p:nvSpPr>
          <p:spPr bwMode="auto">
            <a:xfrm>
              <a:off x="2064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1 0 1 0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6" name="Rectangle 34"/>
            <p:cNvSpPr>
              <a:spLocks noChangeArrowheads="1"/>
            </p:cNvSpPr>
            <p:nvPr/>
          </p:nvSpPr>
          <p:spPr bwMode="auto">
            <a:xfrm>
              <a:off x="1032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7" name="Rectangle 35"/>
            <p:cNvSpPr>
              <a:spLocks noChangeArrowheads="1"/>
            </p:cNvSpPr>
            <p:nvPr/>
          </p:nvSpPr>
          <p:spPr bwMode="auto">
            <a:xfrm>
              <a:off x="0" y="1147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0 0 1 0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8" name="Rectangle 36"/>
            <p:cNvSpPr>
              <a:spLocks noChangeArrowheads="1"/>
            </p:cNvSpPr>
            <p:nvPr/>
          </p:nvSpPr>
          <p:spPr bwMode="auto">
            <a:xfrm>
              <a:off x="3096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09" name="Rectangle 37"/>
            <p:cNvSpPr>
              <a:spLocks noChangeArrowheads="1"/>
            </p:cNvSpPr>
            <p:nvPr/>
          </p:nvSpPr>
          <p:spPr bwMode="auto">
            <a:xfrm>
              <a:off x="2064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1 0 0 1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0" name="Rectangle 38"/>
            <p:cNvSpPr>
              <a:spLocks noChangeArrowheads="1"/>
            </p:cNvSpPr>
            <p:nvPr/>
          </p:nvSpPr>
          <p:spPr bwMode="auto">
            <a:xfrm>
              <a:off x="1032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1" name="Rectangle 39"/>
            <p:cNvSpPr>
              <a:spLocks noChangeArrowheads="1"/>
            </p:cNvSpPr>
            <p:nvPr/>
          </p:nvSpPr>
          <p:spPr bwMode="auto">
            <a:xfrm>
              <a:off x="0" y="764"/>
              <a:ext cx="1032" cy="38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0 0 0 1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2" name="Rectangle 40"/>
            <p:cNvSpPr>
              <a:spLocks noChangeArrowheads="1"/>
            </p:cNvSpPr>
            <p:nvPr/>
          </p:nvSpPr>
          <p:spPr bwMode="auto">
            <a:xfrm>
              <a:off x="3096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3" name="Rectangle 41"/>
            <p:cNvSpPr>
              <a:spLocks noChangeArrowheads="1"/>
            </p:cNvSpPr>
            <p:nvPr/>
          </p:nvSpPr>
          <p:spPr bwMode="auto">
            <a:xfrm>
              <a:off x="2064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1 0 0 0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4" name="Rectangle 42"/>
            <p:cNvSpPr>
              <a:spLocks noChangeArrowheads="1"/>
            </p:cNvSpPr>
            <p:nvPr/>
          </p:nvSpPr>
          <p:spPr bwMode="auto">
            <a:xfrm>
              <a:off x="1032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5" name="Rectangle 43"/>
            <p:cNvSpPr>
              <a:spLocks noChangeArrowheads="1"/>
            </p:cNvSpPr>
            <p:nvPr/>
          </p:nvSpPr>
          <p:spPr bwMode="auto">
            <a:xfrm>
              <a:off x="0" y="382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0 0 0 0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6" name="Rectangle 44"/>
            <p:cNvSpPr>
              <a:spLocks noChangeArrowheads="1"/>
            </p:cNvSpPr>
            <p:nvPr/>
          </p:nvSpPr>
          <p:spPr bwMode="auto">
            <a:xfrm>
              <a:off x="3096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Y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7" name="Rectangle 45"/>
            <p:cNvSpPr>
              <a:spLocks noChangeArrowheads="1"/>
            </p:cNvSpPr>
            <p:nvPr/>
          </p:nvSpPr>
          <p:spPr bwMode="auto">
            <a:xfrm>
              <a:off x="2064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 A B C D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8" name="Rectangle 46"/>
            <p:cNvSpPr>
              <a:spLocks noChangeArrowheads="1"/>
            </p:cNvSpPr>
            <p:nvPr/>
          </p:nvSpPr>
          <p:spPr bwMode="auto">
            <a:xfrm>
              <a:off x="1032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Y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19" name="Rectangle 47"/>
            <p:cNvSpPr>
              <a:spLocks noChangeArrowheads="1"/>
            </p:cNvSpPr>
            <p:nvPr/>
          </p:nvSpPr>
          <p:spPr bwMode="auto">
            <a:xfrm>
              <a:off x="0" y="0"/>
              <a:ext cx="1032" cy="38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</p:spPr>
          <p:txBody>
            <a:bodyPr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Font typeface="Wingdings" panose="05000000000000000000" pitchFamily="2" charset="2"/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spcBef>
                  <a:spcPct val="20000"/>
                </a:spcBef>
                <a:buFont typeface="Wingdings" panose="05000000000000000000" pitchFamily="2" charset="2"/>
                <a:buChar char="–"/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Blip>
                  <a:blip r:embed="rId1"/>
                </a:buBlip>
                <a:defRPr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 A B C D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508" name="Line 48"/>
            <p:cNvSpPr/>
            <p:nvPr/>
          </p:nvSpPr>
          <p:spPr>
            <a:xfrm>
              <a:off x="0" y="0"/>
              <a:ext cx="51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09" name="Line 49"/>
            <p:cNvSpPr/>
            <p:nvPr/>
          </p:nvSpPr>
          <p:spPr>
            <a:xfrm>
              <a:off x="0" y="382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0" name="Line 50"/>
            <p:cNvSpPr/>
            <p:nvPr/>
          </p:nvSpPr>
          <p:spPr>
            <a:xfrm>
              <a:off x="0" y="764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1" name="Line 51"/>
            <p:cNvSpPr/>
            <p:nvPr/>
          </p:nvSpPr>
          <p:spPr>
            <a:xfrm>
              <a:off x="0" y="1147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2" name="Line 52"/>
            <p:cNvSpPr/>
            <p:nvPr/>
          </p:nvSpPr>
          <p:spPr>
            <a:xfrm>
              <a:off x="0" y="1529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3" name="Line 53"/>
            <p:cNvSpPr/>
            <p:nvPr/>
          </p:nvSpPr>
          <p:spPr>
            <a:xfrm>
              <a:off x="0" y="1911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4" name="Line 54"/>
            <p:cNvSpPr/>
            <p:nvPr/>
          </p:nvSpPr>
          <p:spPr>
            <a:xfrm>
              <a:off x="0" y="2293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5" name="Line 55"/>
            <p:cNvSpPr/>
            <p:nvPr/>
          </p:nvSpPr>
          <p:spPr>
            <a:xfrm>
              <a:off x="0" y="2676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6" name="Line 56"/>
            <p:cNvSpPr/>
            <p:nvPr/>
          </p:nvSpPr>
          <p:spPr>
            <a:xfrm>
              <a:off x="0" y="3058"/>
              <a:ext cx="51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7" name="Line 57"/>
            <p:cNvSpPr/>
            <p:nvPr/>
          </p:nvSpPr>
          <p:spPr>
            <a:xfrm>
              <a:off x="0" y="3440"/>
              <a:ext cx="51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8" name="Line 58"/>
            <p:cNvSpPr/>
            <p:nvPr/>
          </p:nvSpPr>
          <p:spPr>
            <a:xfrm>
              <a:off x="0" y="0"/>
              <a:ext cx="0" cy="34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19" name="Line 59"/>
            <p:cNvSpPr/>
            <p:nvPr/>
          </p:nvSpPr>
          <p:spPr>
            <a:xfrm>
              <a:off x="1032" y="0"/>
              <a:ext cx="0" cy="34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20" name="Line 60"/>
            <p:cNvSpPr/>
            <p:nvPr/>
          </p:nvSpPr>
          <p:spPr>
            <a:xfrm>
              <a:off x="2064" y="0"/>
              <a:ext cx="0" cy="34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21" name="Line 61"/>
            <p:cNvSpPr/>
            <p:nvPr/>
          </p:nvSpPr>
          <p:spPr>
            <a:xfrm>
              <a:off x="3096" y="0"/>
              <a:ext cx="0" cy="34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22" name="Line 62"/>
            <p:cNvSpPr/>
            <p:nvPr/>
          </p:nvSpPr>
          <p:spPr>
            <a:xfrm>
              <a:off x="5160" y="0"/>
              <a:ext cx="0" cy="34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23" name="Line 63"/>
            <p:cNvSpPr/>
            <p:nvPr/>
          </p:nvSpPr>
          <p:spPr>
            <a:xfrm>
              <a:off x="4128" y="0"/>
              <a:ext cx="0" cy="34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5536" name="AutoShape 64"/>
          <p:cNvSpPr/>
          <p:nvPr/>
        </p:nvSpPr>
        <p:spPr>
          <a:xfrm>
            <a:off x="3203575" y="3141663"/>
            <a:ext cx="3744913" cy="1439862"/>
          </a:xfrm>
          <a:prstGeom prst="wedgeRoundRectCallout">
            <a:avLst>
              <a:gd name="adj1" fmla="val -55171"/>
              <a:gd name="adj2" fmla="val -95093"/>
              <a:gd name="adj3" fmla="val 16667"/>
            </a:avLst>
          </a:prstGeom>
          <a:solidFill>
            <a:srgbClr val="99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1" hangingPunct="1"/>
            <a:r>
              <a:rPr lang="zh-CN" altLang="en-US" sz="2800" dirty="0">
                <a:latin typeface="Verdana" panose="020B0604030504040204" pitchFamily="34" charset="0"/>
              </a:rPr>
              <a:t>找出真值表中使逻辑函数</a:t>
            </a:r>
            <a:r>
              <a:rPr lang="en-US" altLang="zh-CN" sz="2800" dirty="0">
                <a:latin typeface="Verdana" panose="020B0604030504040204" pitchFamily="34" charset="0"/>
              </a:rPr>
              <a:t>Y=1</a:t>
            </a:r>
            <a:r>
              <a:rPr lang="zh-CN" altLang="en-US" sz="2800" dirty="0">
                <a:latin typeface="Verdana" panose="020B0604030504040204" pitchFamily="34" charset="0"/>
              </a:rPr>
              <a:t>的那些输入变量取值的组合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104452" name="Text Box 65"/>
          <p:cNvSpPr txBox="1"/>
          <p:nvPr/>
        </p:nvSpPr>
        <p:spPr>
          <a:xfrm>
            <a:off x="395288" y="260350"/>
            <a:ext cx="83534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just" eaLnBrk="1" hangingPunct="1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800" b="0" dirty="0">
                <a:latin typeface="Verdana" panose="020B0604030504040204" pitchFamily="34" charset="0"/>
              </a:rPr>
              <a:t>P59</a:t>
            </a:r>
            <a:r>
              <a:rPr lang="zh-CN" altLang="en-US" sz="2800" b="0" dirty="0">
                <a:latin typeface="Verdana" panose="020B0604030504040204" pitchFamily="34" charset="0"/>
              </a:rPr>
              <a:t>表</a:t>
            </a:r>
            <a:r>
              <a:rPr lang="en-US" altLang="zh-CN" sz="2800" b="0" dirty="0">
                <a:latin typeface="Verdana" panose="020B0604030504040204" pitchFamily="34" charset="0"/>
              </a:rPr>
              <a:t>P2.3</a:t>
            </a:r>
            <a:r>
              <a:rPr lang="zh-CN" altLang="en-US" sz="2800" b="0" dirty="0">
                <a:latin typeface="Verdana" panose="020B0604030504040204" pitchFamily="34" charset="0"/>
              </a:rPr>
              <a:t>（</a:t>
            </a:r>
            <a:r>
              <a:rPr lang="en-US" altLang="zh-CN" sz="2800" b="0" dirty="0">
                <a:latin typeface="Verdana" panose="020B0604030504040204" pitchFamily="34" charset="0"/>
              </a:rPr>
              <a:t>b</a:t>
            </a:r>
            <a:r>
              <a:rPr lang="zh-CN" altLang="en-US" sz="2800" b="0" dirty="0">
                <a:latin typeface="Verdana" panose="020B0604030504040204" pitchFamily="34" charset="0"/>
              </a:rPr>
              <a:t>）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105538" name="Text Box 66"/>
          <p:cNvSpPr txBox="1">
            <a:spLocks noChangeArrowheads="1"/>
          </p:cNvSpPr>
          <p:nvPr/>
        </p:nvSpPr>
        <p:spPr bwMode="auto">
          <a:xfrm>
            <a:off x="7308850" y="981075"/>
            <a:ext cx="2016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D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39" name="Text Box 67"/>
          <p:cNvSpPr txBox="1">
            <a:spLocks noChangeArrowheads="1"/>
          </p:cNvSpPr>
          <p:nvPr/>
        </p:nvSpPr>
        <p:spPr bwMode="auto">
          <a:xfrm>
            <a:off x="7308850" y="1628775"/>
            <a:ext cx="2016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CD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endParaRPr kumimoji="0" lang="en-US" altLang="zh-CN" sz="2400" b="1" i="0" u="none" strike="noStrike" kern="1200" cap="none" spc="0" normalizeH="0" baseline="30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40" name="Text Box 68"/>
          <p:cNvSpPr txBox="1">
            <a:spLocks noChangeArrowheads="1"/>
          </p:cNvSpPr>
          <p:nvPr/>
        </p:nvSpPr>
        <p:spPr bwMode="auto">
          <a:xfrm>
            <a:off x="7308850" y="2276475"/>
            <a:ext cx="2016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BC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endParaRPr kumimoji="0" lang="en-US" altLang="zh-CN" sz="2400" b="1" i="0" u="none" strike="noStrike" kern="1200" cap="none" spc="0" normalizeH="0" baseline="30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41" name="Text Box 69"/>
          <p:cNvSpPr txBox="1">
            <a:spLocks noChangeArrowheads="1"/>
          </p:cNvSpPr>
          <p:nvPr/>
        </p:nvSpPr>
        <p:spPr bwMode="auto">
          <a:xfrm>
            <a:off x="7308850" y="2924175"/>
            <a:ext cx="2016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BCD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42" name="Text Box 70"/>
          <p:cNvSpPr txBox="1">
            <a:spLocks noChangeArrowheads="1"/>
          </p:cNvSpPr>
          <p:nvPr/>
        </p:nvSpPr>
        <p:spPr bwMode="auto">
          <a:xfrm>
            <a:off x="7308850" y="3573463"/>
            <a:ext cx="2016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endParaRPr kumimoji="0" lang="en-US" altLang="zh-CN" sz="2400" b="1" i="0" u="none" strike="noStrike" kern="1200" cap="none" spc="0" normalizeH="0" baseline="30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43" name="Text Box 71"/>
          <p:cNvSpPr txBox="1">
            <a:spLocks noChangeArrowheads="1"/>
          </p:cNvSpPr>
          <p:nvPr/>
        </p:nvSpPr>
        <p:spPr bwMode="auto">
          <a:xfrm>
            <a:off x="7308850" y="4221163"/>
            <a:ext cx="2016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AB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CD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44" name="Text Box 72"/>
          <p:cNvSpPr txBox="1">
            <a:spLocks noChangeArrowheads="1"/>
          </p:cNvSpPr>
          <p:nvPr/>
        </p:nvSpPr>
        <p:spPr bwMode="auto">
          <a:xfrm>
            <a:off x="7308850" y="4868863"/>
            <a:ext cx="2016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ABC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D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45" name="Text Box 73"/>
          <p:cNvSpPr txBox="1">
            <a:spLocks noChangeArrowheads="1"/>
          </p:cNvSpPr>
          <p:nvPr/>
        </p:nvSpPr>
        <p:spPr bwMode="auto">
          <a:xfrm>
            <a:off x="7308850" y="5516563"/>
            <a:ext cx="2016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ABCD</a:t>
            </a:r>
            <a:r>
              <a:rPr kumimoji="0" lang="en-US" altLang="zh-CN" sz="2400" b="1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′</a:t>
            </a:r>
            <a:endParaRPr kumimoji="0" lang="en-US" altLang="zh-CN" sz="2400" b="1" i="0" u="none" strike="noStrike" kern="1200" cap="none" spc="0" normalizeH="0" baseline="30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461" name="Text Box 74"/>
          <p:cNvSpPr txBox="1"/>
          <p:nvPr/>
        </p:nvSpPr>
        <p:spPr>
          <a:xfrm>
            <a:off x="3059113" y="260350"/>
            <a:ext cx="59055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just" eaLnBrk="1" hangingPunct="1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zh-CN" altLang="zh-CN" sz="2800" b="0" dirty="0">
              <a:latin typeface="Verdana" panose="020B0604030504040204" pitchFamily="34" charset="0"/>
            </a:endParaRPr>
          </a:p>
        </p:txBody>
      </p:sp>
      <p:graphicFrame>
        <p:nvGraphicFramePr>
          <p:cNvPr id="105547" name="Object 75"/>
          <p:cNvGraphicFramePr>
            <a:graphicFrameLocks noGrp="1" noChangeAspect="1"/>
          </p:cNvGraphicFramePr>
          <p:nvPr>
            <p:ph/>
          </p:nvPr>
        </p:nvGraphicFramePr>
        <p:xfrm>
          <a:off x="3563938" y="0"/>
          <a:ext cx="51117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2" imgW="1536065" imgH="254000" progId="Equation.3">
                  <p:embed/>
                </p:oleObj>
              </mc:Choice>
              <mc:Fallback>
                <p:oleObj name="" r:id="rId2" imgW="1536065" imgH="2540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63938" y="0"/>
                        <a:ext cx="511175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05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5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36" grpId="0" animBg="1"/>
      <p:bldP spid="105536" grpId="1" animBg="1"/>
      <p:bldP spid="105538" grpId="0"/>
      <p:bldP spid="105539" grpId="0"/>
      <p:bldP spid="105540" grpId="0"/>
      <p:bldP spid="105541" grpId="0"/>
      <p:bldP spid="105542" grpId="0"/>
      <p:bldP spid="105543" grpId="0"/>
      <p:bldP spid="105544" grpId="0"/>
      <p:bldP spid="10554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6498" name="Group 2"/>
          <p:cNvGrpSpPr/>
          <p:nvPr/>
        </p:nvGrpSpPr>
        <p:grpSpPr>
          <a:xfrm>
            <a:off x="3851275" y="1700213"/>
            <a:ext cx="2184400" cy="4662487"/>
            <a:chOff x="0" y="0"/>
            <a:chExt cx="1376" cy="2937"/>
          </a:xfrm>
        </p:grpSpPr>
        <p:sp>
          <p:nvSpPr>
            <p:cNvPr id="105498" name="Text Box 3"/>
            <p:cNvSpPr txBox="1"/>
            <p:nvPr/>
          </p:nvSpPr>
          <p:spPr>
            <a:xfrm>
              <a:off x="0" y="0"/>
              <a:ext cx="1376" cy="29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  B   C  D     Y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</a:rPr>
                <a:t>0    0     0    0  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0    0     0    1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0    0     1    0   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0    0     1    1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0    1     0    0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0    1     0    1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0    1     1    0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0    1     1    1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99" name="Line 4"/>
            <p:cNvSpPr/>
            <p:nvPr/>
          </p:nvSpPr>
          <p:spPr>
            <a:xfrm>
              <a:off x="0" y="317"/>
              <a:ext cx="1364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00" name="Line 5"/>
            <p:cNvSpPr/>
            <p:nvPr/>
          </p:nvSpPr>
          <p:spPr>
            <a:xfrm>
              <a:off x="1089" y="45"/>
              <a:ext cx="0" cy="258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6502" name="Group 6"/>
          <p:cNvGrpSpPr/>
          <p:nvPr/>
        </p:nvGrpSpPr>
        <p:grpSpPr>
          <a:xfrm>
            <a:off x="6443663" y="1700213"/>
            <a:ext cx="2184400" cy="4205287"/>
            <a:chOff x="0" y="0"/>
            <a:chExt cx="1376" cy="2649"/>
          </a:xfrm>
        </p:grpSpPr>
        <p:sp>
          <p:nvSpPr>
            <p:cNvPr id="105495" name="Text Box 7"/>
            <p:cNvSpPr txBox="1"/>
            <p:nvPr/>
          </p:nvSpPr>
          <p:spPr>
            <a:xfrm>
              <a:off x="0" y="0"/>
              <a:ext cx="1376" cy="26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  B   C  D     Y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</a:rPr>
                <a:t>1    0     0    0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1    0     0    1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1    0     1    0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1    0     1    1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1    1     0    0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1    1     0    1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1    1     1    0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1    1     1    1 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96" name="Line 8"/>
            <p:cNvSpPr/>
            <p:nvPr/>
          </p:nvSpPr>
          <p:spPr>
            <a:xfrm>
              <a:off x="1089" y="46"/>
              <a:ext cx="0" cy="258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97" name="Line 9"/>
            <p:cNvSpPr/>
            <p:nvPr/>
          </p:nvSpPr>
          <p:spPr>
            <a:xfrm>
              <a:off x="0" y="318"/>
              <a:ext cx="1364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5476" name="Text Box 10"/>
          <p:cNvSpPr txBox="1"/>
          <p:nvPr/>
        </p:nvSpPr>
        <p:spPr>
          <a:xfrm>
            <a:off x="539750" y="188913"/>
            <a:ext cx="7200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P60</a:t>
            </a:r>
            <a:r>
              <a:rPr lang="zh-CN" altLang="en-US" sz="2800" b="0" dirty="0">
                <a:latin typeface="Times New Roman" panose="02020603050405020304" pitchFamily="18" charset="0"/>
              </a:rPr>
              <a:t>题</a:t>
            </a:r>
            <a:r>
              <a:rPr lang="en-US" altLang="zh-CN" sz="2800" b="0" dirty="0">
                <a:latin typeface="Times New Roman" panose="02020603050405020304" pitchFamily="18" charset="0"/>
              </a:rPr>
              <a:t>2.5</a:t>
            </a:r>
            <a:r>
              <a:rPr lang="zh-CN" altLang="en-US" sz="2800" b="0" dirty="0">
                <a:latin typeface="Times New Roman" panose="02020603050405020304" pitchFamily="18" charset="0"/>
              </a:rPr>
              <a:t>（</a:t>
            </a:r>
            <a:r>
              <a:rPr lang="en-US" altLang="zh-CN" sz="2800" b="0" dirty="0">
                <a:latin typeface="Times New Roman" panose="02020603050405020304" pitchFamily="18" charset="0"/>
              </a:rPr>
              <a:t>2</a:t>
            </a:r>
            <a:r>
              <a:rPr lang="zh-CN" altLang="en-US" sz="2800" b="0" dirty="0">
                <a:latin typeface="Times New Roman" panose="02020603050405020304" pitchFamily="18" charset="0"/>
              </a:rPr>
              <a:t>）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6507" name="Object 11"/>
          <p:cNvGraphicFramePr>
            <a:graphicFrameLocks noGrp="1" noChangeAspect="1"/>
          </p:cNvGraphicFramePr>
          <p:nvPr>
            <p:ph/>
          </p:nvPr>
        </p:nvGraphicFramePr>
        <p:xfrm>
          <a:off x="3203575" y="260350"/>
          <a:ext cx="49688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1" imgW="1752600" imgH="190500" progId="Equation.3">
                  <p:embed/>
                </p:oleObj>
              </mc:Choice>
              <mc:Fallback>
                <p:oleObj name="" r:id="rId1" imgW="1752600" imgH="1905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3575" y="260350"/>
                        <a:ext cx="49688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8" name="Text Box 12"/>
          <p:cNvSpPr txBox="1"/>
          <p:nvPr/>
        </p:nvSpPr>
        <p:spPr>
          <a:xfrm>
            <a:off x="5724525" y="3213100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6509" name="Text Box 13"/>
          <p:cNvSpPr txBox="1"/>
          <p:nvPr/>
        </p:nvSpPr>
        <p:spPr>
          <a:xfrm>
            <a:off x="8316913" y="5516563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6510" name="Text Box 14"/>
          <p:cNvSpPr txBox="1"/>
          <p:nvPr/>
        </p:nvSpPr>
        <p:spPr>
          <a:xfrm>
            <a:off x="8316913" y="4581525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6511" name="Text Box 15"/>
          <p:cNvSpPr txBox="1"/>
          <p:nvPr/>
        </p:nvSpPr>
        <p:spPr>
          <a:xfrm>
            <a:off x="8316913" y="3644900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6512" name="Text Box 16"/>
          <p:cNvSpPr txBox="1"/>
          <p:nvPr/>
        </p:nvSpPr>
        <p:spPr>
          <a:xfrm>
            <a:off x="8316913" y="2781300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6513" name="Text Box 17"/>
          <p:cNvSpPr txBox="1"/>
          <p:nvPr/>
        </p:nvSpPr>
        <p:spPr>
          <a:xfrm>
            <a:off x="5724525" y="2781300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6514" name="Text Box 18"/>
          <p:cNvSpPr txBox="1"/>
          <p:nvPr/>
        </p:nvSpPr>
        <p:spPr>
          <a:xfrm>
            <a:off x="5724525" y="5516563"/>
            <a:ext cx="288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06515" name="Group 19"/>
          <p:cNvGrpSpPr/>
          <p:nvPr/>
        </p:nvGrpSpPr>
        <p:grpSpPr>
          <a:xfrm>
            <a:off x="5724525" y="2276475"/>
            <a:ext cx="2881313" cy="3205163"/>
            <a:chOff x="0" y="0"/>
            <a:chExt cx="1815" cy="2019"/>
          </a:xfrm>
        </p:grpSpPr>
        <p:sp>
          <p:nvSpPr>
            <p:cNvPr id="105486" name="Text Box 20"/>
            <p:cNvSpPr txBox="1"/>
            <p:nvPr/>
          </p:nvSpPr>
          <p:spPr>
            <a:xfrm>
              <a:off x="0" y="0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87" name="Text Box 21"/>
            <p:cNvSpPr txBox="1"/>
            <p:nvPr/>
          </p:nvSpPr>
          <p:spPr>
            <a:xfrm>
              <a:off x="0" y="1180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88" name="Text Box 22"/>
            <p:cNvSpPr txBox="1"/>
            <p:nvPr/>
          </p:nvSpPr>
          <p:spPr>
            <a:xfrm>
              <a:off x="0" y="1452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89" name="Text Box 23"/>
            <p:cNvSpPr txBox="1"/>
            <p:nvPr/>
          </p:nvSpPr>
          <p:spPr>
            <a:xfrm>
              <a:off x="0" y="1724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90" name="Text Box 24"/>
            <p:cNvSpPr txBox="1"/>
            <p:nvPr/>
          </p:nvSpPr>
          <p:spPr>
            <a:xfrm>
              <a:off x="1633" y="0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91" name="Text Box 25"/>
            <p:cNvSpPr txBox="1"/>
            <p:nvPr/>
          </p:nvSpPr>
          <p:spPr>
            <a:xfrm>
              <a:off x="1633" y="590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92" name="Text Box 26"/>
            <p:cNvSpPr txBox="1"/>
            <p:nvPr/>
          </p:nvSpPr>
          <p:spPr>
            <a:xfrm>
              <a:off x="1633" y="1180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93" name="Text Box 27"/>
            <p:cNvSpPr txBox="1"/>
            <p:nvPr/>
          </p:nvSpPr>
          <p:spPr>
            <a:xfrm>
              <a:off x="1633" y="1769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5494" name="Text Box 28"/>
            <p:cNvSpPr txBox="1"/>
            <p:nvPr/>
          </p:nvSpPr>
          <p:spPr>
            <a:xfrm>
              <a:off x="0" y="862"/>
              <a:ext cx="1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0" dur="2000" fill="hold"/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8" grpId="0"/>
      <p:bldP spid="106509" grpId="0"/>
      <p:bldP spid="106509" grpId="1"/>
      <p:bldP spid="106510" grpId="0"/>
      <p:bldP spid="106511" grpId="0"/>
      <p:bldP spid="106512" grpId="0"/>
      <p:bldP spid="106512" grpId="1"/>
      <p:bldP spid="106513" grpId="0"/>
      <p:bldP spid="106514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649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">
            <a:off x="-1587" y="-258762"/>
            <a:ext cx="9324975" cy="727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52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-228600" y="-279400"/>
            <a:ext cx="9575800" cy="7378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76885"/>
            <a:ext cx="9033510" cy="4695825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320" y="548640"/>
            <a:ext cx="9164320" cy="37414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3235"/>
            <a:ext cx="912749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" y="0"/>
            <a:ext cx="9189720" cy="3200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3200400"/>
            <a:ext cx="9177655" cy="2181225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188595"/>
            <a:ext cx="907669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621030"/>
            <a:ext cx="910272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830" y="405130"/>
            <a:ext cx="9107805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"/>
            <a:ext cx="905764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955" y="-27305"/>
            <a:ext cx="9164955" cy="54959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55" y="5589270"/>
            <a:ext cx="9159240" cy="873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petition">
  <a:themeElements>
    <a:clrScheme name="Competition 8">
      <a:dk1>
        <a:srgbClr val="000000"/>
      </a:dk1>
      <a:lt1>
        <a:srgbClr val="FFFFFF"/>
      </a:lt1>
      <a:dk2>
        <a:srgbClr val="000000"/>
      </a:dk2>
      <a:lt2>
        <a:srgbClr val="CDCDCD"/>
      </a:lt2>
      <a:accent1>
        <a:srgbClr val="CDD9F7"/>
      </a:accent1>
      <a:accent2>
        <a:srgbClr val="99FF33"/>
      </a:accent2>
      <a:accent3>
        <a:srgbClr val="FFFFFF"/>
      </a:accent3>
      <a:accent4>
        <a:srgbClr val="000000"/>
      </a:accent4>
      <a:accent5>
        <a:srgbClr val="E3E9FA"/>
      </a:accent5>
      <a:accent6>
        <a:srgbClr val="8AE72D"/>
      </a:accent6>
      <a:hlink>
        <a:srgbClr val="0033CC"/>
      </a:hlink>
      <a:folHlink>
        <a:srgbClr val="669900"/>
      </a:folHlink>
    </a:clrScheme>
    <a:fontScheme name="Competition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mpetition">
  <a:themeElements>
    <a:clrScheme name="Competition 8">
      <a:dk1>
        <a:srgbClr val="000000"/>
      </a:dk1>
      <a:lt1>
        <a:srgbClr val="FFFFFF"/>
      </a:lt1>
      <a:dk2>
        <a:srgbClr val="000000"/>
      </a:dk2>
      <a:lt2>
        <a:srgbClr val="CDCDCD"/>
      </a:lt2>
      <a:accent1>
        <a:srgbClr val="CDD9F7"/>
      </a:accent1>
      <a:accent2>
        <a:srgbClr val="99FF33"/>
      </a:accent2>
      <a:accent3>
        <a:srgbClr val="FFFFFF"/>
      </a:accent3>
      <a:accent4>
        <a:srgbClr val="000000"/>
      </a:accent4>
      <a:accent5>
        <a:srgbClr val="E3E9FA"/>
      </a:accent5>
      <a:accent6>
        <a:srgbClr val="8AE72D"/>
      </a:accent6>
      <a:hlink>
        <a:srgbClr val="0033CC"/>
      </a:hlink>
      <a:folHlink>
        <a:srgbClr val="669900"/>
      </a:folHlink>
    </a:clrScheme>
    <a:fontScheme name="Competition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ompetition">
  <a:themeElements>
    <a:clrScheme name="Competition 8">
      <a:dk1>
        <a:srgbClr val="000000"/>
      </a:dk1>
      <a:lt1>
        <a:srgbClr val="FFFFFF"/>
      </a:lt1>
      <a:dk2>
        <a:srgbClr val="000000"/>
      </a:dk2>
      <a:lt2>
        <a:srgbClr val="CDCDCD"/>
      </a:lt2>
      <a:accent1>
        <a:srgbClr val="CDD9F7"/>
      </a:accent1>
      <a:accent2>
        <a:srgbClr val="99FF33"/>
      </a:accent2>
      <a:accent3>
        <a:srgbClr val="FFFFFF"/>
      </a:accent3>
      <a:accent4>
        <a:srgbClr val="000000"/>
      </a:accent4>
      <a:accent5>
        <a:srgbClr val="E3E9FA"/>
      </a:accent5>
      <a:accent6>
        <a:srgbClr val="8AE72D"/>
      </a:accent6>
      <a:hlink>
        <a:srgbClr val="0033CC"/>
      </a:hlink>
      <a:folHlink>
        <a:srgbClr val="669900"/>
      </a:folHlink>
    </a:clrScheme>
    <a:fontScheme name="Competition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ompetition">
  <a:themeElements>
    <a:clrScheme name="Competition 8">
      <a:dk1>
        <a:srgbClr val="000000"/>
      </a:dk1>
      <a:lt1>
        <a:srgbClr val="FFFFFF"/>
      </a:lt1>
      <a:dk2>
        <a:srgbClr val="000000"/>
      </a:dk2>
      <a:lt2>
        <a:srgbClr val="CDCDCD"/>
      </a:lt2>
      <a:accent1>
        <a:srgbClr val="CDD9F7"/>
      </a:accent1>
      <a:accent2>
        <a:srgbClr val="99FF33"/>
      </a:accent2>
      <a:accent3>
        <a:srgbClr val="FFFFFF"/>
      </a:accent3>
      <a:accent4>
        <a:srgbClr val="000000"/>
      </a:accent4>
      <a:accent5>
        <a:srgbClr val="E3E9FA"/>
      </a:accent5>
      <a:accent6>
        <a:srgbClr val="8AE72D"/>
      </a:accent6>
      <a:hlink>
        <a:srgbClr val="0033CC"/>
      </a:hlink>
      <a:folHlink>
        <a:srgbClr val="669900"/>
      </a:folHlink>
    </a:clrScheme>
    <a:fontScheme name="Competition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Competition">
  <a:themeElements>
    <a:clrScheme name="Competition 8">
      <a:dk1>
        <a:srgbClr val="000000"/>
      </a:dk1>
      <a:lt1>
        <a:srgbClr val="FFFFFF"/>
      </a:lt1>
      <a:dk2>
        <a:srgbClr val="000000"/>
      </a:dk2>
      <a:lt2>
        <a:srgbClr val="CDCDCD"/>
      </a:lt2>
      <a:accent1>
        <a:srgbClr val="CDD9F7"/>
      </a:accent1>
      <a:accent2>
        <a:srgbClr val="99FF33"/>
      </a:accent2>
      <a:accent3>
        <a:srgbClr val="FFFFFF"/>
      </a:accent3>
      <a:accent4>
        <a:srgbClr val="000000"/>
      </a:accent4>
      <a:accent5>
        <a:srgbClr val="E3E9FA"/>
      </a:accent5>
      <a:accent6>
        <a:srgbClr val="8AE72D"/>
      </a:accent6>
      <a:hlink>
        <a:srgbClr val="0033CC"/>
      </a:hlink>
      <a:folHlink>
        <a:srgbClr val="669900"/>
      </a:folHlink>
    </a:clrScheme>
    <a:fontScheme name="Competition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Competition">
  <a:themeElements>
    <a:clrScheme name="Competition 8">
      <a:dk1>
        <a:srgbClr val="000000"/>
      </a:dk1>
      <a:lt1>
        <a:srgbClr val="FFFFFF"/>
      </a:lt1>
      <a:dk2>
        <a:srgbClr val="000000"/>
      </a:dk2>
      <a:lt2>
        <a:srgbClr val="CDCDCD"/>
      </a:lt2>
      <a:accent1>
        <a:srgbClr val="CDD9F7"/>
      </a:accent1>
      <a:accent2>
        <a:srgbClr val="99FF33"/>
      </a:accent2>
      <a:accent3>
        <a:srgbClr val="FFFFFF"/>
      </a:accent3>
      <a:accent4>
        <a:srgbClr val="000000"/>
      </a:accent4>
      <a:accent5>
        <a:srgbClr val="E3E9FA"/>
      </a:accent5>
      <a:accent6>
        <a:srgbClr val="8AE72D"/>
      </a:accent6>
      <a:hlink>
        <a:srgbClr val="0033CC"/>
      </a:hlink>
      <a:folHlink>
        <a:srgbClr val="669900"/>
      </a:folHlink>
    </a:clrScheme>
    <a:fontScheme name="Competition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ompetition">
  <a:themeElements>
    <a:clrScheme name="Competition 8">
      <a:dk1>
        <a:srgbClr val="000000"/>
      </a:dk1>
      <a:lt1>
        <a:srgbClr val="FFFFFF"/>
      </a:lt1>
      <a:dk2>
        <a:srgbClr val="000000"/>
      </a:dk2>
      <a:lt2>
        <a:srgbClr val="CDCDCD"/>
      </a:lt2>
      <a:accent1>
        <a:srgbClr val="CDD9F7"/>
      </a:accent1>
      <a:accent2>
        <a:srgbClr val="99FF33"/>
      </a:accent2>
      <a:accent3>
        <a:srgbClr val="FFFFFF"/>
      </a:accent3>
      <a:accent4>
        <a:srgbClr val="000000"/>
      </a:accent4>
      <a:accent5>
        <a:srgbClr val="E3E9FA"/>
      </a:accent5>
      <a:accent6>
        <a:srgbClr val="8AE72D"/>
      </a:accent6>
      <a:hlink>
        <a:srgbClr val="0033CC"/>
      </a:hlink>
      <a:folHlink>
        <a:srgbClr val="669900"/>
      </a:folHlink>
    </a:clrScheme>
    <a:fontScheme name="Competition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Competition">
  <a:themeElements>
    <a:clrScheme name="Competition 8">
      <a:dk1>
        <a:srgbClr val="000000"/>
      </a:dk1>
      <a:lt1>
        <a:srgbClr val="FFFFFF"/>
      </a:lt1>
      <a:dk2>
        <a:srgbClr val="000000"/>
      </a:dk2>
      <a:lt2>
        <a:srgbClr val="CDCDCD"/>
      </a:lt2>
      <a:accent1>
        <a:srgbClr val="CDD9F7"/>
      </a:accent1>
      <a:accent2>
        <a:srgbClr val="99FF33"/>
      </a:accent2>
      <a:accent3>
        <a:srgbClr val="FFFFFF"/>
      </a:accent3>
      <a:accent4>
        <a:srgbClr val="000000"/>
      </a:accent4>
      <a:accent5>
        <a:srgbClr val="E3E9FA"/>
      </a:accent5>
      <a:accent6>
        <a:srgbClr val="8AE72D"/>
      </a:accent6>
      <a:hlink>
        <a:srgbClr val="0033CC"/>
      </a:hlink>
      <a:folHlink>
        <a:srgbClr val="669900"/>
      </a:folHlink>
    </a:clrScheme>
    <a:fontScheme name="Competition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0</TotalTime>
  <Words>9353</Words>
  <Application>WPS 演示</Application>
  <PresentationFormat>全屏显示(4:3)</PresentationFormat>
  <Paragraphs>1883</Paragraphs>
  <Slides>111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196</vt:i4>
      </vt:variant>
      <vt:variant>
        <vt:lpstr>幻灯片标题</vt:lpstr>
      </vt:variant>
      <vt:variant>
        <vt:i4>111</vt:i4>
      </vt:variant>
    </vt:vector>
  </HeadingPairs>
  <TitlesOfParts>
    <vt:vector size="329" baseType="lpstr">
      <vt:lpstr>Arial</vt:lpstr>
      <vt:lpstr>宋体</vt:lpstr>
      <vt:lpstr>Wingdings</vt:lpstr>
      <vt:lpstr>Times New Roman</vt:lpstr>
      <vt:lpstr>Verdana</vt:lpstr>
      <vt:lpstr>楷体_GB2312</vt:lpstr>
      <vt:lpstr>新宋体</vt:lpstr>
      <vt:lpstr>华文楷体</vt:lpstr>
      <vt:lpstr>隶书</vt:lpstr>
      <vt:lpstr>黑体</vt:lpstr>
      <vt:lpstr>Symbol</vt:lpstr>
      <vt:lpstr>幼圆</vt:lpstr>
      <vt:lpstr>微软雅黑</vt:lpstr>
      <vt:lpstr>Arial Unicode MS</vt:lpstr>
      <vt:lpstr>Competition</vt:lpstr>
      <vt:lpstr>1_Competition</vt:lpstr>
      <vt:lpstr>2_Competition</vt:lpstr>
      <vt:lpstr>3_Competition</vt:lpstr>
      <vt:lpstr>4_Competition</vt:lpstr>
      <vt:lpstr>5_Competition</vt:lpstr>
      <vt:lpstr>6_Competition</vt:lpstr>
      <vt:lpstr>7_Competition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Word.Document.8</vt:lpstr>
      <vt:lpstr>Equation.3</vt:lpstr>
      <vt:lpstr>Word.Document.8</vt:lpstr>
      <vt:lpstr>Equation.3</vt:lpstr>
      <vt:lpstr>Equation.3</vt:lpstr>
      <vt:lpstr>Word.Document.8</vt:lpstr>
      <vt:lpstr>Equation.3</vt:lpstr>
      <vt:lpstr>Equation.3</vt:lpstr>
      <vt:lpstr>Equation.3</vt:lpstr>
      <vt:lpstr>Word.Document.8</vt:lpstr>
      <vt:lpstr>Word.Document.8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Word.Document.8</vt:lpstr>
      <vt:lpstr>Equation.3</vt:lpstr>
      <vt:lpstr>Word.Document.8</vt:lpstr>
      <vt:lpstr>Equation.3</vt:lpstr>
      <vt:lpstr>Equation.3</vt:lpstr>
      <vt:lpstr>Equation.3</vt:lpstr>
      <vt:lpstr>Equation.3</vt:lpstr>
      <vt:lpstr>Word.Document.8</vt:lpstr>
      <vt:lpstr>Word.Document.8</vt:lpstr>
      <vt:lpstr>Equation.3</vt:lpstr>
      <vt:lpstr>Equation.3</vt:lpstr>
      <vt:lpstr>Equation.3</vt:lpstr>
      <vt:lpstr>Word.Document.8</vt:lpstr>
      <vt:lpstr>Equation.3</vt:lpstr>
      <vt:lpstr>Equation.3</vt:lpstr>
      <vt:lpstr>Word.Document.8</vt:lpstr>
      <vt:lpstr>Equation.3</vt:lpstr>
      <vt:lpstr>Equation.3</vt:lpstr>
      <vt:lpstr>Word.Document.8</vt:lpstr>
      <vt:lpstr>Equation.3</vt:lpstr>
      <vt:lpstr>Word.Document.8</vt:lpstr>
      <vt:lpstr>Word.Document.8</vt:lpstr>
      <vt:lpstr>Equation.3</vt:lpstr>
      <vt:lpstr>Equation.3</vt:lpstr>
      <vt:lpstr>Word.Document.8</vt:lpstr>
      <vt:lpstr>Equation.3</vt:lpstr>
      <vt:lpstr>Word.Document.8</vt:lpstr>
      <vt:lpstr>Equation.3</vt:lpstr>
      <vt:lpstr>Equation.3</vt:lpstr>
      <vt:lpstr>Word.Document.8</vt:lpstr>
      <vt:lpstr>Word.Document.8</vt:lpstr>
      <vt:lpstr>Equation.3</vt:lpstr>
      <vt:lpstr>Equation.3</vt:lpstr>
      <vt:lpstr>Equation.3</vt:lpstr>
      <vt:lpstr>Equation.3</vt:lpstr>
      <vt:lpstr>Word.Document.8</vt:lpstr>
      <vt:lpstr>Word.Document.8</vt:lpstr>
      <vt:lpstr>Equation.3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XXJS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数字电子技术基础</dc:title>
  <dc:creator>OGG</dc:creator>
  <cp:lastModifiedBy>人生调味是百味</cp:lastModifiedBy>
  <cp:revision>42</cp:revision>
  <dcterms:created xsi:type="dcterms:W3CDTF">2005-08-04T01:13:39Z</dcterms:created>
  <dcterms:modified xsi:type="dcterms:W3CDTF">2025-04-07T10:05:58Z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E5F07F9C6D2D4D468037C53106651E99_13</vt:lpwstr>
  </property>
</Properties>
</file>